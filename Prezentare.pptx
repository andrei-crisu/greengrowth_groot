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6" r:id="rId4"/>
  </p:sldMasterIdLst>
  <p:notesMasterIdLst>
    <p:notesMasterId r:id="rId11"/>
  </p:notesMasterIdLst>
  <p:sldIdLst>
    <p:sldId id="281" r:id="rId5"/>
    <p:sldId id="297" r:id="rId6"/>
    <p:sldId id="300" r:id="rId7"/>
    <p:sldId id="298" r:id="rId8"/>
    <p:sldId id="306" r:id="rId9"/>
    <p:sldId id="311" r:id="rId10"/>
  </p:sldIdLst>
  <p:sldSz cx="12192000" cy="6858000"/>
  <p:notesSz cx="6858000" cy="9144000"/>
  <p:embeddedFontLst>
    <p:embeddedFont>
      <p:font typeface="Oswald" charset="0"/>
      <p:regular r:id="rId12"/>
      <p:bold r:id="rId13"/>
    </p:embeddedFont>
    <p:embeddedFont>
      <p:font typeface="MV Boli" pitchFamily="2" charset="0"/>
      <p:regular r:id="rId14"/>
    </p:embeddedFont>
    <p:embeddedFont>
      <p:font typeface="Calibri" pitchFamily="34" charset="0"/>
      <p:regular r:id="rId15"/>
      <p:bold r:id="rId16"/>
      <p:italic r:id="rId17"/>
      <p:boldItalic r:id="rId18"/>
    </p:embeddedFont>
    <p:embeddedFont>
      <p:font typeface="Trebuchet MS" pitchFamily="34" charset="0"/>
      <p:regular r:id="rId19"/>
      <p:bold r:id="rId20"/>
      <p:italic r:id="rId21"/>
      <p:boldItalic r:id="rId22"/>
    </p:embeddedFont>
    <p:embeddedFont>
      <p:font typeface="Microsoft YaHei UI" pitchFamily="34" charset="-122"/>
      <p:regular r:id="rId23"/>
      <p:bold r:id="rId24"/>
    </p:embeddedFont>
    <p:embeddedFont>
      <p:font typeface="Abel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DAF3D6"/>
    <a:srgbClr val="B3EABD"/>
    <a:srgbClr val="C0DCB6"/>
    <a:srgbClr val="689930"/>
    <a:srgbClr val="63A674"/>
    <a:srgbClr val="3A660E"/>
    <a:srgbClr val="BFEAB8"/>
    <a:srgbClr val="CEEFC9"/>
    <a:srgbClr val="94592C"/>
    <a:srgbClr val="E1724E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20" autoAdjust="0"/>
    <p:restoredTop sz="95352" autoAdjust="0"/>
  </p:normalViewPr>
  <p:slideViewPr>
    <p:cSldViewPr snapToGrid="0" showGuides="1">
      <p:cViewPr>
        <p:scale>
          <a:sx n="66" d="100"/>
          <a:sy n="66" d="100"/>
        </p:scale>
        <p:origin x="-2789" y="-170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10.fntdata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3025F-B9D9-4586-832D-E4773F510682}" type="datetimeFigureOut">
              <a:rPr lang="en-IN" smtClean="0"/>
              <a:pPr/>
              <a:t>19-10-2025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DFFBC1-0398-44CF-8A5B-1BD6E9215FB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42246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="" xmlns:a16="http://schemas.microsoft.com/office/drawing/2014/main" id="{6FC20FC0-8F13-6C1B-F1F4-4BFA7EC74156}"/>
              </a:ext>
            </a:extLst>
          </p:cNvPr>
          <p:cNvSpPr/>
          <p:nvPr userDrawn="1"/>
        </p:nvSpPr>
        <p:spPr bwMode="auto">
          <a:xfrm>
            <a:off x="1333839" y="190658"/>
            <a:ext cx="9524322" cy="6677453"/>
          </a:xfrm>
          <a:custGeom>
            <a:avLst/>
            <a:gdLst>
              <a:gd name="connsiteX0" fmla="*/ 4762161 w 9524322"/>
              <a:gd name="connsiteY0" fmla="*/ 0 h 6677453"/>
              <a:gd name="connsiteX1" fmla="*/ 9524322 w 9524322"/>
              <a:gd name="connsiteY1" fmla="*/ 4762161 h 6677453"/>
              <a:gd name="connsiteX2" fmla="*/ 9150088 w 9524322"/>
              <a:gd name="connsiteY2" fmla="*/ 6615809 h 6677453"/>
              <a:gd name="connsiteX3" fmla="*/ 9122219 w 9524322"/>
              <a:gd name="connsiteY3" fmla="*/ 6677453 h 6677453"/>
              <a:gd name="connsiteX4" fmla="*/ 402103 w 9524322"/>
              <a:gd name="connsiteY4" fmla="*/ 6677453 h 6677453"/>
              <a:gd name="connsiteX5" fmla="*/ 374234 w 9524322"/>
              <a:gd name="connsiteY5" fmla="*/ 6615809 h 6677453"/>
              <a:gd name="connsiteX6" fmla="*/ 0 w 9524322"/>
              <a:gd name="connsiteY6" fmla="*/ 4762161 h 6677453"/>
              <a:gd name="connsiteX7" fmla="*/ 4762161 w 9524322"/>
              <a:gd name="connsiteY7" fmla="*/ 0 h 6677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24322" h="6677453">
                <a:moveTo>
                  <a:pt x="4762161" y="0"/>
                </a:moveTo>
                <a:cubicBezTo>
                  <a:pt x="7392230" y="0"/>
                  <a:pt x="9524322" y="2132092"/>
                  <a:pt x="9524322" y="4762161"/>
                </a:cubicBezTo>
                <a:cubicBezTo>
                  <a:pt x="9524322" y="5419679"/>
                  <a:pt x="9391066" y="6046072"/>
                  <a:pt x="9150088" y="6615809"/>
                </a:cubicBezTo>
                <a:lnTo>
                  <a:pt x="9122219" y="6677453"/>
                </a:lnTo>
                <a:lnTo>
                  <a:pt x="402103" y="6677453"/>
                </a:lnTo>
                <a:lnTo>
                  <a:pt x="374234" y="6615809"/>
                </a:lnTo>
                <a:cubicBezTo>
                  <a:pt x="133256" y="6046072"/>
                  <a:pt x="0" y="5419679"/>
                  <a:pt x="0" y="4762161"/>
                </a:cubicBezTo>
                <a:cubicBezTo>
                  <a:pt x="0" y="2132092"/>
                  <a:pt x="2132092" y="0"/>
                  <a:pt x="4762161" y="0"/>
                </a:cubicBezTo>
                <a:close/>
              </a:path>
            </a:pathLst>
          </a:custGeom>
          <a:solidFill>
            <a:srgbClr val="CEEFC9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/>
          </a:p>
        </p:txBody>
      </p:sp>
      <p:sp>
        <p:nvSpPr>
          <p:cNvPr id="5" name="Freeform: Shape 4">
            <a:extLst>
              <a:ext uri="{FF2B5EF4-FFF2-40B4-BE49-F238E27FC236}">
                <a16:creationId xmlns="" xmlns:a16="http://schemas.microsoft.com/office/drawing/2014/main" id="{F2B6C7A3-7565-490D-E8E1-D1698A2F5B86}"/>
              </a:ext>
            </a:extLst>
          </p:cNvPr>
          <p:cNvSpPr/>
          <p:nvPr userDrawn="1"/>
        </p:nvSpPr>
        <p:spPr>
          <a:xfrm>
            <a:off x="0" y="6146157"/>
            <a:ext cx="12192001" cy="508148"/>
          </a:xfrm>
          <a:custGeom>
            <a:avLst/>
            <a:gdLst>
              <a:gd name="connsiteX0" fmla="*/ 971807 w 12192001"/>
              <a:gd name="connsiteY0" fmla="*/ 0 h 586467"/>
              <a:gd name="connsiteX1" fmla="*/ 982152 w 12192001"/>
              <a:gd name="connsiteY1" fmla="*/ 114044 h 586467"/>
              <a:gd name="connsiteX2" fmla="*/ 1001332 w 12192001"/>
              <a:gd name="connsiteY2" fmla="*/ 217067 h 586467"/>
              <a:gd name="connsiteX3" fmla="*/ 1001641 w 12192001"/>
              <a:gd name="connsiteY3" fmla="*/ 218372 h 586467"/>
              <a:gd name="connsiteX4" fmla="*/ 1041475 w 12192001"/>
              <a:gd name="connsiteY4" fmla="*/ 218372 h 586467"/>
              <a:gd name="connsiteX5" fmla="*/ 1042572 w 12192001"/>
              <a:gd name="connsiteY5" fmla="*/ 213925 h 586467"/>
              <a:gd name="connsiteX6" fmla="*/ 1047650 w 12192001"/>
              <a:gd name="connsiteY6" fmla="*/ 192155 h 586467"/>
              <a:gd name="connsiteX7" fmla="*/ 1056789 w 12192001"/>
              <a:gd name="connsiteY7" fmla="*/ 125086 h 586467"/>
              <a:gd name="connsiteX8" fmla="*/ 1056027 w 12192001"/>
              <a:gd name="connsiteY8" fmla="*/ 57120 h 586467"/>
              <a:gd name="connsiteX9" fmla="*/ 1053616 w 12192001"/>
              <a:gd name="connsiteY9" fmla="*/ 34607 h 586467"/>
              <a:gd name="connsiteX10" fmla="*/ 1052600 w 12192001"/>
              <a:gd name="connsiteY10" fmla="*/ 26024 h 586467"/>
              <a:gd name="connsiteX11" fmla="*/ 1056154 w 12192001"/>
              <a:gd name="connsiteY11" fmla="*/ 34256 h 586467"/>
              <a:gd name="connsiteX12" fmla="*/ 1065294 w 12192001"/>
              <a:gd name="connsiteY12" fmla="*/ 56105 h 586467"/>
              <a:gd name="connsiteX13" fmla="*/ 1086618 w 12192001"/>
              <a:gd name="connsiteY13" fmla="*/ 123837 h 586467"/>
              <a:gd name="connsiteX14" fmla="*/ 1098106 w 12192001"/>
              <a:gd name="connsiteY14" fmla="*/ 193364 h 586467"/>
              <a:gd name="connsiteX15" fmla="*/ 1099693 w 12192001"/>
              <a:gd name="connsiteY15" fmla="*/ 216539 h 586467"/>
              <a:gd name="connsiteX16" fmla="*/ 1099798 w 12192001"/>
              <a:gd name="connsiteY16" fmla="*/ 218372 h 586467"/>
              <a:gd name="connsiteX17" fmla="*/ 1115028 w 12192001"/>
              <a:gd name="connsiteY17" fmla="*/ 218372 h 586467"/>
              <a:gd name="connsiteX18" fmla="*/ 1117400 w 12192001"/>
              <a:gd name="connsiteY18" fmla="*/ 211546 h 586467"/>
              <a:gd name="connsiteX19" fmla="*/ 1138471 w 12192001"/>
              <a:gd name="connsiteY19" fmla="*/ 167301 h 586467"/>
              <a:gd name="connsiteX20" fmla="*/ 1149641 w 12192001"/>
              <a:gd name="connsiteY20" fmla="*/ 147754 h 586467"/>
              <a:gd name="connsiteX21" fmla="*/ 1147102 w 12192001"/>
              <a:gd name="connsiteY21" fmla="*/ 214081 h 586467"/>
              <a:gd name="connsiteX22" fmla="*/ 1147558 w 12192001"/>
              <a:gd name="connsiteY22" fmla="*/ 218372 h 586467"/>
              <a:gd name="connsiteX23" fmla="*/ 1166585 w 12192001"/>
              <a:gd name="connsiteY23" fmla="*/ 218372 h 586467"/>
              <a:gd name="connsiteX24" fmla="*/ 1203461 w 12192001"/>
              <a:gd name="connsiteY24" fmla="*/ 44869 h 586467"/>
              <a:gd name="connsiteX25" fmla="*/ 1218249 w 12192001"/>
              <a:gd name="connsiteY25" fmla="*/ 207175 h 586467"/>
              <a:gd name="connsiteX26" fmla="*/ 1224849 w 12192001"/>
              <a:gd name="connsiteY26" fmla="*/ 186302 h 586467"/>
              <a:gd name="connsiteX27" fmla="*/ 1252965 w 12192001"/>
              <a:gd name="connsiteY27" fmla="*/ 109128 h 586467"/>
              <a:gd name="connsiteX28" fmla="*/ 1254615 w 12192001"/>
              <a:gd name="connsiteY28" fmla="*/ 188136 h 586467"/>
              <a:gd name="connsiteX29" fmla="*/ 1257131 w 12192001"/>
              <a:gd name="connsiteY29" fmla="*/ 218372 h 586467"/>
              <a:gd name="connsiteX30" fmla="*/ 1292608 w 12192001"/>
              <a:gd name="connsiteY30" fmla="*/ 218372 h 586467"/>
              <a:gd name="connsiteX31" fmla="*/ 1293061 w 12192001"/>
              <a:gd name="connsiteY31" fmla="*/ 217027 h 586467"/>
              <a:gd name="connsiteX32" fmla="*/ 1306912 w 12192001"/>
              <a:gd name="connsiteY32" fmla="*/ 165974 h 586467"/>
              <a:gd name="connsiteX33" fmla="*/ 1317702 w 12192001"/>
              <a:gd name="connsiteY33" fmla="*/ 89932 h 586467"/>
              <a:gd name="connsiteX34" fmla="*/ 1336805 w 12192001"/>
              <a:gd name="connsiteY34" fmla="*/ 166209 h 586467"/>
              <a:gd name="connsiteX35" fmla="*/ 1342732 w 12192001"/>
              <a:gd name="connsiteY35" fmla="*/ 211663 h 586467"/>
              <a:gd name="connsiteX36" fmla="*/ 1343228 w 12192001"/>
              <a:gd name="connsiteY36" fmla="*/ 218372 h 586467"/>
              <a:gd name="connsiteX37" fmla="*/ 1345931 w 12192001"/>
              <a:gd name="connsiteY37" fmla="*/ 218372 h 586467"/>
              <a:gd name="connsiteX38" fmla="*/ 1346080 w 12192001"/>
              <a:gd name="connsiteY38" fmla="*/ 216393 h 586467"/>
              <a:gd name="connsiteX39" fmla="*/ 1346706 w 12192001"/>
              <a:gd name="connsiteY39" fmla="*/ 210609 h 586467"/>
              <a:gd name="connsiteX40" fmla="*/ 1362763 w 12192001"/>
              <a:gd name="connsiteY40" fmla="*/ 144945 h 586467"/>
              <a:gd name="connsiteX41" fmla="*/ 1382501 w 12192001"/>
              <a:gd name="connsiteY41" fmla="*/ 102067 h 586467"/>
              <a:gd name="connsiteX42" fmla="*/ 1393545 w 12192001"/>
              <a:gd name="connsiteY42" fmla="*/ 83378 h 586467"/>
              <a:gd name="connsiteX43" fmla="*/ 1392593 w 12192001"/>
              <a:gd name="connsiteY43" fmla="*/ 146779 h 586467"/>
              <a:gd name="connsiteX44" fmla="*/ 1400653 w 12192001"/>
              <a:gd name="connsiteY44" fmla="*/ 189150 h 586467"/>
              <a:gd name="connsiteX45" fmla="*/ 1406428 w 12192001"/>
              <a:gd name="connsiteY45" fmla="*/ 207917 h 586467"/>
              <a:gd name="connsiteX46" fmla="*/ 1408177 w 12192001"/>
              <a:gd name="connsiteY46" fmla="*/ 212690 h 586467"/>
              <a:gd name="connsiteX47" fmla="*/ 1410474 w 12192001"/>
              <a:gd name="connsiteY47" fmla="*/ 218372 h 586467"/>
              <a:gd name="connsiteX48" fmla="*/ 1451672 w 12192001"/>
              <a:gd name="connsiteY48" fmla="*/ 218372 h 586467"/>
              <a:gd name="connsiteX49" fmla="*/ 1452315 w 12192001"/>
              <a:gd name="connsiteY49" fmla="*/ 216813 h 586467"/>
              <a:gd name="connsiteX50" fmla="*/ 1472751 w 12192001"/>
              <a:gd name="connsiteY50" fmla="*/ 160356 h 586467"/>
              <a:gd name="connsiteX51" fmla="*/ 1488682 w 12192001"/>
              <a:gd name="connsiteY51" fmla="*/ 102730 h 586467"/>
              <a:gd name="connsiteX52" fmla="*/ 1502644 w 12192001"/>
              <a:gd name="connsiteY52" fmla="*/ 161176 h 586467"/>
              <a:gd name="connsiteX53" fmla="*/ 1511239 w 12192001"/>
              <a:gd name="connsiteY53" fmla="*/ 215455 h 586467"/>
              <a:gd name="connsiteX54" fmla="*/ 1511584 w 12192001"/>
              <a:gd name="connsiteY54" fmla="*/ 218372 h 586467"/>
              <a:gd name="connsiteX55" fmla="*/ 1514931 w 12192001"/>
              <a:gd name="connsiteY55" fmla="*/ 218372 h 586467"/>
              <a:gd name="connsiteX56" fmla="*/ 1517075 w 12192001"/>
              <a:gd name="connsiteY56" fmla="*/ 213428 h 586467"/>
              <a:gd name="connsiteX57" fmla="*/ 1518765 w 12192001"/>
              <a:gd name="connsiteY57" fmla="*/ 209361 h 586467"/>
              <a:gd name="connsiteX58" fmla="*/ 1545421 w 12192001"/>
              <a:gd name="connsiteY58" fmla="*/ 128441 h 586467"/>
              <a:gd name="connsiteX59" fmla="*/ 1559701 w 12192001"/>
              <a:gd name="connsiteY59" fmla="*/ 45064 h 586467"/>
              <a:gd name="connsiteX60" fmla="*/ 1575314 w 12192001"/>
              <a:gd name="connsiteY60" fmla="*/ 129417 h 586467"/>
              <a:gd name="connsiteX61" fmla="*/ 1577980 w 12192001"/>
              <a:gd name="connsiteY61" fmla="*/ 215408 h 586467"/>
              <a:gd name="connsiteX62" fmla="*/ 1577828 w 12192001"/>
              <a:gd name="connsiteY62" fmla="*/ 218372 h 586467"/>
              <a:gd name="connsiteX63" fmla="*/ 1579032 w 12192001"/>
              <a:gd name="connsiteY63" fmla="*/ 218372 h 586467"/>
              <a:gd name="connsiteX64" fmla="*/ 1586215 w 12192001"/>
              <a:gd name="connsiteY64" fmla="*/ 196071 h 586467"/>
              <a:gd name="connsiteX65" fmla="*/ 1597781 w 12192001"/>
              <a:gd name="connsiteY65" fmla="*/ 163555 h 586467"/>
              <a:gd name="connsiteX66" fmla="*/ 1629007 w 12192001"/>
              <a:gd name="connsiteY66" fmla="*/ 89854 h 586467"/>
              <a:gd name="connsiteX67" fmla="*/ 1627547 w 12192001"/>
              <a:gd name="connsiteY67" fmla="*/ 166014 h 586467"/>
              <a:gd name="connsiteX68" fmla="*/ 1630276 w 12192001"/>
              <a:gd name="connsiteY68" fmla="*/ 217998 h 586467"/>
              <a:gd name="connsiteX69" fmla="*/ 1630309 w 12192001"/>
              <a:gd name="connsiteY69" fmla="*/ 218372 h 586467"/>
              <a:gd name="connsiteX70" fmla="*/ 1679389 w 12192001"/>
              <a:gd name="connsiteY70" fmla="*/ 218372 h 586467"/>
              <a:gd name="connsiteX71" fmla="*/ 1681147 w 12192001"/>
              <a:gd name="connsiteY71" fmla="*/ 212027 h 586467"/>
              <a:gd name="connsiteX72" fmla="*/ 1683017 w 12192001"/>
              <a:gd name="connsiteY72" fmla="*/ 204757 h 586467"/>
              <a:gd name="connsiteX73" fmla="*/ 1698884 w 12192001"/>
              <a:gd name="connsiteY73" fmla="*/ 119117 h 586467"/>
              <a:gd name="connsiteX74" fmla="*/ 1704406 w 12192001"/>
              <a:gd name="connsiteY74" fmla="*/ 32188 h 586467"/>
              <a:gd name="connsiteX75" fmla="*/ 1728777 w 12192001"/>
              <a:gd name="connsiteY75" fmla="*/ 118453 h 586467"/>
              <a:gd name="connsiteX76" fmla="*/ 1742740 w 12192001"/>
              <a:gd name="connsiteY76" fmla="*/ 206708 h 586467"/>
              <a:gd name="connsiteX77" fmla="*/ 1743158 w 12192001"/>
              <a:gd name="connsiteY77" fmla="*/ 211154 h 586467"/>
              <a:gd name="connsiteX78" fmla="*/ 1743734 w 12192001"/>
              <a:gd name="connsiteY78" fmla="*/ 218372 h 586467"/>
              <a:gd name="connsiteX79" fmla="*/ 1760697 w 12192001"/>
              <a:gd name="connsiteY79" fmla="*/ 218372 h 586467"/>
              <a:gd name="connsiteX80" fmla="*/ 1772760 w 12192001"/>
              <a:gd name="connsiteY80" fmla="*/ 175182 h 586467"/>
              <a:gd name="connsiteX81" fmla="*/ 1788119 w 12192001"/>
              <a:gd name="connsiteY81" fmla="*/ 96331 h 586467"/>
              <a:gd name="connsiteX82" fmla="*/ 1802652 w 12192001"/>
              <a:gd name="connsiteY82" fmla="*/ 175923 h 586467"/>
              <a:gd name="connsiteX83" fmla="*/ 1806063 w 12192001"/>
              <a:gd name="connsiteY83" fmla="*/ 205464 h 586467"/>
              <a:gd name="connsiteX84" fmla="*/ 1807120 w 12192001"/>
              <a:gd name="connsiteY84" fmla="*/ 218372 h 586467"/>
              <a:gd name="connsiteX85" fmla="*/ 1833582 w 12192001"/>
              <a:gd name="connsiteY85" fmla="*/ 218372 h 586467"/>
              <a:gd name="connsiteX86" fmla="*/ 1840098 w 12192001"/>
              <a:gd name="connsiteY86" fmla="*/ 206122 h 586467"/>
              <a:gd name="connsiteX87" fmla="*/ 1871895 w 12192001"/>
              <a:gd name="connsiteY87" fmla="*/ 156454 h 586467"/>
              <a:gd name="connsiteX88" fmla="*/ 1910419 w 12192001"/>
              <a:gd name="connsiteY88" fmla="*/ 109830 h 586467"/>
              <a:gd name="connsiteX89" fmla="*/ 1929777 w 12192001"/>
              <a:gd name="connsiteY89" fmla="*/ 89815 h 586467"/>
              <a:gd name="connsiteX90" fmla="*/ 1900138 w 12192001"/>
              <a:gd name="connsiteY90" fmla="*/ 163088 h 586467"/>
              <a:gd name="connsiteX91" fmla="*/ 1889221 w 12192001"/>
              <a:gd name="connsiteY91" fmla="*/ 214121 h 586467"/>
              <a:gd name="connsiteX92" fmla="*/ 1888711 w 12192001"/>
              <a:gd name="connsiteY92" fmla="*/ 218372 h 586467"/>
              <a:gd name="connsiteX93" fmla="*/ 1909838 w 12192001"/>
              <a:gd name="connsiteY93" fmla="*/ 218372 h 586467"/>
              <a:gd name="connsiteX94" fmla="*/ 1959225 w 12192001"/>
              <a:gd name="connsiteY94" fmla="*/ 141356 h 586467"/>
              <a:gd name="connsiteX95" fmla="*/ 1948856 w 12192001"/>
              <a:gd name="connsiteY95" fmla="*/ 218372 h 586467"/>
              <a:gd name="connsiteX96" fmla="*/ 1969879 w 12192001"/>
              <a:gd name="connsiteY96" fmla="*/ 218372 h 586467"/>
              <a:gd name="connsiteX97" fmla="*/ 1973188 w 12192001"/>
              <a:gd name="connsiteY97" fmla="*/ 199763 h 586467"/>
              <a:gd name="connsiteX98" fmla="*/ 1977821 w 12192001"/>
              <a:gd name="connsiteY98" fmla="*/ 134099 h 586467"/>
              <a:gd name="connsiteX99" fmla="*/ 1968999 w 12192001"/>
              <a:gd name="connsiteY99" fmla="*/ 68240 h 586467"/>
              <a:gd name="connsiteX100" fmla="*/ 1962145 w 12192001"/>
              <a:gd name="connsiteY100" fmla="*/ 46703 h 586467"/>
              <a:gd name="connsiteX101" fmla="*/ 1959289 w 12192001"/>
              <a:gd name="connsiteY101" fmla="*/ 38665 h 586467"/>
              <a:gd name="connsiteX102" fmla="*/ 1964557 w 12192001"/>
              <a:gd name="connsiteY102" fmla="*/ 46078 h 586467"/>
              <a:gd name="connsiteX103" fmla="*/ 1977948 w 12192001"/>
              <a:gd name="connsiteY103" fmla="*/ 66445 h 586467"/>
              <a:gd name="connsiteX104" fmla="*/ 2007524 w 12192001"/>
              <a:gd name="connsiteY104" fmla="*/ 131680 h 586467"/>
              <a:gd name="connsiteX105" fmla="*/ 2018313 w 12192001"/>
              <a:gd name="connsiteY105" fmla="*/ 171437 h 586467"/>
              <a:gd name="connsiteX106" fmla="*/ 2020154 w 12192001"/>
              <a:gd name="connsiteY106" fmla="*/ 161332 h 586467"/>
              <a:gd name="connsiteX107" fmla="*/ 2037988 w 12192001"/>
              <a:gd name="connsiteY107" fmla="*/ 100155 h 586467"/>
              <a:gd name="connsiteX108" fmla="*/ 2045921 w 12192001"/>
              <a:gd name="connsiteY108" fmla="*/ 80452 h 586467"/>
              <a:gd name="connsiteX109" fmla="*/ 2049095 w 12192001"/>
              <a:gd name="connsiteY109" fmla="*/ 73038 h 586467"/>
              <a:gd name="connsiteX110" fmla="*/ 2048460 w 12192001"/>
              <a:gd name="connsiteY110" fmla="*/ 80764 h 586467"/>
              <a:gd name="connsiteX111" fmla="*/ 2047254 w 12192001"/>
              <a:gd name="connsiteY111" fmla="*/ 101013 h 586467"/>
              <a:gd name="connsiteX112" fmla="*/ 2050047 w 12192001"/>
              <a:gd name="connsiteY112" fmla="*/ 161956 h 586467"/>
              <a:gd name="connsiteX113" fmla="*/ 2055585 w 12192001"/>
              <a:gd name="connsiteY113" fmla="*/ 194042 h 586467"/>
              <a:gd name="connsiteX114" fmla="*/ 2061555 w 12192001"/>
              <a:gd name="connsiteY114" fmla="*/ 218372 h 586467"/>
              <a:gd name="connsiteX115" fmla="*/ 2097672 w 12192001"/>
              <a:gd name="connsiteY115" fmla="*/ 218372 h 586467"/>
              <a:gd name="connsiteX116" fmla="*/ 2087302 w 12192001"/>
              <a:gd name="connsiteY116" fmla="*/ 141356 h 586467"/>
              <a:gd name="connsiteX117" fmla="*/ 2136689 w 12192001"/>
              <a:gd name="connsiteY117" fmla="*/ 218372 h 586467"/>
              <a:gd name="connsiteX118" fmla="*/ 2157816 w 12192001"/>
              <a:gd name="connsiteY118" fmla="*/ 218372 h 586467"/>
              <a:gd name="connsiteX119" fmla="*/ 2157306 w 12192001"/>
              <a:gd name="connsiteY119" fmla="*/ 214121 h 586467"/>
              <a:gd name="connsiteX120" fmla="*/ 2146390 w 12192001"/>
              <a:gd name="connsiteY120" fmla="*/ 163088 h 586467"/>
              <a:gd name="connsiteX121" fmla="*/ 2116751 w 12192001"/>
              <a:gd name="connsiteY121" fmla="*/ 89815 h 586467"/>
              <a:gd name="connsiteX122" fmla="*/ 2136108 w 12192001"/>
              <a:gd name="connsiteY122" fmla="*/ 109830 h 586467"/>
              <a:gd name="connsiteX123" fmla="*/ 2174632 w 12192001"/>
              <a:gd name="connsiteY123" fmla="*/ 156454 h 586467"/>
              <a:gd name="connsiteX124" fmla="*/ 2206429 w 12192001"/>
              <a:gd name="connsiteY124" fmla="*/ 206122 h 586467"/>
              <a:gd name="connsiteX125" fmla="*/ 2212945 w 12192001"/>
              <a:gd name="connsiteY125" fmla="*/ 218372 h 586467"/>
              <a:gd name="connsiteX126" fmla="*/ 2239408 w 12192001"/>
              <a:gd name="connsiteY126" fmla="*/ 218372 h 586467"/>
              <a:gd name="connsiteX127" fmla="*/ 2240465 w 12192001"/>
              <a:gd name="connsiteY127" fmla="*/ 205464 h 586467"/>
              <a:gd name="connsiteX128" fmla="*/ 2243875 w 12192001"/>
              <a:gd name="connsiteY128" fmla="*/ 175923 h 586467"/>
              <a:gd name="connsiteX129" fmla="*/ 2258409 w 12192001"/>
              <a:gd name="connsiteY129" fmla="*/ 96331 h 586467"/>
              <a:gd name="connsiteX130" fmla="*/ 2273768 w 12192001"/>
              <a:gd name="connsiteY130" fmla="*/ 175182 h 586467"/>
              <a:gd name="connsiteX131" fmla="*/ 2285830 w 12192001"/>
              <a:gd name="connsiteY131" fmla="*/ 218372 h 586467"/>
              <a:gd name="connsiteX132" fmla="*/ 2302794 w 12192001"/>
              <a:gd name="connsiteY132" fmla="*/ 218372 h 586467"/>
              <a:gd name="connsiteX133" fmla="*/ 2303371 w 12192001"/>
              <a:gd name="connsiteY133" fmla="*/ 211154 h 586467"/>
              <a:gd name="connsiteX134" fmla="*/ 2303788 w 12192001"/>
              <a:gd name="connsiteY134" fmla="*/ 206708 h 586467"/>
              <a:gd name="connsiteX135" fmla="*/ 2317750 w 12192001"/>
              <a:gd name="connsiteY135" fmla="*/ 118453 h 586467"/>
              <a:gd name="connsiteX136" fmla="*/ 2342122 w 12192001"/>
              <a:gd name="connsiteY136" fmla="*/ 32188 h 586467"/>
              <a:gd name="connsiteX137" fmla="*/ 2347643 w 12192001"/>
              <a:gd name="connsiteY137" fmla="*/ 119117 h 586467"/>
              <a:gd name="connsiteX138" fmla="*/ 2363573 w 12192001"/>
              <a:gd name="connsiteY138" fmla="*/ 204757 h 586467"/>
              <a:gd name="connsiteX139" fmla="*/ 2365434 w 12192001"/>
              <a:gd name="connsiteY139" fmla="*/ 212027 h 586467"/>
              <a:gd name="connsiteX140" fmla="*/ 2367185 w 12192001"/>
              <a:gd name="connsiteY140" fmla="*/ 218372 h 586467"/>
              <a:gd name="connsiteX141" fmla="*/ 2416218 w 12192001"/>
              <a:gd name="connsiteY141" fmla="*/ 218372 h 586467"/>
              <a:gd name="connsiteX142" fmla="*/ 2416251 w 12192001"/>
              <a:gd name="connsiteY142" fmla="*/ 217998 h 586467"/>
              <a:gd name="connsiteX143" fmla="*/ 2418980 w 12192001"/>
              <a:gd name="connsiteY143" fmla="*/ 166014 h 586467"/>
              <a:gd name="connsiteX144" fmla="*/ 2417520 w 12192001"/>
              <a:gd name="connsiteY144" fmla="*/ 89854 h 586467"/>
              <a:gd name="connsiteX145" fmla="*/ 2448746 w 12192001"/>
              <a:gd name="connsiteY145" fmla="*/ 163555 h 586467"/>
              <a:gd name="connsiteX146" fmla="*/ 2460313 w 12192001"/>
              <a:gd name="connsiteY146" fmla="*/ 196071 h 586467"/>
              <a:gd name="connsiteX147" fmla="*/ 2467496 w 12192001"/>
              <a:gd name="connsiteY147" fmla="*/ 218372 h 586467"/>
              <a:gd name="connsiteX148" fmla="*/ 2468701 w 12192001"/>
              <a:gd name="connsiteY148" fmla="*/ 218372 h 586467"/>
              <a:gd name="connsiteX149" fmla="*/ 2468548 w 12192001"/>
              <a:gd name="connsiteY149" fmla="*/ 215408 h 586467"/>
              <a:gd name="connsiteX150" fmla="*/ 2471213 w 12192001"/>
              <a:gd name="connsiteY150" fmla="*/ 129417 h 586467"/>
              <a:gd name="connsiteX151" fmla="*/ 2486826 w 12192001"/>
              <a:gd name="connsiteY151" fmla="*/ 45064 h 586467"/>
              <a:gd name="connsiteX152" fmla="*/ 2501106 w 12192001"/>
              <a:gd name="connsiteY152" fmla="*/ 128441 h 586467"/>
              <a:gd name="connsiteX153" fmla="*/ 2527762 w 12192001"/>
              <a:gd name="connsiteY153" fmla="*/ 209361 h 586467"/>
              <a:gd name="connsiteX154" fmla="*/ 2529452 w 12192001"/>
              <a:gd name="connsiteY154" fmla="*/ 213428 h 586467"/>
              <a:gd name="connsiteX155" fmla="*/ 2531596 w 12192001"/>
              <a:gd name="connsiteY155" fmla="*/ 218372 h 586467"/>
              <a:gd name="connsiteX156" fmla="*/ 2534943 w 12192001"/>
              <a:gd name="connsiteY156" fmla="*/ 218372 h 586467"/>
              <a:gd name="connsiteX157" fmla="*/ 2535288 w 12192001"/>
              <a:gd name="connsiteY157" fmla="*/ 215455 h 586467"/>
              <a:gd name="connsiteX158" fmla="*/ 2543883 w 12192001"/>
              <a:gd name="connsiteY158" fmla="*/ 161176 h 586467"/>
              <a:gd name="connsiteX159" fmla="*/ 2557846 w 12192001"/>
              <a:gd name="connsiteY159" fmla="*/ 102730 h 586467"/>
              <a:gd name="connsiteX160" fmla="*/ 2573776 w 12192001"/>
              <a:gd name="connsiteY160" fmla="*/ 160356 h 586467"/>
              <a:gd name="connsiteX161" fmla="*/ 2594276 w 12192001"/>
              <a:gd name="connsiteY161" fmla="*/ 216813 h 586467"/>
              <a:gd name="connsiteX162" fmla="*/ 2594916 w 12192001"/>
              <a:gd name="connsiteY162" fmla="*/ 218372 h 586467"/>
              <a:gd name="connsiteX163" fmla="*/ 2636053 w 12192001"/>
              <a:gd name="connsiteY163" fmla="*/ 218372 h 586467"/>
              <a:gd name="connsiteX164" fmla="*/ 2638351 w 12192001"/>
              <a:gd name="connsiteY164" fmla="*/ 212690 h 586467"/>
              <a:gd name="connsiteX165" fmla="*/ 2640099 w 12192001"/>
              <a:gd name="connsiteY165" fmla="*/ 207917 h 586467"/>
              <a:gd name="connsiteX166" fmla="*/ 2645874 w 12192001"/>
              <a:gd name="connsiteY166" fmla="*/ 189150 h 586467"/>
              <a:gd name="connsiteX167" fmla="*/ 2653935 w 12192001"/>
              <a:gd name="connsiteY167" fmla="*/ 146779 h 586467"/>
              <a:gd name="connsiteX168" fmla="*/ 2652983 w 12192001"/>
              <a:gd name="connsiteY168" fmla="*/ 83378 h 586467"/>
              <a:gd name="connsiteX169" fmla="*/ 2664026 w 12192001"/>
              <a:gd name="connsiteY169" fmla="*/ 102067 h 586467"/>
              <a:gd name="connsiteX170" fmla="*/ 2683764 w 12192001"/>
              <a:gd name="connsiteY170" fmla="*/ 144945 h 586467"/>
              <a:gd name="connsiteX171" fmla="*/ 2699821 w 12192001"/>
              <a:gd name="connsiteY171" fmla="*/ 210609 h 586467"/>
              <a:gd name="connsiteX172" fmla="*/ 2700448 w 12192001"/>
              <a:gd name="connsiteY172" fmla="*/ 216393 h 586467"/>
              <a:gd name="connsiteX173" fmla="*/ 2700597 w 12192001"/>
              <a:gd name="connsiteY173" fmla="*/ 218372 h 586467"/>
              <a:gd name="connsiteX174" fmla="*/ 2703300 w 12192001"/>
              <a:gd name="connsiteY174" fmla="*/ 218372 h 586467"/>
              <a:gd name="connsiteX175" fmla="*/ 2703796 w 12192001"/>
              <a:gd name="connsiteY175" fmla="*/ 211663 h 586467"/>
              <a:gd name="connsiteX176" fmla="*/ 2709722 w 12192001"/>
              <a:gd name="connsiteY176" fmla="*/ 166209 h 586467"/>
              <a:gd name="connsiteX177" fmla="*/ 2728826 w 12192001"/>
              <a:gd name="connsiteY177" fmla="*/ 89932 h 586467"/>
              <a:gd name="connsiteX178" fmla="*/ 2739615 w 12192001"/>
              <a:gd name="connsiteY178" fmla="*/ 165974 h 586467"/>
              <a:gd name="connsiteX179" fmla="*/ 2753467 w 12192001"/>
              <a:gd name="connsiteY179" fmla="*/ 217027 h 586467"/>
              <a:gd name="connsiteX180" fmla="*/ 2753920 w 12192001"/>
              <a:gd name="connsiteY180" fmla="*/ 218372 h 586467"/>
              <a:gd name="connsiteX181" fmla="*/ 2789410 w 12192001"/>
              <a:gd name="connsiteY181" fmla="*/ 218372 h 586467"/>
              <a:gd name="connsiteX182" fmla="*/ 2791912 w 12192001"/>
              <a:gd name="connsiteY182" fmla="*/ 188136 h 586467"/>
              <a:gd name="connsiteX183" fmla="*/ 2793625 w 12192001"/>
              <a:gd name="connsiteY183" fmla="*/ 109128 h 586467"/>
              <a:gd name="connsiteX184" fmla="*/ 2821678 w 12192001"/>
              <a:gd name="connsiteY184" fmla="*/ 186302 h 586467"/>
              <a:gd name="connsiteX185" fmla="*/ 2828278 w 12192001"/>
              <a:gd name="connsiteY185" fmla="*/ 207175 h 586467"/>
              <a:gd name="connsiteX186" fmla="*/ 2843066 w 12192001"/>
              <a:gd name="connsiteY186" fmla="*/ 44869 h 586467"/>
              <a:gd name="connsiteX187" fmla="*/ 2879943 w 12192001"/>
              <a:gd name="connsiteY187" fmla="*/ 218372 h 586467"/>
              <a:gd name="connsiteX188" fmla="*/ 2898970 w 12192001"/>
              <a:gd name="connsiteY188" fmla="*/ 218372 h 586467"/>
              <a:gd name="connsiteX189" fmla="*/ 2899425 w 12192001"/>
              <a:gd name="connsiteY189" fmla="*/ 214081 h 586467"/>
              <a:gd name="connsiteX190" fmla="*/ 2896886 w 12192001"/>
              <a:gd name="connsiteY190" fmla="*/ 147754 h 586467"/>
              <a:gd name="connsiteX191" fmla="*/ 2908056 w 12192001"/>
              <a:gd name="connsiteY191" fmla="*/ 167301 h 586467"/>
              <a:gd name="connsiteX192" fmla="*/ 2929127 w 12192001"/>
              <a:gd name="connsiteY192" fmla="*/ 211546 h 586467"/>
              <a:gd name="connsiteX193" fmla="*/ 2931509 w 12192001"/>
              <a:gd name="connsiteY193" fmla="*/ 218372 h 586467"/>
              <a:gd name="connsiteX194" fmla="*/ 2946730 w 12192001"/>
              <a:gd name="connsiteY194" fmla="*/ 218372 h 586467"/>
              <a:gd name="connsiteX195" fmla="*/ 2946835 w 12192001"/>
              <a:gd name="connsiteY195" fmla="*/ 216539 h 586467"/>
              <a:gd name="connsiteX196" fmla="*/ 2948421 w 12192001"/>
              <a:gd name="connsiteY196" fmla="*/ 193364 h 586467"/>
              <a:gd name="connsiteX197" fmla="*/ 2959909 w 12192001"/>
              <a:gd name="connsiteY197" fmla="*/ 123837 h 586467"/>
              <a:gd name="connsiteX198" fmla="*/ 2981234 w 12192001"/>
              <a:gd name="connsiteY198" fmla="*/ 56105 h 586467"/>
              <a:gd name="connsiteX199" fmla="*/ 2990373 w 12192001"/>
              <a:gd name="connsiteY199" fmla="*/ 34256 h 586467"/>
              <a:gd name="connsiteX200" fmla="*/ 2993927 w 12192001"/>
              <a:gd name="connsiteY200" fmla="*/ 26024 h 586467"/>
              <a:gd name="connsiteX201" fmla="*/ 2992912 w 12192001"/>
              <a:gd name="connsiteY201" fmla="*/ 34607 h 586467"/>
              <a:gd name="connsiteX202" fmla="*/ 2990500 w 12192001"/>
              <a:gd name="connsiteY202" fmla="*/ 57120 h 586467"/>
              <a:gd name="connsiteX203" fmla="*/ 2989738 w 12192001"/>
              <a:gd name="connsiteY203" fmla="*/ 125086 h 586467"/>
              <a:gd name="connsiteX204" fmla="*/ 2998941 w 12192001"/>
              <a:gd name="connsiteY204" fmla="*/ 192155 h 586467"/>
              <a:gd name="connsiteX205" fmla="*/ 3003955 w 12192001"/>
              <a:gd name="connsiteY205" fmla="*/ 213925 h 586467"/>
              <a:gd name="connsiteX206" fmla="*/ 3005052 w 12192001"/>
              <a:gd name="connsiteY206" fmla="*/ 218372 h 586467"/>
              <a:gd name="connsiteX207" fmla="*/ 3044889 w 12192001"/>
              <a:gd name="connsiteY207" fmla="*/ 218372 h 586467"/>
              <a:gd name="connsiteX208" fmla="*/ 3045197 w 12192001"/>
              <a:gd name="connsiteY208" fmla="*/ 217067 h 586467"/>
              <a:gd name="connsiteX209" fmla="*/ 3064439 w 12192001"/>
              <a:gd name="connsiteY209" fmla="*/ 114044 h 586467"/>
              <a:gd name="connsiteX210" fmla="*/ 3074721 w 12192001"/>
              <a:gd name="connsiteY210" fmla="*/ 0 h 586467"/>
              <a:gd name="connsiteX211" fmla="*/ 3094332 w 12192001"/>
              <a:gd name="connsiteY211" fmla="*/ 114161 h 586467"/>
              <a:gd name="connsiteX212" fmla="*/ 3101226 w 12192001"/>
              <a:gd name="connsiteY212" fmla="*/ 193476 h 586467"/>
              <a:gd name="connsiteX213" fmla="*/ 3102315 w 12192001"/>
              <a:gd name="connsiteY213" fmla="*/ 218372 h 586467"/>
              <a:gd name="connsiteX214" fmla="*/ 3131032 w 12192001"/>
              <a:gd name="connsiteY214" fmla="*/ 218372 h 586467"/>
              <a:gd name="connsiteX215" fmla="*/ 3131914 w 12192001"/>
              <a:gd name="connsiteY215" fmla="*/ 215700 h 586467"/>
              <a:gd name="connsiteX216" fmla="*/ 3165669 w 12192001"/>
              <a:gd name="connsiteY216" fmla="*/ 124188 h 586467"/>
              <a:gd name="connsiteX217" fmla="*/ 3209778 w 12192001"/>
              <a:gd name="connsiteY217" fmla="*/ 26180 h 586467"/>
              <a:gd name="connsiteX218" fmla="*/ 3204130 w 12192001"/>
              <a:gd name="connsiteY218" fmla="*/ 60007 h 586467"/>
              <a:gd name="connsiteX219" fmla="*/ 3208001 w 12192001"/>
              <a:gd name="connsiteY219" fmla="*/ 38509 h 586467"/>
              <a:gd name="connsiteX220" fmla="*/ 3223424 w 12192001"/>
              <a:gd name="connsiteY220" fmla="*/ 130002 h 586467"/>
              <a:gd name="connsiteX221" fmla="*/ 3241417 w 12192001"/>
              <a:gd name="connsiteY221" fmla="*/ 212982 h 586467"/>
              <a:gd name="connsiteX222" fmla="*/ 3242716 w 12192001"/>
              <a:gd name="connsiteY222" fmla="*/ 218372 h 586467"/>
              <a:gd name="connsiteX223" fmla="*/ 3258397 w 12192001"/>
              <a:gd name="connsiteY223" fmla="*/ 218372 h 586467"/>
              <a:gd name="connsiteX224" fmla="*/ 3259346 w 12192001"/>
              <a:gd name="connsiteY224" fmla="*/ 198436 h 586467"/>
              <a:gd name="connsiteX225" fmla="*/ 3253634 w 12192001"/>
              <a:gd name="connsiteY225" fmla="*/ 128597 h 586467"/>
              <a:gd name="connsiteX226" fmla="*/ 3288922 w 12192001"/>
              <a:gd name="connsiteY226" fmla="*/ 195393 h 586467"/>
              <a:gd name="connsiteX227" fmla="*/ 3297610 w 12192001"/>
              <a:gd name="connsiteY227" fmla="*/ 218372 h 586467"/>
              <a:gd name="connsiteX228" fmla="*/ 3340482 w 12192001"/>
              <a:gd name="connsiteY228" fmla="*/ 218372 h 586467"/>
              <a:gd name="connsiteX229" fmla="*/ 3343313 w 12192001"/>
              <a:gd name="connsiteY229" fmla="*/ 210843 h 586467"/>
              <a:gd name="connsiteX230" fmla="*/ 3362924 w 12192001"/>
              <a:gd name="connsiteY230" fmla="*/ 144282 h 586467"/>
              <a:gd name="connsiteX231" fmla="*/ 3374221 w 12192001"/>
              <a:gd name="connsiteY231" fmla="*/ 76237 h 586467"/>
              <a:gd name="connsiteX232" fmla="*/ 3376125 w 12192001"/>
              <a:gd name="connsiteY232" fmla="*/ 53569 h 586467"/>
              <a:gd name="connsiteX233" fmla="*/ 3376696 w 12192001"/>
              <a:gd name="connsiteY233" fmla="*/ 44947 h 586467"/>
              <a:gd name="connsiteX234" fmla="*/ 3378664 w 12192001"/>
              <a:gd name="connsiteY234" fmla="*/ 53452 h 586467"/>
              <a:gd name="connsiteX235" fmla="*/ 3383551 w 12192001"/>
              <a:gd name="connsiteY235" fmla="*/ 76043 h 586467"/>
              <a:gd name="connsiteX236" fmla="*/ 3392817 w 12192001"/>
              <a:gd name="connsiteY236" fmla="*/ 145335 h 586467"/>
              <a:gd name="connsiteX237" fmla="*/ 3393388 w 12192001"/>
              <a:gd name="connsiteY237" fmla="*/ 215486 h 586467"/>
              <a:gd name="connsiteX238" fmla="*/ 3393203 w 12192001"/>
              <a:gd name="connsiteY238" fmla="*/ 218372 h 586467"/>
              <a:gd name="connsiteX239" fmla="*/ 3451708 w 12192001"/>
              <a:gd name="connsiteY239" fmla="*/ 218372 h 586467"/>
              <a:gd name="connsiteX240" fmla="*/ 3450698 w 12192001"/>
              <a:gd name="connsiteY240" fmla="*/ 206300 h 586467"/>
              <a:gd name="connsiteX241" fmla="*/ 3449176 w 12192001"/>
              <a:gd name="connsiteY241" fmla="*/ 173193 h 586467"/>
              <a:gd name="connsiteX242" fmla="*/ 3451905 w 12192001"/>
              <a:gd name="connsiteY242" fmla="*/ 83495 h 586467"/>
              <a:gd name="connsiteX243" fmla="*/ 3478815 w 12192001"/>
              <a:gd name="connsiteY243" fmla="*/ 170501 h 586467"/>
              <a:gd name="connsiteX244" fmla="*/ 3491081 w 12192001"/>
              <a:gd name="connsiteY244" fmla="*/ 201907 h 586467"/>
              <a:gd name="connsiteX245" fmla="*/ 3498191 w 12192001"/>
              <a:gd name="connsiteY245" fmla="*/ 218372 h 586467"/>
              <a:gd name="connsiteX246" fmla="*/ 3556656 w 12192001"/>
              <a:gd name="connsiteY246" fmla="*/ 218372 h 586467"/>
              <a:gd name="connsiteX247" fmla="*/ 3557450 w 12192001"/>
              <a:gd name="connsiteY247" fmla="*/ 211428 h 586467"/>
              <a:gd name="connsiteX248" fmla="*/ 3558656 w 12192001"/>
              <a:gd name="connsiteY248" fmla="*/ 151851 h 586467"/>
              <a:gd name="connsiteX249" fmla="*/ 3550913 w 12192001"/>
              <a:gd name="connsiteY249" fmla="*/ 91844 h 586467"/>
              <a:gd name="connsiteX250" fmla="*/ 3546471 w 12192001"/>
              <a:gd name="connsiteY250" fmla="*/ 72102 h 586467"/>
              <a:gd name="connsiteX251" fmla="*/ 3544693 w 12192001"/>
              <a:gd name="connsiteY251" fmla="*/ 64689 h 586467"/>
              <a:gd name="connsiteX252" fmla="*/ 3548945 w 12192001"/>
              <a:gd name="connsiteY252" fmla="*/ 71595 h 586467"/>
              <a:gd name="connsiteX253" fmla="*/ 3559989 w 12192001"/>
              <a:gd name="connsiteY253" fmla="*/ 90284 h 586467"/>
              <a:gd name="connsiteX254" fmla="*/ 3588232 w 12192001"/>
              <a:gd name="connsiteY254" fmla="*/ 148730 h 586467"/>
              <a:gd name="connsiteX255" fmla="*/ 3607843 w 12192001"/>
              <a:gd name="connsiteY255" fmla="*/ 209438 h 586467"/>
              <a:gd name="connsiteX256" fmla="*/ 3609872 w 12192001"/>
              <a:gd name="connsiteY256" fmla="*/ 218372 h 586467"/>
              <a:gd name="connsiteX257" fmla="*/ 3665952 w 12192001"/>
              <a:gd name="connsiteY257" fmla="*/ 218372 h 586467"/>
              <a:gd name="connsiteX258" fmla="*/ 3669723 w 12192001"/>
              <a:gd name="connsiteY258" fmla="*/ 205264 h 586467"/>
              <a:gd name="connsiteX259" fmla="*/ 3687938 w 12192001"/>
              <a:gd name="connsiteY259" fmla="*/ 128402 h 586467"/>
              <a:gd name="connsiteX260" fmla="*/ 3699616 w 12192001"/>
              <a:gd name="connsiteY260" fmla="*/ 206239 h 586467"/>
              <a:gd name="connsiteX261" fmla="*/ 3700830 w 12192001"/>
              <a:gd name="connsiteY261" fmla="*/ 218372 h 586467"/>
              <a:gd name="connsiteX262" fmla="*/ 3714682 w 12192001"/>
              <a:gd name="connsiteY262" fmla="*/ 218372 h 586467"/>
              <a:gd name="connsiteX263" fmla="*/ 3714690 w 12192001"/>
              <a:gd name="connsiteY263" fmla="*/ 217583 h 586467"/>
              <a:gd name="connsiteX264" fmla="*/ 3715356 w 12192001"/>
              <a:gd name="connsiteY264" fmla="*/ 155479 h 586467"/>
              <a:gd name="connsiteX265" fmla="*/ 3714785 w 12192001"/>
              <a:gd name="connsiteY265" fmla="*/ 65001 h 586467"/>
              <a:gd name="connsiteX266" fmla="*/ 3745058 w 12192001"/>
              <a:gd name="connsiteY266" fmla="*/ 153177 h 586467"/>
              <a:gd name="connsiteX267" fmla="*/ 3764900 w 12192001"/>
              <a:gd name="connsiteY267" fmla="*/ 214048 h 586467"/>
              <a:gd name="connsiteX268" fmla="*/ 3766313 w 12192001"/>
              <a:gd name="connsiteY268" fmla="*/ 218372 h 586467"/>
              <a:gd name="connsiteX269" fmla="*/ 3795172 w 12192001"/>
              <a:gd name="connsiteY269" fmla="*/ 218372 h 586467"/>
              <a:gd name="connsiteX270" fmla="*/ 3793903 w 12192001"/>
              <a:gd name="connsiteY270" fmla="*/ 198810 h 586467"/>
              <a:gd name="connsiteX271" fmla="*/ 3792468 w 12192001"/>
              <a:gd name="connsiteY271" fmla="*/ 166014 h 586467"/>
              <a:gd name="connsiteX272" fmla="*/ 3792405 w 12192001"/>
              <a:gd name="connsiteY272" fmla="*/ 76940 h 586467"/>
              <a:gd name="connsiteX273" fmla="*/ 3822107 w 12192001"/>
              <a:gd name="connsiteY273" fmla="*/ 163244 h 586467"/>
              <a:gd name="connsiteX274" fmla="*/ 3834326 w 12192001"/>
              <a:gd name="connsiteY274" fmla="*/ 194605 h 586467"/>
              <a:gd name="connsiteX275" fmla="*/ 3844139 w 12192001"/>
              <a:gd name="connsiteY275" fmla="*/ 218372 h 586467"/>
              <a:gd name="connsiteX276" fmla="*/ 3906964 w 12192001"/>
              <a:gd name="connsiteY276" fmla="*/ 218372 h 586467"/>
              <a:gd name="connsiteX277" fmla="*/ 3907470 w 12192001"/>
              <a:gd name="connsiteY277" fmla="*/ 210570 h 586467"/>
              <a:gd name="connsiteX278" fmla="*/ 3912167 w 12192001"/>
              <a:gd name="connsiteY278" fmla="*/ 216188 h 586467"/>
              <a:gd name="connsiteX279" fmla="*/ 3914032 w 12192001"/>
              <a:gd name="connsiteY279" fmla="*/ 218372 h 586467"/>
              <a:gd name="connsiteX280" fmla="*/ 4022706 w 12192001"/>
              <a:gd name="connsiteY280" fmla="*/ 218372 h 586467"/>
              <a:gd name="connsiteX281" fmla="*/ 4029517 w 12192001"/>
              <a:gd name="connsiteY281" fmla="*/ 149315 h 586467"/>
              <a:gd name="connsiteX282" fmla="*/ 4033642 w 12192001"/>
              <a:gd name="connsiteY282" fmla="*/ 135308 h 586467"/>
              <a:gd name="connsiteX283" fmla="*/ 4037704 w 12192001"/>
              <a:gd name="connsiteY283" fmla="*/ 149315 h 586467"/>
              <a:gd name="connsiteX284" fmla="*/ 4044548 w 12192001"/>
              <a:gd name="connsiteY284" fmla="*/ 218372 h 586467"/>
              <a:gd name="connsiteX285" fmla="*/ 4153254 w 12192001"/>
              <a:gd name="connsiteY285" fmla="*/ 218372 h 586467"/>
              <a:gd name="connsiteX286" fmla="*/ 4155118 w 12192001"/>
              <a:gd name="connsiteY286" fmla="*/ 216188 h 586467"/>
              <a:gd name="connsiteX287" fmla="*/ 4159751 w 12192001"/>
              <a:gd name="connsiteY287" fmla="*/ 210648 h 586467"/>
              <a:gd name="connsiteX288" fmla="*/ 4160283 w 12192001"/>
              <a:gd name="connsiteY288" fmla="*/ 218372 h 586467"/>
              <a:gd name="connsiteX289" fmla="*/ 4223123 w 12192001"/>
              <a:gd name="connsiteY289" fmla="*/ 218372 h 586467"/>
              <a:gd name="connsiteX290" fmla="*/ 4232934 w 12192001"/>
              <a:gd name="connsiteY290" fmla="*/ 194605 h 586467"/>
              <a:gd name="connsiteX291" fmla="*/ 4245178 w 12192001"/>
              <a:gd name="connsiteY291" fmla="*/ 163244 h 586467"/>
              <a:gd name="connsiteX292" fmla="*/ 4274881 w 12192001"/>
              <a:gd name="connsiteY292" fmla="*/ 76940 h 586467"/>
              <a:gd name="connsiteX293" fmla="*/ 4274817 w 12192001"/>
              <a:gd name="connsiteY293" fmla="*/ 166014 h 586467"/>
              <a:gd name="connsiteX294" fmla="*/ 4273382 w 12192001"/>
              <a:gd name="connsiteY294" fmla="*/ 198810 h 586467"/>
              <a:gd name="connsiteX295" fmla="*/ 4272114 w 12192001"/>
              <a:gd name="connsiteY295" fmla="*/ 218372 h 586467"/>
              <a:gd name="connsiteX296" fmla="*/ 4302946 w 12192001"/>
              <a:gd name="connsiteY296" fmla="*/ 218372 h 586467"/>
              <a:gd name="connsiteX297" fmla="*/ 4345964 w 12192001"/>
              <a:gd name="connsiteY297" fmla="*/ 90946 h 586467"/>
              <a:gd name="connsiteX298" fmla="*/ 4350088 w 12192001"/>
              <a:gd name="connsiteY298" fmla="*/ 218372 h 586467"/>
              <a:gd name="connsiteX299" fmla="*/ 4366405 w 12192001"/>
              <a:gd name="connsiteY299" fmla="*/ 218372 h 586467"/>
              <a:gd name="connsiteX300" fmla="*/ 4367606 w 12192001"/>
              <a:gd name="connsiteY300" fmla="*/ 206239 h 586467"/>
              <a:gd name="connsiteX301" fmla="*/ 4379347 w 12192001"/>
              <a:gd name="connsiteY301" fmla="*/ 128402 h 586467"/>
              <a:gd name="connsiteX302" fmla="*/ 4397499 w 12192001"/>
              <a:gd name="connsiteY302" fmla="*/ 205264 h 586467"/>
              <a:gd name="connsiteX303" fmla="*/ 4401285 w 12192001"/>
              <a:gd name="connsiteY303" fmla="*/ 218372 h 586467"/>
              <a:gd name="connsiteX304" fmla="*/ 4457415 w 12192001"/>
              <a:gd name="connsiteY304" fmla="*/ 218372 h 586467"/>
              <a:gd name="connsiteX305" fmla="*/ 4459442 w 12192001"/>
              <a:gd name="connsiteY305" fmla="*/ 209438 h 586467"/>
              <a:gd name="connsiteX306" fmla="*/ 4479054 w 12192001"/>
              <a:gd name="connsiteY306" fmla="*/ 148730 h 586467"/>
              <a:gd name="connsiteX307" fmla="*/ 4507296 w 12192001"/>
              <a:gd name="connsiteY307" fmla="*/ 90284 h 586467"/>
              <a:gd name="connsiteX308" fmla="*/ 4518340 w 12192001"/>
              <a:gd name="connsiteY308" fmla="*/ 71595 h 586467"/>
              <a:gd name="connsiteX309" fmla="*/ 4522592 w 12192001"/>
              <a:gd name="connsiteY309" fmla="*/ 64689 h 586467"/>
              <a:gd name="connsiteX310" fmla="*/ 4520816 w 12192001"/>
              <a:gd name="connsiteY310" fmla="*/ 72102 h 586467"/>
              <a:gd name="connsiteX311" fmla="*/ 4516309 w 12192001"/>
              <a:gd name="connsiteY311" fmla="*/ 91844 h 586467"/>
              <a:gd name="connsiteX312" fmla="*/ 4508629 w 12192001"/>
              <a:gd name="connsiteY312" fmla="*/ 151851 h 586467"/>
              <a:gd name="connsiteX313" fmla="*/ 4509835 w 12192001"/>
              <a:gd name="connsiteY313" fmla="*/ 211428 h 586467"/>
              <a:gd name="connsiteX314" fmla="*/ 4510629 w 12192001"/>
              <a:gd name="connsiteY314" fmla="*/ 218372 h 586467"/>
              <a:gd name="connsiteX315" fmla="*/ 4569056 w 12192001"/>
              <a:gd name="connsiteY315" fmla="*/ 218372 h 586467"/>
              <a:gd name="connsiteX316" fmla="*/ 4576152 w 12192001"/>
              <a:gd name="connsiteY316" fmla="*/ 201907 h 586467"/>
              <a:gd name="connsiteX317" fmla="*/ 4588408 w 12192001"/>
              <a:gd name="connsiteY317" fmla="*/ 170501 h 586467"/>
              <a:gd name="connsiteX318" fmla="*/ 4615382 w 12192001"/>
              <a:gd name="connsiteY318" fmla="*/ 83495 h 586467"/>
              <a:gd name="connsiteX319" fmla="*/ 4618110 w 12192001"/>
              <a:gd name="connsiteY319" fmla="*/ 173193 h 586467"/>
              <a:gd name="connsiteX320" fmla="*/ 4616578 w 12192001"/>
              <a:gd name="connsiteY320" fmla="*/ 206300 h 586467"/>
              <a:gd name="connsiteX321" fmla="*/ 4615559 w 12192001"/>
              <a:gd name="connsiteY321" fmla="*/ 218372 h 586467"/>
              <a:gd name="connsiteX322" fmla="*/ 4674083 w 12192001"/>
              <a:gd name="connsiteY322" fmla="*/ 218372 h 586467"/>
              <a:gd name="connsiteX323" fmla="*/ 4673897 w 12192001"/>
              <a:gd name="connsiteY323" fmla="*/ 215486 h 586467"/>
              <a:gd name="connsiteX324" fmla="*/ 4674469 w 12192001"/>
              <a:gd name="connsiteY324" fmla="*/ 145335 h 586467"/>
              <a:gd name="connsiteX325" fmla="*/ 4683734 w 12192001"/>
              <a:gd name="connsiteY325" fmla="*/ 76043 h 586467"/>
              <a:gd name="connsiteX326" fmla="*/ 4688623 w 12192001"/>
              <a:gd name="connsiteY326" fmla="*/ 53452 h 586467"/>
              <a:gd name="connsiteX327" fmla="*/ 4690525 w 12192001"/>
              <a:gd name="connsiteY327" fmla="*/ 44947 h 586467"/>
              <a:gd name="connsiteX328" fmla="*/ 4691161 w 12192001"/>
              <a:gd name="connsiteY328" fmla="*/ 53569 h 586467"/>
              <a:gd name="connsiteX329" fmla="*/ 4693064 w 12192001"/>
              <a:gd name="connsiteY329" fmla="*/ 76237 h 586467"/>
              <a:gd name="connsiteX330" fmla="*/ 4704299 w 12192001"/>
              <a:gd name="connsiteY330" fmla="*/ 144282 h 586467"/>
              <a:gd name="connsiteX331" fmla="*/ 4723973 w 12192001"/>
              <a:gd name="connsiteY331" fmla="*/ 210843 h 586467"/>
              <a:gd name="connsiteX332" fmla="*/ 4726805 w 12192001"/>
              <a:gd name="connsiteY332" fmla="*/ 218372 h 586467"/>
              <a:gd name="connsiteX333" fmla="*/ 4769623 w 12192001"/>
              <a:gd name="connsiteY333" fmla="*/ 218372 h 586467"/>
              <a:gd name="connsiteX334" fmla="*/ 4778300 w 12192001"/>
              <a:gd name="connsiteY334" fmla="*/ 195393 h 586467"/>
              <a:gd name="connsiteX335" fmla="*/ 4813651 w 12192001"/>
              <a:gd name="connsiteY335" fmla="*/ 128597 h 586467"/>
              <a:gd name="connsiteX336" fmla="*/ 4807939 w 12192001"/>
              <a:gd name="connsiteY336" fmla="*/ 198436 h 586467"/>
              <a:gd name="connsiteX337" fmla="*/ 4808877 w 12192001"/>
              <a:gd name="connsiteY337" fmla="*/ 218372 h 586467"/>
              <a:gd name="connsiteX338" fmla="*/ 4824571 w 12192001"/>
              <a:gd name="connsiteY338" fmla="*/ 218372 h 586467"/>
              <a:gd name="connsiteX339" fmla="*/ 4825870 w 12192001"/>
              <a:gd name="connsiteY339" fmla="*/ 212982 h 586467"/>
              <a:gd name="connsiteX340" fmla="*/ 4843863 w 12192001"/>
              <a:gd name="connsiteY340" fmla="*/ 130002 h 586467"/>
              <a:gd name="connsiteX341" fmla="*/ 4859284 w 12192001"/>
              <a:gd name="connsiteY341" fmla="*/ 38509 h 586467"/>
              <a:gd name="connsiteX342" fmla="*/ 4863791 w 12192001"/>
              <a:gd name="connsiteY342" fmla="*/ 64025 h 586467"/>
              <a:gd name="connsiteX343" fmla="*/ 4857380 w 12192001"/>
              <a:gd name="connsiteY343" fmla="*/ 25985 h 586467"/>
              <a:gd name="connsiteX344" fmla="*/ 4901617 w 12192001"/>
              <a:gd name="connsiteY344" fmla="*/ 124188 h 586467"/>
              <a:gd name="connsiteX345" fmla="*/ 4935318 w 12192001"/>
              <a:gd name="connsiteY345" fmla="*/ 215700 h 586467"/>
              <a:gd name="connsiteX346" fmla="*/ 4936197 w 12192001"/>
              <a:gd name="connsiteY346" fmla="*/ 218372 h 586467"/>
              <a:gd name="connsiteX347" fmla="*/ 4964971 w 12192001"/>
              <a:gd name="connsiteY347" fmla="*/ 218372 h 586467"/>
              <a:gd name="connsiteX348" fmla="*/ 4966060 w 12192001"/>
              <a:gd name="connsiteY348" fmla="*/ 193476 h 586467"/>
              <a:gd name="connsiteX349" fmla="*/ 4972953 w 12192001"/>
              <a:gd name="connsiteY349" fmla="*/ 114161 h 586467"/>
              <a:gd name="connsiteX350" fmla="*/ 4992565 w 12192001"/>
              <a:gd name="connsiteY350" fmla="*/ 0 h 586467"/>
              <a:gd name="connsiteX351" fmla="*/ 5002846 w 12192001"/>
              <a:gd name="connsiteY351" fmla="*/ 114044 h 586467"/>
              <a:gd name="connsiteX352" fmla="*/ 5022089 w 12192001"/>
              <a:gd name="connsiteY352" fmla="*/ 217067 h 586467"/>
              <a:gd name="connsiteX353" fmla="*/ 5022398 w 12192001"/>
              <a:gd name="connsiteY353" fmla="*/ 218372 h 586467"/>
              <a:gd name="connsiteX354" fmla="*/ 5062234 w 12192001"/>
              <a:gd name="connsiteY354" fmla="*/ 218372 h 586467"/>
              <a:gd name="connsiteX355" fmla="*/ 5063332 w 12192001"/>
              <a:gd name="connsiteY355" fmla="*/ 213925 h 586467"/>
              <a:gd name="connsiteX356" fmla="*/ 5068344 w 12192001"/>
              <a:gd name="connsiteY356" fmla="*/ 192155 h 586467"/>
              <a:gd name="connsiteX357" fmla="*/ 5077547 w 12192001"/>
              <a:gd name="connsiteY357" fmla="*/ 125086 h 586467"/>
              <a:gd name="connsiteX358" fmla="*/ 5076786 w 12192001"/>
              <a:gd name="connsiteY358" fmla="*/ 57120 h 586467"/>
              <a:gd name="connsiteX359" fmla="*/ 5074374 w 12192001"/>
              <a:gd name="connsiteY359" fmla="*/ 34607 h 586467"/>
              <a:gd name="connsiteX360" fmla="*/ 5073359 w 12192001"/>
              <a:gd name="connsiteY360" fmla="*/ 26024 h 586467"/>
              <a:gd name="connsiteX361" fmla="*/ 5076912 w 12192001"/>
              <a:gd name="connsiteY361" fmla="*/ 34256 h 586467"/>
              <a:gd name="connsiteX362" fmla="*/ 5086053 w 12192001"/>
              <a:gd name="connsiteY362" fmla="*/ 56105 h 586467"/>
              <a:gd name="connsiteX363" fmla="*/ 5107376 w 12192001"/>
              <a:gd name="connsiteY363" fmla="*/ 123837 h 586467"/>
              <a:gd name="connsiteX364" fmla="*/ 5118801 w 12192001"/>
              <a:gd name="connsiteY364" fmla="*/ 193364 h 586467"/>
              <a:gd name="connsiteX365" fmla="*/ 5120451 w 12192001"/>
              <a:gd name="connsiteY365" fmla="*/ 216539 h 586467"/>
              <a:gd name="connsiteX366" fmla="*/ 5120556 w 12192001"/>
              <a:gd name="connsiteY366" fmla="*/ 218372 h 586467"/>
              <a:gd name="connsiteX367" fmla="*/ 5135777 w 12192001"/>
              <a:gd name="connsiteY367" fmla="*/ 218372 h 586467"/>
              <a:gd name="connsiteX368" fmla="*/ 5138159 w 12192001"/>
              <a:gd name="connsiteY368" fmla="*/ 211546 h 586467"/>
              <a:gd name="connsiteX369" fmla="*/ 5159229 w 12192001"/>
              <a:gd name="connsiteY369" fmla="*/ 167301 h 586467"/>
              <a:gd name="connsiteX370" fmla="*/ 5170399 w 12192001"/>
              <a:gd name="connsiteY370" fmla="*/ 147754 h 586467"/>
              <a:gd name="connsiteX371" fmla="*/ 5167860 w 12192001"/>
              <a:gd name="connsiteY371" fmla="*/ 214081 h 586467"/>
              <a:gd name="connsiteX372" fmla="*/ 5168316 w 12192001"/>
              <a:gd name="connsiteY372" fmla="*/ 218372 h 586467"/>
              <a:gd name="connsiteX373" fmla="*/ 5187343 w 12192001"/>
              <a:gd name="connsiteY373" fmla="*/ 218372 h 586467"/>
              <a:gd name="connsiteX374" fmla="*/ 5224219 w 12192001"/>
              <a:gd name="connsiteY374" fmla="*/ 44869 h 586467"/>
              <a:gd name="connsiteX375" fmla="*/ 5238944 w 12192001"/>
              <a:gd name="connsiteY375" fmla="*/ 207175 h 586467"/>
              <a:gd name="connsiteX376" fmla="*/ 5245608 w 12192001"/>
              <a:gd name="connsiteY376" fmla="*/ 186302 h 586467"/>
              <a:gd name="connsiteX377" fmla="*/ 5273660 w 12192001"/>
              <a:gd name="connsiteY377" fmla="*/ 109128 h 586467"/>
              <a:gd name="connsiteX378" fmla="*/ 5275374 w 12192001"/>
              <a:gd name="connsiteY378" fmla="*/ 188136 h 586467"/>
              <a:gd name="connsiteX379" fmla="*/ 5277877 w 12192001"/>
              <a:gd name="connsiteY379" fmla="*/ 218372 h 586467"/>
              <a:gd name="connsiteX380" fmla="*/ 5313344 w 12192001"/>
              <a:gd name="connsiteY380" fmla="*/ 218372 h 586467"/>
              <a:gd name="connsiteX381" fmla="*/ 5313796 w 12192001"/>
              <a:gd name="connsiteY381" fmla="*/ 217027 h 586467"/>
              <a:gd name="connsiteX382" fmla="*/ 5327670 w 12192001"/>
              <a:gd name="connsiteY382" fmla="*/ 165974 h 586467"/>
              <a:gd name="connsiteX383" fmla="*/ 5338396 w 12192001"/>
              <a:gd name="connsiteY383" fmla="*/ 89932 h 586467"/>
              <a:gd name="connsiteX384" fmla="*/ 5357563 w 12192001"/>
              <a:gd name="connsiteY384" fmla="*/ 166209 h 586467"/>
              <a:gd name="connsiteX385" fmla="*/ 5363466 w 12192001"/>
              <a:gd name="connsiteY385" fmla="*/ 211663 h 586467"/>
              <a:gd name="connsiteX386" fmla="*/ 5363961 w 12192001"/>
              <a:gd name="connsiteY386" fmla="*/ 218372 h 586467"/>
              <a:gd name="connsiteX387" fmla="*/ 5366689 w 12192001"/>
              <a:gd name="connsiteY387" fmla="*/ 218372 h 586467"/>
              <a:gd name="connsiteX388" fmla="*/ 5366838 w 12192001"/>
              <a:gd name="connsiteY388" fmla="*/ 216393 h 586467"/>
              <a:gd name="connsiteX389" fmla="*/ 5367464 w 12192001"/>
              <a:gd name="connsiteY389" fmla="*/ 210609 h 586467"/>
              <a:gd name="connsiteX390" fmla="*/ 5383521 w 12192001"/>
              <a:gd name="connsiteY390" fmla="*/ 144945 h 586467"/>
              <a:gd name="connsiteX391" fmla="*/ 5403260 w 12192001"/>
              <a:gd name="connsiteY391" fmla="*/ 102067 h 586467"/>
              <a:gd name="connsiteX392" fmla="*/ 5414303 w 12192001"/>
              <a:gd name="connsiteY392" fmla="*/ 83378 h 586467"/>
              <a:gd name="connsiteX393" fmla="*/ 5413351 w 12192001"/>
              <a:gd name="connsiteY393" fmla="*/ 146779 h 586467"/>
              <a:gd name="connsiteX394" fmla="*/ 5421411 w 12192001"/>
              <a:gd name="connsiteY394" fmla="*/ 189150 h 586467"/>
              <a:gd name="connsiteX395" fmla="*/ 5427187 w 12192001"/>
              <a:gd name="connsiteY395" fmla="*/ 207917 h 586467"/>
              <a:gd name="connsiteX396" fmla="*/ 5428935 w 12192001"/>
              <a:gd name="connsiteY396" fmla="*/ 212690 h 586467"/>
              <a:gd name="connsiteX397" fmla="*/ 5431232 w 12192001"/>
              <a:gd name="connsiteY397" fmla="*/ 218372 h 586467"/>
              <a:gd name="connsiteX398" fmla="*/ 5472367 w 12192001"/>
              <a:gd name="connsiteY398" fmla="*/ 218372 h 586467"/>
              <a:gd name="connsiteX399" fmla="*/ 5473010 w 12192001"/>
              <a:gd name="connsiteY399" fmla="*/ 216813 h 586467"/>
              <a:gd name="connsiteX400" fmla="*/ 5493509 w 12192001"/>
              <a:gd name="connsiteY400" fmla="*/ 160356 h 586467"/>
              <a:gd name="connsiteX401" fmla="*/ 5509440 w 12192001"/>
              <a:gd name="connsiteY401" fmla="*/ 102730 h 586467"/>
              <a:gd name="connsiteX402" fmla="*/ 5523402 w 12192001"/>
              <a:gd name="connsiteY402" fmla="*/ 161176 h 586467"/>
              <a:gd name="connsiteX403" fmla="*/ 5531998 w 12192001"/>
              <a:gd name="connsiteY403" fmla="*/ 215455 h 586467"/>
              <a:gd name="connsiteX404" fmla="*/ 5532342 w 12192001"/>
              <a:gd name="connsiteY404" fmla="*/ 218372 h 586467"/>
              <a:gd name="connsiteX405" fmla="*/ 5535689 w 12192001"/>
              <a:gd name="connsiteY405" fmla="*/ 218372 h 586467"/>
              <a:gd name="connsiteX406" fmla="*/ 5537834 w 12192001"/>
              <a:gd name="connsiteY406" fmla="*/ 213428 h 586467"/>
              <a:gd name="connsiteX407" fmla="*/ 5539523 w 12192001"/>
              <a:gd name="connsiteY407" fmla="*/ 209361 h 586467"/>
              <a:gd name="connsiteX408" fmla="*/ 5566179 w 12192001"/>
              <a:gd name="connsiteY408" fmla="*/ 128441 h 586467"/>
              <a:gd name="connsiteX409" fmla="*/ 5580460 w 12192001"/>
              <a:gd name="connsiteY409" fmla="*/ 45064 h 586467"/>
              <a:gd name="connsiteX410" fmla="*/ 5596072 w 12192001"/>
              <a:gd name="connsiteY410" fmla="*/ 129417 h 586467"/>
              <a:gd name="connsiteX411" fmla="*/ 5598738 w 12192001"/>
              <a:gd name="connsiteY411" fmla="*/ 215408 h 586467"/>
              <a:gd name="connsiteX412" fmla="*/ 5598560 w 12192001"/>
              <a:gd name="connsiteY412" fmla="*/ 218372 h 586467"/>
              <a:gd name="connsiteX413" fmla="*/ 5599732 w 12192001"/>
              <a:gd name="connsiteY413" fmla="*/ 218372 h 586467"/>
              <a:gd name="connsiteX414" fmla="*/ 5606941 w 12192001"/>
              <a:gd name="connsiteY414" fmla="*/ 196071 h 586467"/>
              <a:gd name="connsiteX415" fmla="*/ 5618539 w 12192001"/>
              <a:gd name="connsiteY415" fmla="*/ 163555 h 586467"/>
              <a:gd name="connsiteX416" fmla="*/ 5649765 w 12192001"/>
              <a:gd name="connsiteY416" fmla="*/ 89854 h 586467"/>
              <a:gd name="connsiteX417" fmla="*/ 5648242 w 12192001"/>
              <a:gd name="connsiteY417" fmla="*/ 166014 h 586467"/>
              <a:gd name="connsiteX418" fmla="*/ 5651027 w 12192001"/>
              <a:gd name="connsiteY418" fmla="*/ 217998 h 586467"/>
              <a:gd name="connsiteX419" fmla="*/ 5651060 w 12192001"/>
              <a:gd name="connsiteY419" fmla="*/ 218372 h 586467"/>
              <a:gd name="connsiteX420" fmla="*/ 5700101 w 12192001"/>
              <a:gd name="connsiteY420" fmla="*/ 218372 h 586467"/>
              <a:gd name="connsiteX421" fmla="*/ 5701852 w 12192001"/>
              <a:gd name="connsiteY421" fmla="*/ 212027 h 586467"/>
              <a:gd name="connsiteX422" fmla="*/ 5703712 w 12192001"/>
              <a:gd name="connsiteY422" fmla="*/ 204757 h 586467"/>
              <a:gd name="connsiteX423" fmla="*/ 5719643 w 12192001"/>
              <a:gd name="connsiteY423" fmla="*/ 119117 h 586467"/>
              <a:gd name="connsiteX424" fmla="*/ 5725164 w 12192001"/>
              <a:gd name="connsiteY424" fmla="*/ 32110 h 586467"/>
              <a:gd name="connsiteX425" fmla="*/ 5749535 w 12192001"/>
              <a:gd name="connsiteY425" fmla="*/ 118453 h 586467"/>
              <a:gd name="connsiteX426" fmla="*/ 5763498 w 12192001"/>
              <a:gd name="connsiteY426" fmla="*/ 206708 h 586467"/>
              <a:gd name="connsiteX427" fmla="*/ 5763916 w 12192001"/>
              <a:gd name="connsiteY427" fmla="*/ 211154 h 586467"/>
              <a:gd name="connsiteX428" fmla="*/ 5764492 w 12192001"/>
              <a:gd name="connsiteY428" fmla="*/ 218372 h 586467"/>
              <a:gd name="connsiteX429" fmla="*/ 5781430 w 12192001"/>
              <a:gd name="connsiteY429" fmla="*/ 218372 h 586467"/>
              <a:gd name="connsiteX430" fmla="*/ 5793518 w 12192001"/>
              <a:gd name="connsiteY430" fmla="*/ 175182 h 586467"/>
              <a:gd name="connsiteX431" fmla="*/ 5808877 w 12192001"/>
              <a:gd name="connsiteY431" fmla="*/ 96331 h 586467"/>
              <a:gd name="connsiteX432" fmla="*/ 5823410 w 12192001"/>
              <a:gd name="connsiteY432" fmla="*/ 175923 h 586467"/>
              <a:gd name="connsiteX433" fmla="*/ 5826821 w 12192001"/>
              <a:gd name="connsiteY433" fmla="*/ 205464 h 586467"/>
              <a:gd name="connsiteX434" fmla="*/ 5827878 w 12192001"/>
              <a:gd name="connsiteY434" fmla="*/ 218372 h 586467"/>
              <a:gd name="connsiteX435" fmla="*/ 5854340 w 12192001"/>
              <a:gd name="connsiteY435" fmla="*/ 218372 h 586467"/>
              <a:gd name="connsiteX436" fmla="*/ 5860856 w 12192001"/>
              <a:gd name="connsiteY436" fmla="*/ 206122 h 586467"/>
              <a:gd name="connsiteX437" fmla="*/ 5892590 w 12192001"/>
              <a:gd name="connsiteY437" fmla="*/ 156454 h 586467"/>
              <a:gd name="connsiteX438" fmla="*/ 5931114 w 12192001"/>
              <a:gd name="connsiteY438" fmla="*/ 109830 h 586467"/>
              <a:gd name="connsiteX439" fmla="*/ 5950535 w 12192001"/>
              <a:gd name="connsiteY439" fmla="*/ 89815 h 586467"/>
              <a:gd name="connsiteX440" fmla="*/ 5920896 w 12192001"/>
              <a:gd name="connsiteY440" fmla="*/ 163088 h 586467"/>
              <a:gd name="connsiteX441" fmla="*/ 5909979 w 12192001"/>
              <a:gd name="connsiteY441" fmla="*/ 214121 h 586467"/>
              <a:gd name="connsiteX442" fmla="*/ 5909469 w 12192001"/>
              <a:gd name="connsiteY442" fmla="*/ 218372 h 586467"/>
              <a:gd name="connsiteX443" fmla="*/ 5930597 w 12192001"/>
              <a:gd name="connsiteY443" fmla="*/ 218372 h 586467"/>
              <a:gd name="connsiteX444" fmla="*/ 5979984 w 12192001"/>
              <a:gd name="connsiteY444" fmla="*/ 141356 h 586467"/>
              <a:gd name="connsiteX445" fmla="*/ 5969615 w 12192001"/>
              <a:gd name="connsiteY445" fmla="*/ 218372 h 586467"/>
              <a:gd name="connsiteX446" fmla="*/ 5990637 w 12192001"/>
              <a:gd name="connsiteY446" fmla="*/ 218372 h 586467"/>
              <a:gd name="connsiteX447" fmla="*/ 5993946 w 12192001"/>
              <a:gd name="connsiteY447" fmla="*/ 199763 h 586467"/>
              <a:gd name="connsiteX448" fmla="*/ 5998579 w 12192001"/>
              <a:gd name="connsiteY448" fmla="*/ 134099 h 586467"/>
              <a:gd name="connsiteX449" fmla="*/ 5989757 w 12192001"/>
              <a:gd name="connsiteY449" fmla="*/ 68240 h 586467"/>
              <a:gd name="connsiteX450" fmla="*/ 5982903 w 12192001"/>
              <a:gd name="connsiteY450" fmla="*/ 46703 h 586467"/>
              <a:gd name="connsiteX451" fmla="*/ 5980047 w 12192001"/>
              <a:gd name="connsiteY451" fmla="*/ 38665 h 586467"/>
              <a:gd name="connsiteX452" fmla="*/ 5985315 w 12192001"/>
              <a:gd name="connsiteY452" fmla="*/ 46078 h 586467"/>
              <a:gd name="connsiteX453" fmla="*/ 5998706 w 12192001"/>
              <a:gd name="connsiteY453" fmla="*/ 66445 h 586467"/>
              <a:gd name="connsiteX454" fmla="*/ 6028282 w 12192001"/>
              <a:gd name="connsiteY454" fmla="*/ 131680 h 586467"/>
              <a:gd name="connsiteX455" fmla="*/ 6039071 w 12192001"/>
              <a:gd name="connsiteY455" fmla="*/ 171437 h 586467"/>
              <a:gd name="connsiteX456" fmla="*/ 6040848 w 12192001"/>
              <a:gd name="connsiteY456" fmla="*/ 161332 h 586467"/>
              <a:gd name="connsiteX457" fmla="*/ 6058746 w 12192001"/>
              <a:gd name="connsiteY457" fmla="*/ 100155 h 586467"/>
              <a:gd name="connsiteX458" fmla="*/ 6066679 w 12192001"/>
              <a:gd name="connsiteY458" fmla="*/ 80452 h 586467"/>
              <a:gd name="connsiteX459" fmla="*/ 6069789 w 12192001"/>
              <a:gd name="connsiteY459" fmla="*/ 73038 h 586467"/>
              <a:gd name="connsiteX460" fmla="*/ 6069218 w 12192001"/>
              <a:gd name="connsiteY460" fmla="*/ 80764 h 586467"/>
              <a:gd name="connsiteX461" fmla="*/ 6068012 w 12192001"/>
              <a:gd name="connsiteY461" fmla="*/ 101013 h 586467"/>
              <a:gd name="connsiteX462" fmla="*/ 6070806 w 12192001"/>
              <a:gd name="connsiteY462" fmla="*/ 161956 h 586467"/>
              <a:gd name="connsiteX463" fmla="*/ 6076319 w 12192001"/>
              <a:gd name="connsiteY463" fmla="*/ 194042 h 586467"/>
              <a:gd name="connsiteX464" fmla="*/ 6082310 w 12192001"/>
              <a:gd name="connsiteY464" fmla="*/ 218372 h 586467"/>
              <a:gd name="connsiteX465" fmla="*/ 6118430 w 12192001"/>
              <a:gd name="connsiteY465" fmla="*/ 218372 h 586467"/>
              <a:gd name="connsiteX466" fmla="*/ 6108060 w 12192001"/>
              <a:gd name="connsiteY466" fmla="*/ 141356 h 586467"/>
              <a:gd name="connsiteX467" fmla="*/ 6157447 w 12192001"/>
              <a:gd name="connsiteY467" fmla="*/ 218372 h 586467"/>
              <a:gd name="connsiteX468" fmla="*/ 6178574 w 12192001"/>
              <a:gd name="connsiteY468" fmla="*/ 218372 h 586467"/>
              <a:gd name="connsiteX469" fmla="*/ 6178064 w 12192001"/>
              <a:gd name="connsiteY469" fmla="*/ 214121 h 586467"/>
              <a:gd name="connsiteX470" fmla="*/ 6167084 w 12192001"/>
              <a:gd name="connsiteY470" fmla="*/ 163088 h 586467"/>
              <a:gd name="connsiteX471" fmla="*/ 6137509 w 12192001"/>
              <a:gd name="connsiteY471" fmla="*/ 89815 h 586467"/>
              <a:gd name="connsiteX472" fmla="*/ 6156866 w 12192001"/>
              <a:gd name="connsiteY472" fmla="*/ 109830 h 586467"/>
              <a:gd name="connsiteX473" fmla="*/ 6195390 w 12192001"/>
              <a:gd name="connsiteY473" fmla="*/ 156454 h 586467"/>
              <a:gd name="connsiteX474" fmla="*/ 6227124 w 12192001"/>
              <a:gd name="connsiteY474" fmla="*/ 206122 h 586467"/>
              <a:gd name="connsiteX475" fmla="*/ 6233681 w 12192001"/>
              <a:gd name="connsiteY475" fmla="*/ 218372 h 586467"/>
              <a:gd name="connsiteX476" fmla="*/ 6260148 w 12192001"/>
              <a:gd name="connsiteY476" fmla="*/ 218372 h 586467"/>
              <a:gd name="connsiteX477" fmla="*/ 6261196 w 12192001"/>
              <a:gd name="connsiteY477" fmla="*/ 205464 h 586467"/>
              <a:gd name="connsiteX478" fmla="*/ 6264569 w 12192001"/>
              <a:gd name="connsiteY478" fmla="*/ 175923 h 586467"/>
              <a:gd name="connsiteX479" fmla="*/ 6279167 w 12192001"/>
              <a:gd name="connsiteY479" fmla="*/ 96331 h 586467"/>
              <a:gd name="connsiteX480" fmla="*/ 6294526 w 12192001"/>
              <a:gd name="connsiteY480" fmla="*/ 175182 h 586467"/>
              <a:gd name="connsiteX481" fmla="*/ 6306569 w 12192001"/>
              <a:gd name="connsiteY481" fmla="*/ 218372 h 586467"/>
              <a:gd name="connsiteX482" fmla="*/ 6323511 w 12192001"/>
              <a:gd name="connsiteY482" fmla="*/ 218372 h 586467"/>
              <a:gd name="connsiteX483" fmla="*/ 6324075 w 12192001"/>
              <a:gd name="connsiteY483" fmla="*/ 211154 h 586467"/>
              <a:gd name="connsiteX484" fmla="*/ 6324482 w 12192001"/>
              <a:gd name="connsiteY484" fmla="*/ 206708 h 586467"/>
              <a:gd name="connsiteX485" fmla="*/ 6338445 w 12192001"/>
              <a:gd name="connsiteY485" fmla="*/ 118453 h 586467"/>
              <a:gd name="connsiteX486" fmla="*/ 6362879 w 12192001"/>
              <a:gd name="connsiteY486" fmla="*/ 32188 h 586467"/>
              <a:gd name="connsiteX487" fmla="*/ 6368401 w 12192001"/>
              <a:gd name="connsiteY487" fmla="*/ 119117 h 586467"/>
              <a:gd name="connsiteX488" fmla="*/ 6384268 w 12192001"/>
              <a:gd name="connsiteY488" fmla="*/ 204757 h 586467"/>
              <a:gd name="connsiteX489" fmla="*/ 6386138 w 12192001"/>
              <a:gd name="connsiteY489" fmla="*/ 212027 h 586467"/>
              <a:gd name="connsiteX490" fmla="*/ 6387896 w 12192001"/>
              <a:gd name="connsiteY490" fmla="*/ 218372 h 586467"/>
              <a:gd name="connsiteX491" fmla="*/ 6436976 w 12192001"/>
              <a:gd name="connsiteY491" fmla="*/ 218372 h 586467"/>
              <a:gd name="connsiteX492" fmla="*/ 6437009 w 12192001"/>
              <a:gd name="connsiteY492" fmla="*/ 217998 h 586467"/>
              <a:gd name="connsiteX493" fmla="*/ 6439738 w 12192001"/>
              <a:gd name="connsiteY493" fmla="*/ 166014 h 586467"/>
              <a:gd name="connsiteX494" fmla="*/ 6438278 w 12192001"/>
              <a:gd name="connsiteY494" fmla="*/ 89854 h 586467"/>
              <a:gd name="connsiteX495" fmla="*/ 6469441 w 12192001"/>
              <a:gd name="connsiteY495" fmla="*/ 163555 h 586467"/>
              <a:gd name="connsiteX496" fmla="*/ 6481063 w 12192001"/>
              <a:gd name="connsiteY496" fmla="*/ 196071 h 586467"/>
              <a:gd name="connsiteX497" fmla="*/ 6488253 w 12192001"/>
              <a:gd name="connsiteY497" fmla="*/ 218372 h 586467"/>
              <a:gd name="connsiteX498" fmla="*/ 6489459 w 12192001"/>
              <a:gd name="connsiteY498" fmla="*/ 218372 h 586467"/>
              <a:gd name="connsiteX499" fmla="*/ 6489306 w 12192001"/>
              <a:gd name="connsiteY499" fmla="*/ 215408 h 586467"/>
              <a:gd name="connsiteX500" fmla="*/ 6491971 w 12192001"/>
              <a:gd name="connsiteY500" fmla="*/ 129417 h 586467"/>
              <a:gd name="connsiteX501" fmla="*/ 6507584 w 12192001"/>
              <a:gd name="connsiteY501" fmla="*/ 45064 h 586467"/>
              <a:gd name="connsiteX502" fmla="*/ 6521864 w 12192001"/>
              <a:gd name="connsiteY502" fmla="*/ 128441 h 586467"/>
              <a:gd name="connsiteX503" fmla="*/ 6548457 w 12192001"/>
              <a:gd name="connsiteY503" fmla="*/ 209361 h 586467"/>
              <a:gd name="connsiteX504" fmla="*/ 6550179 w 12192001"/>
              <a:gd name="connsiteY504" fmla="*/ 213428 h 586467"/>
              <a:gd name="connsiteX505" fmla="*/ 6552337 w 12192001"/>
              <a:gd name="connsiteY505" fmla="*/ 218372 h 586467"/>
              <a:gd name="connsiteX506" fmla="*/ 6555643 w 12192001"/>
              <a:gd name="connsiteY506" fmla="*/ 218372 h 586467"/>
              <a:gd name="connsiteX507" fmla="*/ 6555993 w 12192001"/>
              <a:gd name="connsiteY507" fmla="*/ 215455 h 586467"/>
              <a:gd name="connsiteX508" fmla="*/ 6564641 w 12192001"/>
              <a:gd name="connsiteY508" fmla="*/ 161176 h 586467"/>
              <a:gd name="connsiteX509" fmla="*/ 6578604 w 12192001"/>
              <a:gd name="connsiteY509" fmla="*/ 102730 h 586467"/>
              <a:gd name="connsiteX510" fmla="*/ 6594534 w 12192001"/>
              <a:gd name="connsiteY510" fmla="*/ 160356 h 586467"/>
              <a:gd name="connsiteX511" fmla="*/ 6614970 w 12192001"/>
              <a:gd name="connsiteY511" fmla="*/ 216813 h 586467"/>
              <a:gd name="connsiteX512" fmla="*/ 6615614 w 12192001"/>
              <a:gd name="connsiteY512" fmla="*/ 218372 h 586467"/>
              <a:gd name="connsiteX513" fmla="*/ 6656796 w 12192001"/>
              <a:gd name="connsiteY513" fmla="*/ 218372 h 586467"/>
              <a:gd name="connsiteX514" fmla="*/ 6659100 w 12192001"/>
              <a:gd name="connsiteY514" fmla="*/ 212690 h 586467"/>
              <a:gd name="connsiteX515" fmla="*/ 6660857 w 12192001"/>
              <a:gd name="connsiteY515" fmla="*/ 207917 h 586467"/>
              <a:gd name="connsiteX516" fmla="*/ 6666633 w 12192001"/>
              <a:gd name="connsiteY516" fmla="*/ 189150 h 586467"/>
              <a:gd name="connsiteX517" fmla="*/ 6674693 w 12192001"/>
              <a:gd name="connsiteY517" fmla="*/ 146779 h 586467"/>
              <a:gd name="connsiteX518" fmla="*/ 6673741 w 12192001"/>
              <a:gd name="connsiteY518" fmla="*/ 83378 h 586467"/>
              <a:gd name="connsiteX519" fmla="*/ 6684784 w 12192001"/>
              <a:gd name="connsiteY519" fmla="*/ 102067 h 586467"/>
              <a:gd name="connsiteX520" fmla="*/ 6704522 w 12192001"/>
              <a:gd name="connsiteY520" fmla="*/ 144945 h 586467"/>
              <a:gd name="connsiteX521" fmla="*/ 6720579 w 12192001"/>
              <a:gd name="connsiteY521" fmla="*/ 210609 h 586467"/>
              <a:gd name="connsiteX522" fmla="*/ 6721206 w 12192001"/>
              <a:gd name="connsiteY522" fmla="*/ 216393 h 586467"/>
              <a:gd name="connsiteX523" fmla="*/ 6721355 w 12192001"/>
              <a:gd name="connsiteY523" fmla="*/ 218372 h 586467"/>
              <a:gd name="connsiteX524" fmla="*/ 6724058 w 12192001"/>
              <a:gd name="connsiteY524" fmla="*/ 218372 h 586467"/>
              <a:gd name="connsiteX525" fmla="*/ 6724555 w 12192001"/>
              <a:gd name="connsiteY525" fmla="*/ 211663 h 586467"/>
              <a:gd name="connsiteX526" fmla="*/ 6730480 w 12192001"/>
              <a:gd name="connsiteY526" fmla="*/ 166209 h 586467"/>
              <a:gd name="connsiteX527" fmla="*/ 6749583 w 12192001"/>
              <a:gd name="connsiteY527" fmla="*/ 89932 h 586467"/>
              <a:gd name="connsiteX528" fmla="*/ 6760373 w 12192001"/>
              <a:gd name="connsiteY528" fmla="*/ 165974 h 586467"/>
              <a:gd name="connsiteX529" fmla="*/ 6774193 w 12192001"/>
              <a:gd name="connsiteY529" fmla="*/ 217027 h 586467"/>
              <a:gd name="connsiteX530" fmla="*/ 6774644 w 12192001"/>
              <a:gd name="connsiteY530" fmla="*/ 218372 h 586467"/>
              <a:gd name="connsiteX531" fmla="*/ 6810105 w 12192001"/>
              <a:gd name="connsiteY531" fmla="*/ 218372 h 586467"/>
              <a:gd name="connsiteX532" fmla="*/ 6812607 w 12192001"/>
              <a:gd name="connsiteY532" fmla="*/ 188136 h 586467"/>
              <a:gd name="connsiteX533" fmla="*/ 6814320 w 12192001"/>
              <a:gd name="connsiteY533" fmla="*/ 109128 h 586467"/>
              <a:gd name="connsiteX534" fmla="*/ 6842436 w 12192001"/>
              <a:gd name="connsiteY534" fmla="*/ 186302 h 586467"/>
              <a:gd name="connsiteX535" fmla="*/ 6849036 w 12192001"/>
              <a:gd name="connsiteY535" fmla="*/ 207175 h 586467"/>
              <a:gd name="connsiteX536" fmla="*/ 6863824 w 12192001"/>
              <a:gd name="connsiteY536" fmla="*/ 44869 h 586467"/>
              <a:gd name="connsiteX537" fmla="*/ 6900702 w 12192001"/>
              <a:gd name="connsiteY537" fmla="*/ 218372 h 586467"/>
              <a:gd name="connsiteX538" fmla="*/ 6919664 w 12192001"/>
              <a:gd name="connsiteY538" fmla="*/ 218372 h 586467"/>
              <a:gd name="connsiteX539" fmla="*/ 6920119 w 12192001"/>
              <a:gd name="connsiteY539" fmla="*/ 214081 h 586467"/>
              <a:gd name="connsiteX540" fmla="*/ 6917644 w 12192001"/>
              <a:gd name="connsiteY540" fmla="*/ 147754 h 586467"/>
              <a:gd name="connsiteX541" fmla="*/ 6928751 w 12192001"/>
              <a:gd name="connsiteY541" fmla="*/ 167301 h 586467"/>
              <a:gd name="connsiteX542" fmla="*/ 6949822 w 12192001"/>
              <a:gd name="connsiteY542" fmla="*/ 211546 h 586467"/>
              <a:gd name="connsiteX543" fmla="*/ 6952204 w 12192001"/>
              <a:gd name="connsiteY543" fmla="*/ 218372 h 586467"/>
              <a:gd name="connsiteX544" fmla="*/ 6967487 w 12192001"/>
              <a:gd name="connsiteY544" fmla="*/ 218372 h 586467"/>
              <a:gd name="connsiteX545" fmla="*/ 6967592 w 12192001"/>
              <a:gd name="connsiteY545" fmla="*/ 216539 h 586467"/>
              <a:gd name="connsiteX546" fmla="*/ 6969179 w 12192001"/>
              <a:gd name="connsiteY546" fmla="*/ 193364 h 586467"/>
              <a:gd name="connsiteX547" fmla="*/ 6980603 w 12192001"/>
              <a:gd name="connsiteY547" fmla="*/ 123837 h 586467"/>
              <a:gd name="connsiteX548" fmla="*/ 7001992 w 12192001"/>
              <a:gd name="connsiteY548" fmla="*/ 56105 h 586467"/>
              <a:gd name="connsiteX549" fmla="*/ 7011131 w 12192001"/>
              <a:gd name="connsiteY549" fmla="*/ 34256 h 586467"/>
              <a:gd name="connsiteX550" fmla="*/ 7014685 w 12192001"/>
              <a:gd name="connsiteY550" fmla="*/ 26024 h 586467"/>
              <a:gd name="connsiteX551" fmla="*/ 7013606 w 12192001"/>
              <a:gd name="connsiteY551" fmla="*/ 34607 h 586467"/>
              <a:gd name="connsiteX552" fmla="*/ 7011258 w 12192001"/>
              <a:gd name="connsiteY552" fmla="*/ 57120 h 586467"/>
              <a:gd name="connsiteX553" fmla="*/ 7010496 w 12192001"/>
              <a:gd name="connsiteY553" fmla="*/ 125086 h 586467"/>
              <a:gd name="connsiteX554" fmla="*/ 7019636 w 12192001"/>
              <a:gd name="connsiteY554" fmla="*/ 192155 h 586467"/>
              <a:gd name="connsiteX555" fmla="*/ 7024713 w 12192001"/>
              <a:gd name="connsiteY555" fmla="*/ 213925 h 586467"/>
              <a:gd name="connsiteX556" fmla="*/ 7025810 w 12192001"/>
              <a:gd name="connsiteY556" fmla="*/ 218372 h 586467"/>
              <a:gd name="connsiteX557" fmla="*/ 7065645 w 12192001"/>
              <a:gd name="connsiteY557" fmla="*/ 218372 h 586467"/>
              <a:gd name="connsiteX558" fmla="*/ 7065953 w 12192001"/>
              <a:gd name="connsiteY558" fmla="*/ 217067 h 586467"/>
              <a:gd name="connsiteX559" fmla="*/ 7085133 w 12192001"/>
              <a:gd name="connsiteY559" fmla="*/ 114044 h 586467"/>
              <a:gd name="connsiteX560" fmla="*/ 7095478 w 12192001"/>
              <a:gd name="connsiteY560" fmla="*/ 0 h 586467"/>
              <a:gd name="connsiteX561" fmla="*/ 7115090 w 12192001"/>
              <a:gd name="connsiteY561" fmla="*/ 114161 h 586467"/>
              <a:gd name="connsiteX562" fmla="*/ 7121928 w 12192001"/>
              <a:gd name="connsiteY562" fmla="*/ 193476 h 586467"/>
              <a:gd name="connsiteX563" fmla="*/ 7123010 w 12192001"/>
              <a:gd name="connsiteY563" fmla="*/ 218372 h 586467"/>
              <a:gd name="connsiteX564" fmla="*/ 7151790 w 12192001"/>
              <a:gd name="connsiteY564" fmla="*/ 218372 h 586467"/>
              <a:gd name="connsiteX565" fmla="*/ 7152672 w 12192001"/>
              <a:gd name="connsiteY565" fmla="*/ 215700 h 586467"/>
              <a:gd name="connsiteX566" fmla="*/ 7186427 w 12192001"/>
              <a:gd name="connsiteY566" fmla="*/ 124188 h 586467"/>
              <a:gd name="connsiteX567" fmla="*/ 7230536 w 12192001"/>
              <a:gd name="connsiteY567" fmla="*/ 26180 h 586467"/>
              <a:gd name="connsiteX568" fmla="*/ 7224888 w 12192001"/>
              <a:gd name="connsiteY568" fmla="*/ 60007 h 586467"/>
              <a:gd name="connsiteX569" fmla="*/ 7228695 w 12192001"/>
              <a:gd name="connsiteY569" fmla="*/ 38509 h 586467"/>
              <a:gd name="connsiteX570" fmla="*/ 7244182 w 12192001"/>
              <a:gd name="connsiteY570" fmla="*/ 130002 h 586467"/>
              <a:gd name="connsiteX571" fmla="*/ 7262175 w 12192001"/>
              <a:gd name="connsiteY571" fmla="*/ 212982 h 586467"/>
              <a:gd name="connsiteX572" fmla="*/ 7263474 w 12192001"/>
              <a:gd name="connsiteY572" fmla="*/ 218372 h 586467"/>
              <a:gd name="connsiteX573" fmla="*/ 7279143 w 12192001"/>
              <a:gd name="connsiteY573" fmla="*/ 218372 h 586467"/>
              <a:gd name="connsiteX574" fmla="*/ 7280104 w 12192001"/>
              <a:gd name="connsiteY574" fmla="*/ 198436 h 586467"/>
              <a:gd name="connsiteX575" fmla="*/ 7274392 w 12192001"/>
              <a:gd name="connsiteY575" fmla="*/ 128597 h 586467"/>
              <a:gd name="connsiteX576" fmla="*/ 7309679 w 12192001"/>
              <a:gd name="connsiteY576" fmla="*/ 195393 h 586467"/>
              <a:gd name="connsiteX577" fmla="*/ 7318357 w 12192001"/>
              <a:gd name="connsiteY577" fmla="*/ 218372 h 586467"/>
              <a:gd name="connsiteX578" fmla="*/ 7361240 w 12192001"/>
              <a:gd name="connsiteY578" fmla="*/ 218372 h 586467"/>
              <a:gd name="connsiteX579" fmla="*/ 7364071 w 12192001"/>
              <a:gd name="connsiteY579" fmla="*/ 210843 h 586467"/>
              <a:gd name="connsiteX580" fmla="*/ 7383682 w 12192001"/>
              <a:gd name="connsiteY580" fmla="*/ 144282 h 586467"/>
              <a:gd name="connsiteX581" fmla="*/ 7394979 w 12192001"/>
              <a:gd name="connsiteY581" fmla="*/ 76237 h 586467"/>
              <a:gd name="connsiteX582" fmla="*/ 7396883 w 12192001"/>
              <a:gd name="connsiteY582" fmla="*/ 53569 h 586467"/>
              <a:gd name="connsiteX583" fmla="*/ 7397455 w 12192001"/>
              <a:gd name="connsiteY583" fmla="*/ 44947 h 586467"/>
              <a:gd name="connsiteX584" fmla="*/ 7399422 w 12192001"/>
              <a:gd name="connsiteY584" fmla="*/ 53452 h 586467"/>
              <a:gd name="connsiteX585" fmla="*/ 7404309 w 12192001"/>
              <a:gd name="connsiteY585" fmla="*/ 76043 h 586467"/>
              <a:gd name="connsiteX586" fmla="*/ 7413575 w 12192001"/>
              <a:gd name="connsiteY586" fmla="*/ 145335 h 586467"/>
              <a:gd name="connsiteX587" fmla="*/ 7414083 w 12192001"/>
              <a:gd name="connsiteY587" fmla="*/ 215486 h 586467"/>
              <a:gd name="connsiteX588" fmla="*/ 7413918 w 12192001"/>
              <a:gd name="connsiteY588" fmla="*/ 218372 h 586467"/>
              <a:gd name="connsiteX589" fmla="*/ 7472465 w 12192001"/>
              <a:gd name="connsiteY589" fmla="*/ 218372 h 586467"/>
              <a:gd name="connsiteX590" fmla="*/ 7471455 w 12192001"/>
              <a:gd name="connsiteY590" fmla="*/ 206300 h 586467"/>
              <a:gd name="connsiteX591" fmla="*/ 7469933 w 12192001"/>
              <a:gd name="connsiteY591" fmla="*/ 173193 h 586467"/>
              <a:gd name="connsiteX592" fmla="*/ 7472663 w 12192001"/>
              <a:gd name="connsiteY592" fmla="*/ 83495 h 586467"/>
              <a:gd name="connsiteX593" fmla="*/ 7499573 w 12192001"/>
              <a:gd name="connsiteY593" fmla="*/ 170501 h 586467"/>
              <a:gd name="connsiteX594" fmla="*/ 7511839 w 12192001"/>
              <a:gd name="connsiteY594" fmla="*/ 201907 h 586467"/>
              <a:gd name="connsiteX595" fmla="*/ 7518949 w 12192001"/>
              <a:gd name="connsiteY595" fmla="*/ 218372 h 586467"/>
              <a:gd name="connsiteX596" fmla="*/ 7577392 w 12192001"/>
              <a:gd name="connsiteY596" fmla="*/ 218372 h 586467"/>
              <a:gd name="connsiteX597" fmla="*/ 7578208 w 12192001"/>
              <a:gd name="connsiteY597" fmla="*/ 211428 h 586467"/>
              <a:gd name="connsiteX598" fmla="*/ 7579414 w 12192001"/>
              <a:gd name="connsiteY598" fmla="*/ 151851 h 586467"/>
              <a:gd name="connsiteX599" fmla="*/ 7571671 w 12192001"/>
              <a:gd name="connsiteY599" fmla="*/ 91844 h 586467"/>
              <a:gd name="connsiteX600" fmla="*/ 7567229 w 12192001"/>
              <a:gd name="connsiteY600" fmla="*/ 72102 h 586467"/>
              <a:gd name="connsiteX601" fmla="*/ 7565451 w 12192001"/>
              <a:gd name="connsiteY601" fmla="*/ 64689 h 586467"/>
              <a:gd name="connsiteX602" fmla="*/ 7569703 w 12192001"/>
              <a:gd name="connsiteY602" fmla="*/ 71595 h 586467"/>
              <a:gd name="connsiteX603" fmla="*/ 7580747 w 12192001"/>
              <a:gd name="connsiteY603" fmla="*/ 90284 h 586467"/>
              <a:gd name="connsiteX604" fmla="*/ 7608926 w 12192001"/>
              <a:gd name="connsiteY604" fmla="*/ 148730 h 586467"/>
              <a:gd name="connsiteX605" fmla="*/ 7628601 w 12192001"/>
              <a:gd name="connsiteY605" fmla="*/ 209438 h 586467"/>
              <a:gd name="connsiteX606" fmla="*/ 7630630 w 12192001"/>
              <a:gd name="connsiteY606" fmla="*/ 218372 h 586467"/>
              <a:gd name="connsiteX607" fmla="*/ 7686702 w 12192001"/>
              <a:gd name="connsiteY607" fmla="*/ 218372 h 586467"/>
              <a:gd name="connsiteX608" fmla="*/ 7690481 w 12192001"/>
              <a:gd name="connsiteY608" fmla="*/ 205264 h 586467"/>
              <a:gd name="connsiteX609" fmla="*/ 7691370 w 12192001"/>
              <a:gd name="connsiteY609" fmla="*/ 201908 h 586467"/>
              <a:gd name="connsiteX610" fmla="*/ 7698148 w 12192001"/>
              <a:gd name="connsiteY610" fmla="*/ 218372 h 586467"/>
              <a:gd name="connsiteX611" fmla="*/ 7838682 w 12192001"/>
              <a:gd name="connsiteY611" fmla="*/ 218372 h 586467"/>
              <a:gd name="connsiteX612" fmla="*/ 7843881 w 12192001"/>
              <a:gd name="connsiteY612" fmla="*/ 165858 h 586467"/>
              <a:gd name="connsiteX613" fmla="*/ 7855834 w 12192001"/>
              <a:gd name="connsiteY613" fmla="*/ 196415 h 586467"/>
              <a:gd name="connsiteX614" fmla="*/ 7864912 w 12192001"/>
              <a:gd name="connsiteY614" fmla="*/ 218372 h 586467"/>
              <a:gd name="connsiteX615" fmla="*/ 7949815 w 12192001"/>
              <a:gd name="connsiteY615" fmla="*/ 218372 h 586467"/>
              <a:gd name="connsiteX616" fmla="*/ 7951965 w 12192001"/>
              <a:gd name="connsiteY616" fmla="*/ 212091 h 586467"/>
              <a:gd name="connsiteX617" fmla="*/ 7954144 w 12192001"/>
              <a:gd name="connsiteY617" fmla="*/ 218372 h 586467"/>
              <a:gd name="connsiteX618" fmla="*/ 8039018 w 12192001"/>
              <a:gd name="connsiteY618" fmla="*/ 218372 h 586467"/>
              <a:gd name="connsiteX619" fmla="*/ 8048097 w 12192001"/>
              <a:gd name="connsiteY619" fmla="*/ 196415 h 586467"/>
              <a:gd name="connsiteX620" fmla="*/ 8060049 w 12192001"/>
              <a:gd name="connsiteY620" fmla="*/ 165858 h 586467"/>
              <a:gd name="connsiteX621" fmla="*/ 8065249 w 12192001"/>
              <a:gd name="connsiteY621" fmla="*/ 218372 h 586467"/>
              <a:gd name="connsiteX622" fmla="*/ 8205783 w 12192001"/>
              <a:gd name="connsiteY622" fmla="*/ 218372 h 586467"/>
              <a:gd name="connsiteX623" fmla="*/ 8212560 w 12192001"/>
              <a:gd name="connsiteY623" fmla="*/ 201908 h 586467"/>
              <a:gd name="connsiteX624" fmla="*/ 8213449 w 12192001"/>
              <a:gd name="connsiteY624" fmla="*/ 205264 h 586467"/>
              <a:gd name="connsiteX625" fmla="*/ 8217235 w 12192001"/>
              <a:gd name="connsiteY625" fmla="*/ 218372 h 586467"/>
              <a:gd name="connsiteX626" fmla="*/ 8273329 w 12192001"/>
              <a:gd name="connsiteY626" fmla="*/ 218372 h 586467"/>
              <a:gd name="connsiteX627" fmla="*/ 8275329 w 12192001"/>
              <a:gd name="connsiteY627" fmla="*/ 209438 h 586467"/>
              <a:gd name="connsiteX628" fmla="*/ 8295004 w 12192001"/>
              <a:gd name="connsiteY628" fmla="*/ 148730 h 586467"/>
              <a:gd name="connsiteX629" fmla="*/ 8323183 w 12192001"/>
              <a:gd name="connsiteY629" fmla="*/ 90284 h 586467"/>
              <a:gd name="connsiteX630" fmla="*/ 8334290 w 12192001"/>
              <a:gd name="connsiteY630" fmla="*/ 71595 h 586467"/>
              <a:gd name="connsiteX631" fmla="*/ 8338478 w 12192001"/>
              <a:gd name="connsiteY631" fmla="*/ 64689 h 586467"/>
              <a:gd name="connsiteX632" fmla="*/ 8336702 w 12192001"/>
              <a:gd name="connsiteY632" fmla="*/ 72102 h 586467"/>
              <a:gd name="connsiteX633" fmla="*/ 8332259 w 12192001"/>
              <a:gd name="connsiteY633" fmla="*/ 91844 h 586467"/>
              <a:gd name="connsiteX634" fmla="*/ 8324579 w 12192001"/>
              <a:gd name="connsiteY634" fmla="*/ 151851 h 586467"/>
              <a:gd name="connsiteX635" fmla="*/ 8325785 w 12192001"/>
              <a:gd name="connsiteY635" fmla="*/ 211428 h 586467"/>
              <a:gd name="connsiteX636" fmla="*/ 8326579 w 12192001"/>
              <a:gd name="connsiteY636" fmla="*/ 218372 h 586467"/>
              <a:gd name="connsiteX637" fmla="*/ 8385005 w 12192001"/>
              <a:gd name="connsiteY637" fmla="*/ 218372 h 586467"/>
              <a:gd name="connsiteX638" fmla="*/ 8392101 w 12192001"/>
              <a:gd name="connsiteY638" fmla="*/ 201907 h 586467"/>
              <a:gd name="connsiteX639" fmla="*/ 8404357 w 12192001"/>
              <a:gd name="connsiteY639" fmla="*/ 170501 h 586467"/>
              <a:gd name="connsiteX640" fmla="*/ 8431330 w 12192001"/>
              <a:gd name="connsiteY640" fmla="*/ 83495 h 586467"/>
              <a:gd name="connsiteX641" fmla="*/ 8433996 w 12192001"/>
              <a:gd name="connsiteY641" fmla="*/ 173193 h 586467"/>
              <a:gd name="connsiteX642" fmla="*/ 8432500 w 12192001"/>
              <a:gd name="connsiteY642" fmla="*/ 206300 h 586467"/>
              <a:gd name="connsiteX643" fmla="*/ 8431489 w 12192001"/>
              <a:gd name="connsiteY643" fmla="*/ 218372 h 586467"/>
              <a:gd name="connsiteX644" fmla="*/ 8490012 w 12192001"/>
              <a:gd name="connsiteY644" fmla="*/ 218372 h 586467"/>
              <a:gd name="connsiteX645" fmla="*/ 8489847 w 12192001"/>
              <a:gd name="connsiteY645" fmla="*/ 215486 h 586467"/>
              <a:gd name="connsiteX646" fmla="*/ 8490355 w 12192001"/>
              <a:gd name="connsiteY646" fmla="*/ 145335 h 586467"/>
              <a:gd name="connsiteX647" fmla="*/ 8499621 w 12192001"/>
              <a:gd name="connsiteY647" fmla="*/ 76043 h 586467"/>
              <a:gd name="connsiteX648" fmla="*/ 8504508 w 12192001"/>
              <a:gd name="connsiteY648" fmla="*/ 53452 h 586467"/>
              <a:gd name="connsiteX649" fmla="*/ 8506476 w 12192001"/>
              <a:gd name="connsiteY649" fmla="*/ 44947 h 586467"/>
              <a:gd name="connsiteX650" fmla="*/ 8507110 w 12192001"/>
              <a:gd name="connsiteY650" fmla="*/ 53569 h 586467"/>
              <a:gd name="connsiteX651" fmla="*/ 8508951 w 12192001"/>
              <a:gd name="connsiteY651" fmla="*/ 76237 h 586467"/>
              <a:gd name="connsiteX652" fmla="*/ 8520247 w 12192001"/>
              <a:gd name="connsiteY652" fmla="*/ 144282 h 586467"/>
              <a:gd name="connsiteX653" fmla="*/ 8539859 w 12192001"/>
              <a:gd name="connsiteY653" fmla="*/ 210843 h 586467"/>
              <a:gd name="connsiteX654" fmla="*/ 8542690 w 12192001"/>
              <a:gd name="connsiteY654" fmla="*/ 218372 h 586467"/>
              <a:gd name="connsiteX655" fmla="*/ 8585573 w 12192001"/>
              <a:gd name="connsiteY655" fmla="*/ 218372 h 586467"/>
              <a:gd name="connsiteX656" fmla="*/ 8594250 w 12192001"/>
              <a:gd name="connsiteY656" fmla="*/ 195393 h 586467"/>
              <a:gd name="connsiteX657" fmla="*/ 8629538 w 12192001"/>
              <a:gd name="connsiteY657" fmla="*/ 128597 h 586467"/>
              <a:gd name="connsiteX658" fmla="*/ 8623826 w 12192001"/>
              <a:gd name="connsiteY658" fmla="*/ 198436 h 586467"/>
              <a:gd name="connsiteX659" fmla="*/ 8624788 w 12192001"/>
              <a:gd name="connsiteY659" fmla="*/ 218372 h 586467"/>
              <a:gd name="connsiteX660" fmla="*/ 8640457 w 12192001"/>
              <a:gd name="connsiteY660" fmla="*/ 218372 h 586467"/>
              <a:gd name="connsiteX661" fmla="*/ 8641755 w 12192001"/>
              <a:gd name="connsiteY661" fmla="*/ 212982 h 586467"/>
              <a:gd name="connsiteX662" fmla="*/ 8659748 w 12192001"/>
              <a:gd name="connsiteY662" fmla="*/ 130002 h 586467"/>
              <a:gd name="connsiteX663" fmla="*/ 8675234 w 12192001"/>
              <a:gd name="connsiteY663" fmla="*/ 38509 h 586467"/>
              <a:gd name="connsiteX664" fmla="*/ 8679042 w 12192001"/>
              <a:gd name="connsiteY664" fmla="*/ 60046 h 586467"/>
              <a:gd name="connsiteX665" fmla="*/ 8673330 w 12192001"/>
              <a:gd name="connsiteY665" fmla="*/ 25985 h 586467"/>
              <a:gd name="connsiteX666" fmla="*/ 8717503 w 12192001"/>
              <a:gd name="connsiteY666" fmla="*/ 124188 h 586467"/>
              <a:gd name="connsiteX667" fmla="*/ 8751267 w 12192001"/>
              <a:gd name="connsiteY667" fmla="*/ 215700 h 586467"/>
              <a:gd name="connsiteX668" fmla="*/ 8752146 w 12192001"/>
              <a:gd name="connsiteY668" fmla="*/ 218372 h 586467"/>
              <a:gd name="connsiteX669" fmla="*/ 8780919 w 12192001"/>
              <a:gd name="connsiteY669" fmla="*/ 218372 h 586467"/>
              <a:gd name="connsiteX670" fmla="*/ 8782001 w 12192001"/>
              <a:gd name="connsiteY670" fmla="*/ 193476 h 586467"/>
              <a:gd name="connsiteX671" fmla="*/ 8788840 w 12192001"/>
              <a:gd name="connsiteY671" fmla="*/ 114161 h 586467"/>
              <a:gd name="connsiteX672" fmla="*/ 8808451 w 12192001"/>
              <a:gd name="connsiteY672" fmla="*/ 0 h 586467"/>
              <a:gd name="connsiteX673" fmla="*/ 8818796 w 12192001"/>
              <a:gd name="connsiteY673" fmla="*/ 114044 h 586467"/>
              <a:gd name="connsiteX674" fmla="*/ 8837976 w 12192001"/>
              <a:gd name="connsiteY674" fmla="*/ 217067 h 586467"/>
              <a:gd name="connsiteX675" fmla="*/ 8838284 w 12192001"/>
              <a:gd name="connsiteY675" fmla="*/ 218372 h 586467"/>
              <a:gd name="connsiteX676" fmla="*/ 8878119 w 12192001"/>
              <a:gd name="connsiteY676" fmla="*/ 218372 h 586467"/>
              <a:gd name="connsiteX677" fmla="*/ 8879217 w 12192001"/>
              <a:gd name="connsiteY677" fmla="*/ 213925 h 586467"/>
              <a:gd name="connsiteX678" fmla="*/ 8884294 w 12192001"/>
              <a:gd name="connsiteY678" fmla="*/ 192155 h 586467"/>
              <a:gd name="connsiteX679" fmla="*/ 8893433 w 12192001"/>
              <a:gd name="connsiteY679" fmla="*/ 125086 h 586467"/>
              <a:gd name="connsiteX680" fmla="*/ 8892735 w 12192001"/>
              <a:gd name="connsiteY680" fmla="*/ 57120 h 586467"/>
              <a:gd name="connsiteX681" fmla="*/ 8890324 w 12192001"/>
              <a:gd name="connsiteY681" fmla="*/ 34607 h 586467"/>
              <a:gd name="connsiteX682" fmla="*/ 8889244 w 12192001"/>
              <a:gd name="connsiteY682" fmla="*/ 26024 h 586467"/>
              <a:gd name="connsiteX683" fmla="*/ 8892862 w 12192001"/>
              <a:gd name="connsiteY683" fmla="*/ 34256 h 586467"/>
              <a:gd name="connsiteX684" fmla="*/ 8901938 w 12192001"/>
              <a:gd name="connsiteY684" fmla="*/ 56105 h 586467"/>
              <a:gd name="connsiteX685" fmla="*/ 8923326 w 12192001"/>
              <a:gd name="connsiteY685" fmla="*/ 123837 h 586467"/>
              <a:gd name="connsiteX686" fmla="*/ 8934750 w 12192001"/>
              <a:gd name="connsiteY686" fmla="*/ 193364 h 586467"/>
              <a:gd name="connsiteX687" fmla="*/ 8936401 w 12192001"/>
              <a:gd name="connsiteY687" fmla="*/ 216539 h 586467"/>
              <a:gd name="connsiteX688" fmla="*/ 8936493 w 12192001"/>
              <a:gd name="connsiteY688" fmla="*/ 218372 h 586467"/>
              <a:gd name="connsiteX689" fmla="*/ 8951725 w 12192001"/>
              <a:gd name="connsiteY689" fmla="*/ 218372 h 586467"/>
              <a:gd name="connsiteX690" fmla="*/ 8954107 w 12192001"/>
              <a:gd name="connsiteY690" fmla="*/ 211546 h 586467"/>
              <a:gd name="connsiteX691" fmla="*/ 8975179 w 12192001"/>
              <a:gd name="connsiteY691" fmla="*/ 167301 h 586467"/>
              <a:gd name="connsiteX692" fmla="*/ 8986286 w 12192001"/>
              <a:gd name="connsiteY692" fmla="*/ 147754 h 586467"/>
              <a:gd name="connsiteX693" fmla="*/ 8983810 w 12192001"/>
              <a:gd name="connsiteY693" fmla="*/ 214081 h 586467"/>
              <a:gd name="connsiteX694" fmla="*/ 8984266 w 12192001"/>
              <a:gd name="connsiteY694" fmla="*/ 218372 h 586467"/>
              <a:gd name="connsiteX695" fmla="*/ 9003229 w 12192001"/>
              <a:gd name="connsiteY695" fmla="*/ 218372 h 586467"/>
              <a:gd name="connsiteX696" fmla="*/ 9040105 w 12192001"/>
              <a:gd name="connsiteY696" fmla="*/ 44869 h 586467"/>
              <a:gd name="connsiteX697" fmla="*/ 9054893 w 12192001"/>
              <a:gd name="connsiteY697" fmla="*/ 207175 h 586467"/>
              <a:gd name="connsiteX698" fmla="*/ 9061494 w 12192001"/>
              <a:gd name="connsiteY698" fmla="*/ 186302 h 586467"/>
              <a:gd name="connsiteX699" fmla="*/ 9089610 w 12192001"/>
              <a:gd name="connsiteY699" fmla="*/ 109128 h 586467"/>
              <a:gd name="connsiteX700" fmla="*/ 9091323 w 12192001"/>
              <a:gd name="connsiteY700" fmla="*/ 188136 h 586467"/>
              <a:gd name="connsiteX701" fmla="*/ 9093825 w 12192001"/>
              <a:gd name="connsiteY701" fmla="*/ 218372 h 586467"/>
              <a:gd name="connsiteX702" fmla="*/ 9129285 w 12192001"/>
              <a:gd name="connsiteY702" fmla="*/ 218372 h 586467"/>
              <a:gd name="connsiteX703" fmla="*/ 9129737 w 12192001"/>
              <a:gd name="connsiteY703" fmla="*/ 217027 h 586467"/>
              <a:gd name="connsiteX704" fmla="*/ 9143557 w 12192001"/>
              <a:gd name="connsiteY704" fmla="*/ 165974 h 586467"/>
              <a:gd name="connsiteX705" fmla="*/ 9154346 w 12192001"/>
              <a:gd name="connsiteY705" fmla="*/ 89932 h 586467"/>
              <a:gd name="connsiteX706" fmla="*/ 9173513 w 12192001"/>
              <a:gd name="connsiteY706" fmla="*/ 166209 h 586467"/>
              <a:gd name="connsiteX707" fmla="*/ 9179384 w 12192001"/>
              <a:gd name="connsiteY707" fmla="*/ 211663 h 586467"/>
              <a:gd name="connsiteX708" fmla="*/ 9179877 w 12192001"/>
              <a:gd name="connsiteY708" fmla="*/ 218372 h 586467"/>
              <a:gd name="connsiteX709" fmla="*/ 9182596 w 12192001"/>
              <a:gd name="connsiteY709" fmla="*/ 218372 h 586467"/>
              <a:gd name="connsiteX710" fmla="*/ 9182747 w 12192001"/>
              <a:gd name="connsiteY710" fmla="*/ 216393 h 586467"/>
              <a:gd name="connsiteX711" fmla="*/ 9183350 w 12192001"/>
              <a:gd name="connsiteY711" fmla="*/ 210609 h 586467"/>
              <a:gd name="connsiteX712" fmla="*/ 9199471 w 12192001"/>
              <a:gd name="connsiteY712" fmla="*/ 144945 h 586467"/>
              <a:gd name="connsiteX713" fmla="*/ 9219145 w 12192001"/>
              <a:gd name="connsiteY713" fmla="*/ 102067 h 586467"/>
              <a:gd name="connsiteX714" fmla="*/ 9230189 w 12192001"/>
              <a:gd name="connsiteY714" fmla="*/ 83378 h 586467"/>
              <a:gd name="connsiteX715" fmla="*/ 9229237 w 12192001"/>
              <a:gd name="connsiteY715" fmla="*/ 146779 h 586467"/>
              <a:gd name="connsiteX716" fmla="*/ 9237360 w 12192001"/>
              <a:gd name="connsiteY716" fmla="*/ 189150 h 586467"/>
              <a:gd name="connsiteX717" fmla="*/ 9243073 w 12192001"/>
              <a:gd name="connsiteY717" fmla="*/ 207917 h 586467"/>
              <a:gd name="connsiteX718" fmla="*/ 9244830 w 12192001"/>
              <a:gd name="connsiteY718" fmla="*/ 212690 h 586467"/>
              <a:gd name="connsiteX719" fmla="*/ 9247134 w 12192001"/>
              <a:gd name="connsiteY719" fmla="*/ 218372 h 586467"/>
              <a:gd name="connsiteX720" fmla="*/ 9288315 w 12192001"/>
              <a:gd name="connsiteY720" fmla="*/ 218372 h 586467"/>
              <a:gd name="connsiteX721" fmla="*/ 9288959 w 12192001"/>
              <a:gd name="connsiteY721" fmla="*/ 216813 h 586467"/>
              <a:gd name="connsiteX722" fmla="*/ 9309396 w 12192001"/>
              <a:gd name="connsiteY722" fmla="*/ 160356 h 586467"/>
              <a:gd name="connsiteX723" fmla="*/ 9325326 w 12192001"/>
              <a:gd name="connsiteY723" fmla="*/ 102730 h 586467"/>
              <a:gd name="connsiteX724" fmla="*/ 9339289 w 12192001"/>
              <a:gd name="connsiteY724" fmla="*/ 161176 h 586467"/>
              <a:gd name="connsiteX725" fmla="*/ 9347937 w 12192001"/>
              <a:gd name="connsiteY725" fmla="*/ 215455 h 586467"/>
              <a:gd name="connsiteX726" fmla="*/ 9348288 w 12192001"/>
              <a:gd name="connsiteY726" fmla="*/ 218372 h 586467"/>
              <a:gd name="connsiteX727" fmla="*/ 9351606 w 12192001"/>
              <a:gd name="connsiteY727" fmla="*/ 218372 h 586467"/>
              <a:gd name="connsiteX728" fmla="*/ 9353775 w 12192001"/>
              <a:gd name="connsiteY728" fmla="*/ 213428 h 586467"/>
              <a:gd name="connsiteX729" fmla="*/ 9355473 w 12192001"/>
              <a:gd name="connsiteY729" fmla="*/ 209361 h 586467"/>
              <a:gd name="connsiteX730" fmla="*/ 9382065 w 12192001"/>
              <a:gd name="connsiteY730" fmla="*/ 128441 h 586467"/>
              <a:gd name="connsiteX731" fmla="*/ 9396345 w 12192001"/>
              <a:gd name="connsiteY731" fmla="*/ 45064 h 586467"/>
              <a:gd name="connsiteX732" fmla="*/ 9411958 w 12192001"/>
              <a:gd name="connsiteY732" fmla="*/ 129417 h 586467"/>
              <a:gd name="connsiteX733" fmla="*/ 9414624 w 12192001"/>
              <a:gd name="connsiteY733" fmla="*/ 215408 h 586467"/>
              <a:gd name="connsiteX734" fmla="*/ 9414472 w 12192001"/>
              <a:gd name="connsiteY734" fmla="*/ 218372 h 586467"/>
              <a:gd name="connsiteX735" fmla="*/ 9415681 w 12192001"/>
              <a:gd name="connsiteY735" fmla="*/ 218372 h 586467"/>
              <a:gd name="connsiteX736" fmla="*/ 9422890 w 12192001"/>
              <a:gd name="connsiteY736" fmla="*/ 196071 h 586467"/>
              <a:gd name="connsiteX737" fmla="*/ 9434489 w 12192001"/>
              <a:gd name="connsiteY737" fmla="*/ 163555 h 586467"/>
              <a:gd name="connsiteX738" fmla="*/ 9465652 w 12192001"/>
              <a:gd name="connsiteY738" fmla="*/ 89854 h 586467"/>
              <a:gd name="connsiteX739" fmla="*/ 9464191 w 12192001"/>
              <a:gd name="connsiteY739" fmla="*/ 166014 h 586467"/>
              <a:gd name="connsiteX740" fmla="*/ 9466953 w 12192001"/>
              <a:gd name="connsiteY740" fmla="*/ 217998 h 586467"/>
              <a:gd name="connsiteX741" fmla="*/ 9466986 w 12192001"/>
              <a:gd name="connsiteY741" fmla="*/ 218372 h 586467"/>
              <a:gd name="connsiteX742" fmla="*/ 9516051 w 12192001"/>
              <a:gd name="connsiteY742" fmla="*/ 218372 h 586467"/>
              <a:gd name="connsiteX743" fmla="*/ 9517802 w 12192001"/>
              <a:gd name="connsiteY743" fmla="*/ 212027 h 586467"/>
              <a:gd name="connsiteX744" fmla="*/ 9519662 w 12192001"/>
              <a:gd name="connsiteY744" fmla="*/ 204757 h 586467"/>
              <a:gd name="connsiteX745" fmla="*/ 9535592 w 12192001"/>
              <a:gd name="connsiteY745" fmla="*/ 119117 h 586467"/>
              <a:gd name="connsiteX746" fmla="*/ 9541050 w 12192001"/>
              <a:gd name="connsiteY746" fmla="*/ 32188 h 586467"/>
              <a:gd name="connsiteX747" fmla="*/ 9565485 w 12192001"/>
              <a:gd name="connsiteY747" fmla="*/ 118453 h 586467"/>
              <a:gd name="connsiteX748" fmla="*/ 9579447 w 12192001"/>
              <a:gd name="connsiteY748" fmla="*/ 206708 h 586467"/>
              <a:gd name="connsiteX749" fmla="*/ 9579856 w 12192001"/>
              <a:gd name="connsiteY749" fmla="*/ 211154 h 586467"/>
              <a:gd name="connsiteX750" fmla="*/ 9580423 w 12192001"/>
              <a:gd name="connsiteY750" fmla="*/ 218372 h 586467"/>
              <a:gd name="connsiteX751" fmla="*/ 9597379 w 12192001"/>
              <a:gd name="connsiteY751" fmla="*/ 218372 h 586467"/>
              <a:gd name="connsiteX752" fmla="*/ 9609467 w 12192001"/>
              <a:gd name="connsiteY752" fmla="*/ 175182 h 586467"/>
              <a:gd name="connsiteX753" fmla="*/ 9624763 w 12192001"/>
              <a:gd name="connsiteY753" fmla="*/ 96331 h 586467"/>
              <a:gd name="connsiteX754" fmla="*/ 9639361 w 12192001"/>
              <a:gd name="connsiteY754" fmla="*/ 175923 h 586467"/>
              <a:gd name="connsiteX755" fmla="*/ 9642735 w 12192001"/>
              <a:gd name="connsiteY755" fmla="*/ 205464 h 586467"/>
              <a:gd name="connsiteX756" fmla="*/ 9643782 w 12192001"/>
              <a:gd name="connsiteY756" fmla="*/ 218372 h 586467"/>
              <a:gd name="connsiteX757" fmla="*/ 9670266 w 12192001"/>
              <a:gd name="connsiteY757" fmla="*/ 218372 h 586467"/>
              <a:gd name="connsiteX758" fmla="*/ 9676805 w 12192001"/>
              <a:gd name="connsiteY758" fmla="*/ 206122 h 586467"/>
              <a:gd name="connsiteX759" fmla="*/ 9708539 w 12192001"/>
              <a:gd name="connsiteY759" fmla="*/ 156454 h 586467"/>
              <a:gd name="connsiteX760" fmla="*/ 9747064 w 12192001"/>
              <a:gd name="connsiteY760" fmla="*/ 109830 h 586467"/>
              <a:gd name="connsiteX761" fmla="*/ 9766422 w 12192001"/>
              <a:gd name="connsiteY761" fmla="*/ 89815 h 586467"/>
              <a:gd name="connsiteX762" fmla="*/ 9736846 w 12192001"/>
              <a:gd name="connsiteY762" fmla="*/ 163088 h 586467"/>
              <a:gd name="connsiteX763" fmla="*/ 9725930 w 12192001"/>
              <a:gd name="connsiteY763" fmla="*/ 214121 h 586467"/>
              <a:gd name="connsiteX764" fmla="*/ 9725406 w 12192001"/>
              <a:gd name="connsiteY764" fmla="*/ 218372 h 586467"/>
              <a:gd name="connsiteX765" fmla="*/ 9746483 w 12192001"/>
              <a:gd name="connsiteY765" fmla="*/ 218372 h 586467"/>
              <a:gd name="connsiteX766" fmla="*/ 9795870 w 12192001"/>
              <a:gd name="connsiteY766" fmla="*/ 141356 h 586467"/>
              <a:gd name="connsiteX767" fmla="*/ 9785500 w 12192001"/>
              <a:gd name="connsiteY767" fmla="*/ 218372 h 586467"/>
              <a:gd name="connsiteX768" fmla="*/ 9806524 w 12192001"/>
              <a:gd name="connsiteY768" fmla="*/ 218372 h 586467"/>
              <a:gd name="connsiteX769" fmla="*/ 9809833 w 12192001"/>
              <a:gd name="connsiteY769" fmla="*/ 199763 h 586467"/>
              <a:gd name="connsiteX770" fmla="*/ 9814466 w 12192001"/>
              <a:gd name="connsiteY770" fmla="*/ 134099 h 586467"/>
              <a:gd name="connsiteX771" fmla="*/ 9805644 w 12192001"/>
              <a:gd name="connsiteY771" fmla="*/ 68240 h 586467"/>
              <a:gd name="connsiteX772" fmla="*/ 9798790 w 12192001"/>
              <a:gd name="connsiteY772" fmla="*/ 46703 h 586467"/>
              <a:gd name="connsiteX773" fmla="*/ 9795933 w 12192001"/>
              <a:gd name="connsiteY773" fmla="*/ 38665 h 586467"/>
              <a:gd name="connsiteX774" fmla="*/ 9801201 w 12192001"/>
              <a:gd name="connsiteY774" fmla="*/ 46078 h 586467"/>
              <a:gd name="connsiteX775" fmla="*/ 9814656 w 12192001"/>
              <a:gd name="connsiteY775" fmla="*/ 66445 h 586467"/>
              <a:gd name="connsiteX776" fmla="*/ 9844231 w 12192001"/>
              <a:gd name="connsiteY776" fmla="*/ 131680 h 586467"/>
              <a:gd name="connsiteX777" fmla="*/ 9854958 w 12192001"/>
              <a:gd name="connsiteY777" fmla="*/ 171437 h 586467"/>
              <a:gd name="connsiteX778" fmla="*/ 9856798 w 12192001"/>
              <a:gd name="connsiteY778" fmla="*/ 161332 h 586467"/>
              <a:gd name="connsiteX779" fmla="*/ 9874696 w 12192001"/>
              <a:gd name="connsiteY779" fmla="*/ 100155 h 586467"/>
              <a:gd name="connsiteX780" fmla="*/ 9882629 w 12192001"/>
              <a:gd name="connsiteY780" fmla="*/ 80452 h 586467"/>
              <a:gd name="connsiteX781" fmla="*/ 9885739 w 12192001"/>
              <a:gd name="connsiteY781" fmla="*/ 73038 h 586467"/>
              <a:gd name="connsiteX782" fmla="*/ 9885168 w 12192001"/>
              <a:gd name="connsiteY782" fmla="*/ 80764 h 586467"/>
              <a:gd name="connsiteX783" fmla="*/ 9883962 w 12192001"/>
              <a:gd name="connsiteY783" fmla="*/ 101013 h 586467"/>
              <a:gd name="connsiteX784" fmla="*/ 9886691 w 12192001"/>
              <a:gd name="connsiteY784" fmla="*/ 161956 h 586467"/>
              <a:gd name="connsiteX785" fmla="*/ 9892236 w 12192001"/>
              <a:gd name="connsiteY785" fmla="*/ 194042 h 586467"/>
              <a:gd name="connsiteX786" fmla="*/ 9898256 w 12192001"/>
              <a:gd name="connsiteY786" fmla="*/ 218372 h 586467"/>
              <a:gd name="connsiteX787" fmla="*/ 9934341 w 12192001"/>
              <a:gd name="connsiteY787" fmla="*/ 218372 h 586467"/>
              <a:gd name="connsiteX788" fmla="*/ 9924010 w 12192001"/>
              <a:gd name="connsiteY788" fmla="*/ 141356 h 586467"/>
              <a:gd name="connsiteX789" fmla="*/ 9973397 w 12192001"/>
              <a:gd name="connsiteY789" fmla="*/ 218372 h 586467"/>
              <a:gd name="connsiteX790" fmla="*/ 9994468 w 12192001"/>
              <a:gd name="connsiteY790" fmla="*/ 218372 h 586467"/>
              <a:gd name="connsiteX791" fmla="*/ 9993950 w 12192001"/>
              <a:gd name="connsiteY791" fmla="*/ 214121 h 586467"/>
              <a:gd name="connsiteX792" fmla="*/ 9983033 w 12192001"/>
              <a:gd name="connsiteY792" fmla="*/ 163088 h 586467"/>
              <a:gd name="connsiteX793" fmla="*/ 9953458 w 12192001"/>
              <a:gd name="connsiteY793" fmla="*/ 89815 h 586467"/>
              <a:gd name="connsiteX794" fmla="*/ 9972815 w 12192001"/>
              <a:gd name="connsiteY794" fmla="*/ 109830 h 586467"/>
              <a:gd name="connsiteX795" fmla="*/ 10011340 w 12192001"/>
              <a:gd name="connsiteY795" fmla="*/ 156454 h 586467"/>
              <a:gd name="connsiteX796" fmla="*/ 10043074 w 12192001"/>
              <a:gd name="connsiteY796" fmla="*/ 206122 h 586467"/>
              <a:gd name="connsiteX797" fmla="*/ 10049590 w 12192001"/>
              <a:gd name="connsiteY797" fmla="*/ 218372 h 586467"/>
              <a:gd name="connsiteX798" fmla="*/ 10076072 w 12192001"/>
              <a:gd name="connsiteY798" fmla="*/ 218372 h 586467"/>
              <a:gd name="connsiteX799" fmla="*/ 10077119 w 12192001"/>
              <a:gd name="connsiteY799" fmla="*/ 205464 h 586467"/>
              <a:gd name="connsiteX800" fmla="*/ 10080519 w 12192001"/>
              <a:gd name="connsiteY800" fmla="*/ 175923 h 586467"/>
              <a:gd name="connsiteX801" fmla="*/ 10095053 w 12192001"/>
              <a:gd name="connsiteY801" fmla="*/ 96331 h 586467"/>
              <a:gd name="connsiteX802" fmla="*/ 10110412 w 12192001"/>
              <a:gd name="connsiteY802" fmla="*/ 175182 h 586467"/>
              <a:gd name="connsiteX803" fmla="*/ 10122500 w 12192001"/>
              <a:gd name="connsiteY803" fmla="*/ 218372 h 586467"/>
              <a:gd name="connsiteX804" fmla="*/ 10139456 w 12192001"/>
              <a:gd name="connsiteY804" fmla="*/ 218372 h 586467"/>
              <a:gd name="connsiteX805" fmla="*/ 10140023 w 12192001"/>
              <a:gd name="connsiteY805" fmla="*/ 211154 h 586467"/>
              <a:gd name="connsiteX806" fmla="*/ 10140432 w 12192001"/>
              <a:gd name="connsiteY806" fmla="*/ 206708 h 586467"/>
              <a:gd name="connsiteX807" fmla="*/ 10154394 w 12192001"/>
              <a:gd name="connsiteY807" fmla="*/ 118453 h 586467"/>
              <a:gd name="connsiteX808" fmla="*/ 10178830 w 12192001"/>
              <a:gd name="connsiteY808" fmla="*/ 32188 h 586467"/>
              <a:gd name="connsiteX809" fmla="*/ 10184288 w 12192001"/>
              <a:gd name="connsiteY809" fmla="*/ 119117 h 586467"/>
              <a:gd name="connsiteX810" fmla="*/ 10200218 w 12192001"/>
              <a:gd name="connsiteY810" fmla="*/ 204757 h 586467"/>
              <a:gd name="connsiteX811" fmla="*/ 10202078 w 12192001"/>
              <a:gd name="connsiteY811" fmla="*/ 212027 h 586467"/>
              <a:gd name="connsiteX812" fmla="*/ 10203829 w 12192001"/>
              <a:gd name="connsiteY812" fmla="*/ 218372 h 586467"/>
              <a:gd name="connsiteX813" fmla="*/ 10252893 w 12192001"/>
              <a:gd name="connsiteY813" fmla="*/ 218372 h 586467"/>
              <a:gd name="connsiteX814" fmla="*/ 10252927 w 12192001"/>
              <a:gd name="connsiteY814" fmla="*/ 217998 h 586467"/>
              <a:gd name="connsiteX815" fmla="*/ 10255688 w 12192001"/>
              <a:gd name="connsiteY815" fmla="*/ 166014 h 586467"/>
              <a:gd name="connsiteX816" fmla="*/ 10254228 w 12192001"/>
              <a:gd name="connsiteY816" fmla="*/ 89854 h 586467"/>
              <a:gd name="connsiteX817" fmla="*/ 10285390 w 12192001"/>
              <a:gd name="connsiteY817" fmla="*/ 163555 h 586467"/>
              <a:gd name="connsiteX818" fmla="*/ 10296989 w 12192001"/>
              <a:gd name="connsiteY818" fmla="*/ 196071 h 586467"/>
              <a:gd name="connsiteX819" fmla="*/ 10304198 w 12192001"/>
              <a:gd name="connsiteY819" fmla="*/ 218372 h 586467"/>
              <a:gd name="connsiteX820" fmla="*/ 10305369 w 12192001"/>
              <a:gd name="connsiteY820" fmla="*/ 218372 h 586467"/>
              <a:gd name="connsiteX821" fmla="*/ 10305192 w 12192001"/>
              <a:gd name="connsiteY821" fmla="*/ 215408 h 586467"/>
              <a:gd name="connsiteX822" fmla="*/ 10307921 w 12192001"/>
              <a:gd name="connsiteY822" fmla="*/ 129417 h 586467"/>
              <a:gd name="connsiteX823" fmla="*/ 10323534 w 12192001"/>
              <a:gd name="connsiteY823" fmla="*/ 45064 h 586467"/>
              <a:gd name="connsiteX824" fmla="*/ 10337814 w 12192001"/>
              <a:gd name="connsiteY824" fmla="*/ 128441 h 586467"/>
              <a:gd name="connsiteX825" fmla="*/ 10364407 w 12192001"/>
              <a:gd name="connsiteY825" fmla="*/ 209361 h 586467"/>
              <a:gd name="connsiteX826" fmla="*/ 10366097 w 12192001"/>
              <a:gd name="connsiteY826" fmla="*/ 213428 h 586467"/>
              <a:gd name="connsiteX827" fmla="*/ 10368241 w 12192001"/>
              <a:gd name="connsiteY827" fmla="*/ 218372 h 586467"/>
              <a:gd name="connsiteX828" fmla="*/ 10371592 w 12192001"/>
              <a:gd name="connsiteY828" fmla="*/ 218372 h 586467"/>
              <a:gd name="connsiteX829" fmla="*/ 10371942 w 12192001"/>
              <a:gd name="connsiteY829" fmla="*/ 215455 h 586467"/>
              <a:gd name="connsiteX830" fmla="*/ 10380527 w 12192001"/>
              <a:gd name="connsiteY830" fmla="*/ 161176 h 586467"/>
              <a:gd name="connsiteX831" fmla="*/ 10394554 w 12192001"/>
              <a:gd name="connsiteY831" fmla="*/ 102730 h 586467"/>
              <a:gd name="connsiteX832" fmla="*/ 10410420 w 12192001"/>
              <a:gd name="connsiteY832" fmla="*/ 160356 h 586467"/>
              <a:gd name="connsiteX833" fmla="*/ 10430920 w 12192001"/>
              <a:gd name="connsiteY833" fmla="*/ 216813 h 586467"/>
              <a:gd name="connsiteX834" fmla="*/ 10431563 w 12192001"/>
              <a:gd name="connsiteY834" fmla="*/ 218372 h 586467"/>
              <a:gd name="connsiteX835" fmla="*/ 10472741 w 12192001"/>
              <a:gd name="connsiteY835" fmla="*/ 218372 h 586467"/>
              <a:gd name="connsiteX836" fmla="*/ 10475049 w 12192001"/>
              <a:gd name="connsiteY836" fmla="*/ 212690 h 586467"/>
              <a:gd name="connsiteX837" fmla="*/ 10476807 w 12192001"/>
              <a:gd name="connsiteY837" fmla="*/ 207917 h 586467"/>
              <a:gd name="connsiteX838" fmla="*/ 10482519 w 12192001"/>
              <a:gd name="connsiteY838" fmla="*/ 189150 h 586467"/>
              <a:gd name="connsiteX839" fmla="*/ 10490643 w 12192001"/>
              <a:gd name="connsiteY839" fmla="*/ 146779 h 586467"/>
              <a:gd name="connsiteX840" fmla="*/ 10489627 w 12192001"/>
              <a:gd name="connsiteY840" fmla="*/ 83378 h 586467"/>
              <a:gd name="connsiteX841" fmla="*/ 10500670 w 12192001"/>
              <a:gd name="connsiteY841" fmla="*/ 102067 h 586467"/>
              <a:gd name="connsiteX842" fmla="*/ 10520408 w 12192001"/>
              <a:gd name="connsiteY842" fmla="*/ 144945 h 586467"/>
              <a:gd name="connsiteX843" fmla="*/ 10536466 w 12192001"/>
              <a:gd name="connsiteY843" fmla="*/ 210609 h 586467"/>
              <a:gd name="connsiteX844" fmla="*/ 10537093 w 12192001"/>
              <a:gd name="connsiteY844" fmla="*/ 216393 h 586467"/>
              <a:gd name="connsiteX845" fmla="*/ 10537241 w 12192001"/>
              <a:gd name="connsiteY845" fmla="*/ 218372 h 586467"/>
              <a:gd name="connsiteX846" fmla="*/ 10539984 w 12192001"/>
              <a:gd name="connsiteY846" fmla="*/ 218372 h 586467"/>
              <a:gd name="connsiteX847" fmla="*/ 10540472 w 12192001"/>
              <a:gd name="connsiteY847" fmla="*/ 211663 h 586467"/>
              <a:gd name="connsiteX848" fmla="*/ 10546366 w 12192001"/>
              <a:gd name="connsiteY848" fmla="*/ 166209 h 586467"/>
              <a:gd name="connsiteX849" fmla="*/ 10565533 w 12192001"/>
              <a:gd name="connsiteY849" fmla="*/ 89932 h 586467"/>
              <a:gd name="connsiteX850" fmla="*/ 10576323 w 12192001"/>
              <a:gd name="connsiteY850" fmla="*/ 165974 h 586467"/>
              <a:gd name="connsiteX851" fmla="*/ 10590143 w 12192001"/>
              <a:gd name="connsiteY851" fmla="*/ 217027 h 586467"/>
              <a:gd name="connsiteX852" fmla="*/ 10590594 w 12192001"/>
              <a:gd name="connsiteY852" fmla="*/ 218372 h 586467"/>
              <a:gd name="connsiteX853" fmla="*/ 10626054 w 12192001"/>
              <a:gd name="connsiteY853" fmla="*/ 218372 h 586467"/>
              <a:gd name="connsiteX854" fmla="*/ 10628556 w 12192001"/>
              <a:gd name="connsiteY854" fmla="*/ 188136 h 586467"/>
              <a:gd name="connsiteX855" fmla="*/ 10630270 w 12192001"/>
              <a:gd name="connsiteY855" fmla="*/ 109128 h 586467"/>
              <a:gd name="connsiteX856" fmla="*/ 10658385 w 12192001"/>
              <a:gd name="connsiteY856" fmla="*/ 186302 h 586467"/>
              <a:gd name="connsiteX857" fmla="*/ 10664986 w 12192001"/>
              <a:gd name="connsiteY857" fmla="*/ 207175 h 586467"/>
              <a:gd name="connsiteX858" fmla="*/ 10679710 w 12192001"/>
              <a:gd name="connsiteY858" fmla="*/ 44869 h 586467"/>
              <a:gd name="connsiteX859" fmla="*/ 10716644 w 12192001"/>
              <a:gd name="connsiteY859" fmla="*/ 218372 h 586467"/>
              <a:gd name="connsiteX860" fmla="*/ 10735613 w 12192001"/>
              <a:gd name="connsiteY860" fmla="*/ 218372 h 586467"/>
              <a:gd name="connsiteX861" fmla="*/ 10736069 w 12192001"/>
              <a:gd name="connsiteY861" fmla="*/ 214081 h 586467"/>
              <a:gd name="connsiteX862" fmla="*/ 10733530 w 12192001"/>
              <a:gd name="connsiteY862" fmla="*/ 147754 h 586467"/>
              <a:gd name="connsiteX863" fmla="*/ 10744700 w 12192001"/>
              <a:gd name="connsiteY863" fmla="*/ 167301 h 586467"/>
              <a:gd name="connsiteX864" fmla="*/ 10765772 w 12192001"/>
              <a:gd name="connsiteY864" fmla="*/ 211546 h 586467"/>
              <a:gd name="connsiteX865" fmla="*/ 10768154 w 12192001"/>
              <a:gd name="connsiteY865" fmla="*/ 218372 h 586467"/>
              <a:gd name="connsiteX866" fmla="*/ 10783387 w 12192001"/>
              <a:gd name="connsiteY866" fmla="*/ 218372 h 586467"/>
              <a:gd name="connsiteX867" fmla="*/ 10783479 w 12192001"/>
              <a:gd name="connsiteY867" fmla="*/ 216539 h 586467"/>
              <a:gd name="connsiteX868" fmla="*/ 10785129 w 12192001"/>
              <a:gd name="connsiteY868" fmla="*/ 193364 h 586467"/>
              <a:gd name="connsiteX869" fmla="*/ 10796553 w 12192001"/>
              <a:gd name="connsiteY869" fmla="*/ 123837 h 586467"/>
              <a:gd name="connsiteX870" fmla="*/ 10817941 w 12192001"/>
              <a:gd name="connsiteY870" fmla="*/ 56105 h 586467"/>
              <a:gd name="connsiteX871" fmla="*/ 10827018 w 12192001"/>
              <a:gd name="connsiteY871" fmla="*/ 34256 h 586467"/>
              <a:gd name="connsiteX872" fmla="*/ 10830635 w 12192001"/>
              <a:gd name="connsiteY872" fmla="*/ 26024 h 586467"/>
              <a:gd name="connsiteX873" fmla="*/ 10829556 w 12192001"/>
              <a:gd name="connsiteY873" fmla="*/ 34607 h 586467"/>
              <a:gd name="connsiteX874" fmla="*/ 10827144 w 12192001"/>
              <a:gd name="connsiteY874" fmla="*/ 57120 h 586467"/>
              <a:gd name="connsiteX875" fmla="*/ 10826446 w 12192001"/>
              <a:gd name="connsiteY875" fmla="*/ 125086 h 586467"/>
              <a:gd name="connsiteX876" fmla="*/ 10835585 w 12192001"/>
              <a:gd name="connsiteY876" fmla="*/ 192155 h 586467"/>
              <a:gd name="connsiteX877" fmla="*/ 10840662 w 12192001"/>
              <a:gd name="connsiteY877" fmla="*/ 213925 h 586467"/>
              <a:gd name="connsiteX878" fmla="*/ 10841760 w 12192001"/>
              <a:gd name="connsiteY878" fmla="*/ 218372 h 586467"/>
              <a:gd name="connsiteX879" fmla="*/ 10881540 w 12192001"/>
              <a:gd name="connsiteY879" fmla="*/ 218372 h 586467"/>
              <a:gd name="connsiteX880" fmla="*/ 10881850 w 12192001"/>
              <a:gd name="connsiteY880" fmla="*/ 217067 h 586467"/>
              <a:gd name="connsiteX881" fmla="*/ 10901083 w 12192001"/>
              <a:gd name="connsiteY881" fmla="*/ 114044 h 586467"/>
              <a:gd name="connsiteX882" fmla="*/ 10911428 w 12192001"/>
              <a:gd name="connsiteY882" fmla="*/ 0 h 586467"/>
              <a:gd name="connsiteX883" fmla="*/ 10930976 w 12192001"/>
              <a:gd name="connsiteY883" fmla="*/ 114161 h 586467"/>
              <a:gd name="connsiteX884" fmla="*/ 10937870 w 12192001"/>
              <a:gd name="connsiteY884" fmla="*/ 193476 h 586467"/>
              <a:gd name="connsiteX885" fmla="*/ 10938958 w 12192001"/>
              <a:gd name="connsiteY885" fmla="*/ 218372 h 586467"/>
              <a:gd name="connsiteX886" fmla="*/ 10967734 w 12192001"/>
              <a:gd name="connsiteY886" fmla="*/ 218372 h 586467"/>
              <a:gd name="connsiteX887" fmla="*/ 10968613 w 12192001"/>
              <a:gd name="connsiteY887" fmla="*/ 215700 h 586467"/>
              <a:gd name="connsiteX888" fmla="*/ 11002377 w 12192001"/>
              <a:gd name="connsiteY888" fmla="*/ 124188 h 586467"/>
              <a:gd name="connsiteX889" fmla="*/ 11046486 w 12192001"/>
              <a:gd name="connsiteY889" fmla="*/ 26180 h 586467"/>
              <a:gd name="connsiteX890" fmla="*/ 11040837 w 12192001"/>
              <a:gd name="connsiteY890" fmla="*/ 60007 h 586467"/>
              <a:gd name="connsiteX891" fmla="*/ 11044645 w 12192001"/>
              <a:gd name="connsiteY891" fmla="*/ 38509 h 586467"/>
              <a:gd name="connsiteX892" fmla="*/ 11060132 w 12192001"/>
              <a:gd name="connsiteY892" fmla="*/ 130002 h 586467"/>
              <a:gd name="connsiteX893" fmla="*/ 11078071 w 12192001"/>
              <a:gd name="connsiteY893" fmla="*/ 212982 h 586467"/>
              <a:gd name="connsiteX894" fmla="*/ 11079362 w 12192001"/>
              <a:gd name="connsiteY894" fmla="*/ 218372 h 586467"/>
              <a:gd name="connsiteX895" fmla="*/ 11095052 w 12192001"/>
              <a:gd name="connsiteY895" fmla="*/ 218372 h 586467"/>
              <a:gd name="connsiteX896" fmla="*/ 11095990 w 12192001"/>
              <a:gd name="connsiteY896" fmla="*/ 198436 h 586467"/>
              <a:gd name="connsiteX897" fmla="*/ 11090342 w 12192001"/>
              <a:gd name="connsiteY897" fmla="*/ 128597 h 586467"/>
              <a:gd name="connsiteX898" fmla="*/ 11125629 w 12192001"/>
              <a:gd name="connsiteY898" fmla="*/ 195393 h 586467"/>
              <a:gd name="connsiteX899" fmla="*/ 11134306 w 12192001"/>
              <a:gd name="connsiteY899" fmla="*/ 218372 h 586467"/>
              <a:gd name="connsiteX900" fmla="*/ 11177178 w 12192001"/>
              <a:gd name="connsiteY900" fmla="*/ 218372 h 586467"/>
              <a:gd name="connsiteX901" fmla="*/ 11180021 w 12192001"/>
              <a:gd name="connsiteY901" fmla="*/ 210843 h 586467"/>
              <a:gd name="connsiteX902" fmla="*/ 11199632 w 12192001"/>
              <a:gd name="connsiteY902" fmla="*/ 144282 h 586467"/>
              <a:gd name="connsiteX903" fmla="*/ 11210866 w 12192001"/>
              <a:gd name="connsiteY903" fmla="*/ 76237 h 586467"/>
              <a:gd name="connsiteX904" fmla="*/ 11212769 w 12192001"/>
              <a:gd name="connsiteY904" fmla="*/ 53569 h 586467"/>
              <a:gd name="connsiteX905" fmla="*/ 11213404 w 12192001"/>
              <a:gd name="connsiteY905" fmla="*/ 44947 h 586467"/>
              <a:gd name="connsiteX906" fmla="*/ 11215371 w 12192001"/>
              <a:gd name="connsiteY906" fmla="*/ 53452 h 586467"/>
              <a:gd name="connsiteX907" fmla="*/ 11220258 w 12192001"/>
              <a:gd name="connsiteY907" fmla="*/ 76043 h 586467"/>
              <a:gd name="connsiteX908" fmla="*/ 11229524 w 12192001"/>
              <a:gd name="connsiteY908" fmla="*/ 145335 h 586467"/>
              <a:gd name="connsiteX909" fmla="*/ 11230033 w 12192001"/>
              <a:gd name="connsiteY909" fmla="*/ 215486 h 586467"/>
              <a:gd name="connsiteX910" fmla="*/ 11229847 w 12192001"/>
              <a:gd name="connsiteY910" fmla="*/ 218372 h 586467"/>
              <a:gd name="connsiteX911" fmla="*/ 11288371 w 12192001"/>
              <a:gd name="connsiteY911" fmla="*/ 218372 h 586467"/>
              <a:gd name="connsiteX912" fmla="*/ 11287352 w 12192001"/>
              <a:gd name="connsiteY912" fmla="*/ 206300 h 586467"/>
              <a:gd name="connsiteX913" fmla="*/ 11285820 w 12192001"/>
              <a:gd name="connsiteY913" fmla="*/ 173193 h 586467"/>
              <a:gd name="connsiteX914" fmla="*/ 11288549 w 12192001"/>
              <a:gd name="connsiteY914" fmla="*/ 83495 h 586467"/>
              <a:gd name="connsiteX915" fmla="*/ 11315522 w 12192001"/>
              <a:gd name="connsiteY915" fmla="*/ 170501 h 586467"/>
              <a:gd name="connsiteX916" fmla="*/ 11327778 w 12192001"/>
              <a:gd name="connsiteY916" fmla="*/ 201907 h 586467"/>
              <a:gd name="connsiteX917" fmla="*/ 11334875 w 12192001"/>
              <a:gd name="connsiteY917" fmla="*/ 218372 h 586467"/>
              <a:gd name="connsiteX918" fmla="*/ 11393301 w 12192001"/>
              <a:gd name="connsiteY918" fmla="*/ 218372 h 586467"/>
              <a:gd name="connsiteX919" fmla="*/ 11394095 w 12192001"/>
              <a:gd name="connsiteY919" fmla="*/ 211428 h 586467"/>
              <a:gd name="connsiteX920" fmla="*/ 11395300 w 12192001"/>
              <a:gd name="connsiteY920" fmla="*/ 151851 h 586467"/>
              <a:gd name="connsiteX921" fmla="*/ 11387621 w 12192001"/>
              <a:gd name="connsiteY921" fmla="*/ 91844 h 586467"/>
              <a:gd name="connsiteX922" fmla="*/ 11383115 w 12192001"/>
              <a:gd name="connsiteY922" fmla="*/ 72102 h 586467"/>
              <a:gd name="connsiteX923" fmla="*/ 11381401 w 12192001"/>
              <a:gd name="connsiteY923" fmla="*/ 64689 h 586467"/>
              <a:gd name="connsiteX924" fmla="*/ 11385590 w 12192001"/>
              <a:gd name="connsiteY924" fmla="*/ 71595 h 586467"/>
              <a:gd name="connsiteX925" fmla="*/ 11396697 w 12192001"/>
              <a:gd name="connsiteY925" fmla="*/ 90284 h 586467"/>
              <a:gd name="connsiteX926" fmla="*/ 11424876 w 12192001"/>
              <a:gd name="connsiteY926" fmla="*/ 148730 h 586467"/>
              <a:gd name="connsiteX927" fmla="*/ 11444550 w 12192001"/>
              <a:gd name="connsiteY927" fmla="*/ 209438 h 586467"/>
              <a:gd name="connsiteX928" fmla="*/ 11446551 w 12192001"/>
              <a:gd name="connsiteY928" fmla="*/ 218372 h 586467"/>
              <a:gd name="connsiteX929" fmla="*/ 11502645 w 12192001"/>
              <a:gd name="connsiteY929" fmla="*/ 218372 h 586467"/>
              <a:gd name="connsiteX930" fmla="*/ 11506431 w 12192001"/>
              <a:gd name="connsiteY930" fmla="*/ 205264 h 586467"/>
              <a:gd name="connsiteX931" fmla="*/ 11524582 w 12192001"/>
              <a:gd name="connsiteY931" fmla="*/ 128402 h 586467"/>
              <a:gd name="connsiteX932" fmla="*/ 11536324 w 12192001"/>
              <a:gd name="connsiteY932" fmla="*/ 206239 h 586467"/>
              <a:gd name="connsiteX933" fmla="*/ 11537526 w 12192001"/>
              <a:gd name="connsiteY933" fmla="*/ 218372 h 586467"/>
              <a:gd name="connsiteX934" fmla="*/ 11551326 w 12192001"/>
              <a:gd name="connsiteY934" fmla="*/ 218372 h 586467"/>
              <a:gd name="connsiteX935" fmla="*/ 11551334 w 12192001"/>
              <a:gd name="connsiteY935" fmla="*/ 217583 h 586467"/>
              <a:gd name="connsiteX936" fmla="*/ 11552000 w 12192001"/>
              <a:gd name="connsiteY936" fmla="*/ 155479 h 586467"/>
              <a:gd name="connsiteX937" fmla="*/ 11551492 w 12192001"/>
              <a:gd name="connsiteY937" fmla="*/ 65001 h 586467"/>
              <a:gd name="connsiteX938" fmla="*/ 11581766 w 12192001"/>
              <a:gd name="connsiteY938" fmla="*/ 153177 h 586467"/>
              <a:gd name="connsiteX939" fmla="*/ 11601576 w 12192001"/>
              <a:gd name="connsiteY939" fmla="*/ 214048 h 586467"/>
              <a:gd name="connsiteX940" fmla="*/ 11602984 w 12192001"/>
              <a:gd name="connsiteY940" fmla="*/ 218372 h 586467"/>
              <a:gd name="connsiteX941" fmla="*/ 11631817 w 12192001"/>
              <a:gd name="connsiteY941" fmla="*/ 218372 h 586467"/>
              <a:gd name="connsiteX942" fmla="*/ 11630548 w 12192001"/>
              <a:gd name="connsiteY942" fmla="*/ 198810 h 586467"/>
              <a:gd name="connsiteX943" fmla="*/ 11629113 w 12192001"/>
              <a:gd name="connsiteY943" fmla="*/ 166014 h 586467"/>
              <a:gd name="connsiteX944" fmla="*/ 11629049 w 12192001"/>
              <a:gd name="connsiteY944" fmla="*/ 76940 h 586467"/>
              <a:gd name="connsiteX945" fmla="*/ 11658815 w 12192001"/>
              <a:gd name="connsiteY945" fmla="*/ 163244 h 586467"/>
              <a:gd name="connsiteX946" fmla="*/ 11671033 w 12192001"/>
              <a:gd name="connsiteY946" fmla="*/ 194605 h 586467"/>
              <a:gd name="connsiteX947" fmla="*/ 11680846 w 12192001"/>
              <a:gd name="connsiteY947" fmla="*/ 218372 h 586467"/>
              <a:gd name="connsiteX948" fmla="*/ 11743666 w 12192001"/>
              <a:gd name="connsiteY948" fmla="*/ 218372 h 586467"/>
              <a:gd name="connsiteX949" fmla="*/ 11744495 w 12192001"/>
              <a:gd name="connsiteY949" fmla="*/ 206668 h 586467"/>
              <a:gd name="connsiteX950" fmla="*/ 11752429 w 12192001"/>
              <a:gd name="connsiteY950" fmla="*/ 216188 h 586467"/>
              <a:gd name="connsiteX951" fmla="*/ 11754285 w 12192001"/>
              <a:gd name="connsiteY951" fmla="*/ 218372 h 586467"/>
              <a:gd name="connsiteX952" fmla="*/ 11846181 w 12192001"/>
              <a:gd name="connsiteY952" fmla="*/ 218372 h 586467"/>
              <a:gd name="connsiteX953" fmla="*/ 11871620 w 12192001"/>
              <a:gd name="connsiteY953" fmla="*/ 130704 h 586467"/>
              <a:gd name="connsiteX954" fmla="*/ 11872127 w 12192001"/>
              <a:gd name="connsiteY954" fmla="*/ 129182 h 586467"/>
              <a:gd name="connsiteX955" fmla="*/ 11872572 w 12192001"/>
              <a:gd name="connsiteY955" fmla="*/ 130704 h 586467"/>
              <a:gd name="connsiteX956" fmla="*/ 11898010 w 12192001"/>
              <a:gd name="connsiteY956" fmla="*/ 218372 h 586467"/>
              <a:gd name="connsiteX957" fmla="*/ 11989902 w 12192001"/>
              <a:gd name="connsiteY957" fmla="*/ 218372 h 586467"/>
              <a:gd name="connsiteX958" fmla="*/ 11991762 w 12192001"/>
              <a:gd name="connsiteY958" fmla="*/ 216188 h 586467"/>
              <a:gd name="connsiteX959" fmla="*/ 11999696 w 12192001"/>
              <a:gd name="connsiteY959" fmla="*/ 206668 h 586467"/>
              <a:gd name="connsiteX960" fmla="*/ 12000526 w 12192001"/>
              <a:gd name="connsiteY960" fmla="*/ 218372 h 586467"/>
              <a:gd name="connsiteX961" fmla="*/ 12063384 w 12192001"/>
              <a:gd name="connsiteY961" fmla="*/ 218372 h 586467"/>
              <a:gd name="connsiteX962" fmla="*/ 12073195 w 12192001"/>
              <a:gd name="connsiteY962" fmla="*/ 194605 h 586467"/>
              <a:gd name="connsiteX963" fmla="*/ 12085440 w 12192001"/>
              <a:gd name="connsiteY963" fmla="*/ 163244 h 586467"/>
              <a:gd name="connsiteX964" fmla="*/ 12115142 w 12192001"/>
              <a:gd name="connsiteY964" fmla="*/ 76940 h 586467"/>
              <a:gd name="connsiteX965" fmla="*/ 12115079 w 12192001"/>
              <a:gd name="connsiteY965" fmla="*/ 166014 h 586467"/>
              <a:gd name="connsiteX966" fmla="*/ 12113644 w 12192001"/>
              <a:gd name="connsiteY966" fmla="*/ 198810 h 586467"/>
              <a:gd name="connsiteX967" fmla="*/ 12112375 w 12192001"/>
              <a:gd name="connsiteY967" fmla="*/ 218372 h 586467"/>
              <a:gd name="connsiteX968" fmla="*/ 12143208 w 12192001"/>
              <a:gd name="connsiteY968" fmla="*/ 218372 h 586467"/>
              <a:gd name="connsiteX969" fmla="*/ 12186225 w 12192001"/>
              <a:gd name="connsiteY969" fmla="*/ 90946 h 586467"/>
              <a:gd name="connsiteX970" fmla="*/ 12190350 w 12192001"/>
              <a:gd name="connsiteY970" fmla="*/ 218372 h 586467"/>
              <a:gd name="connsiteX971" fmla="*/ 12192000 w 12192001"/>
              <a:gd name="connsiteY971" fmla="*/ 218372 h 586467"/>
              <a:gd name="connsiteX972" fmla="*/ 12192000 w 12192001"/>
              <a:gd name="connsiteY972" fmla="*/ 269100 h 586467"/>
              <a:gd name="connsiteX973" fmla="*/ 12192001 w 12192001"/>
              <a:gd name="connsiteY973" fmla="*/ 269133 h 586467"/>
              <a:gd name="connsiteX974" fmla="*/ 12192000 w 12192001"/>
              <a:gd name="connsiteY974" fmla="*/ 269133 h 586467"/>
              <a:gd name="connsiteX975" fmla="*/ 12192000 w 12192001"/>
              <a:gd name="connsiteY975" fmla="*/ 586467 h 586467"/>
              <a:gd name="connsiteX976" fmla="*/ 0 w 12192001"/>
              <a:gd name="connsiteY976" fmla="*/ 586467 h 586467"/>
              <a:gd name="connsiteX977" fmla="*/ 0 w 12192001"/>
              <a:gd name="connsiteY977" fmla="*/ 218372 h 586467"/>
              <a:gd name="connsiteX978" fmla="*/ 6411 w 12192001"/>
              <a:gd name="connsiteY978" fmla="*/ 218372 h 586467"/>
              <a:gd name="connsiteX979" fmla="*/ 6411 w 12192001"/>
              <a:gd name="connsiteY979" fmla="*/ 173349 h 586467"/>
              <a:gd name="connsiteX980" fmla="*/ 10854 w 12192001"/>
              <a:gd name="connsiteY980" fmla="*/ 128402 h 586467"/>
              <a:gd name="connsiteX981" fmla="*/ 36978 w 12192001"/>
              <a:gd name="connsiteY981" fmla="*/ 218372 h 586467"/>
              <a:gd name="connsiteX982" fmla="*/ 112885 w 12192001"/>
              <a:gd name="connsiteY982" fmla="*/ 218372 h 586467"/>
              <a:gd name="connsiteX983" fmla="*/ 126293 w 12192001"/>
              <a:gd name="connsiteY983" fmla="*/ 176753 h 586467"/>
              <a:gd name="connsiteX984" fmla="*/ 132647 w 12192001"/>
              <a:gd name="connsiteY984" fmla="*/ 154075 h 586467"/>
              <a:gd name="connsiteX985" fmla="*/ 135630 w 12192001"/>
              <a:gd name="connsiteY985" fmla="*/ 177133 h 586467"/>
              <a:gd name="connsiteX986" fmla="*/ 139271 w 12192001"/>
              <a:gd name="connsiteY986" fmla="*/ 218372 h 586467"/>
              <a:gd name="connsiteX987" fmla="*/ 202325 w 12192001"/>
              <a:gd name="connsiteY987" fmla="*/ 218372 h 586467"/>
              <a:gd name="connsiteX988" fmla="*/ 212138 w 12192001"/>
              <a:gd name="connsiteY988" fmla="*/ 194605 h 586467"/>
              <a:gd name="connsiteX989" fmla="*/ 224356 w 12192001"/>
              <a:gd name="connsiteY989" fmla="*/ 163244 h 586467"/>
              <a:gd name="connsiteX990" fmla="*/ 254059 w 12192001"/>
              <a:gd name="connsiteY990" fmla="*/ 76940 h 586467"/>
              <a:gd name="connsiteX991" fmla="*/ 254059 w 12192001"/>
              <a:gd name="connsiteY991" fmla="*/ 166014 h 586467"/>
              <a:gd name="connsiteX992" fmla="*/ 252624 w 12192001"/>
              <a:gd name="connsiteY992" fmla="*/ 198810 h 586467"/>
              <a:gd name="connsiteX993" fmla="*/ 251355 w 12192001"/>
              <a:gd name="connsiteY993" fmla="*/ 218372 h 586467"/>
              <a:gd name="connsiteX994" fmla="*/ 282201 w 12192001"/>
              <a:gd name="connsiteY994" fmla="*/ 218372 h 586467"/>
              <a:gd name="connsiteX995" fmla="*/ 325269 w 12192001"/>
              <a:gd name="connsiteY995" fmla="*/ 90946 h 586467"/>
              <a:gd name="connsiteX996" fmla="*/ 329344 w 12192001"/>
              <a:gd name="connsiteY996" fmla="*/ 218372 h 586467"/>
              <a:gd name="connsiteX997" fmla="*/ 345697 w 12192001"/>
              <a:gd name="connsiteY997" fmla="*/ 218372 h 586467"/>
              <a:gd name="connsiteX998" fmla="*/ 346911 w 12192001"/>
              <a:gd name="connsiteY998" fmla="*/ 206239 h 586467"/>
              <a:gd name="connsiteX999" fmla="*/ 358589 w 12192001"/>
              <a:gd name="connsiteY999" fmla="*/ 128402 h 586467"/>
              <a:gd name="connsiteX1000" fmla="*/ 376804 w 12192001"/>
              <a:gd name="connsiteY1000" fmla="*/ 205264 h 586467"/>
              <a:gd name="connsiteX1001" fmla="*/ 380576 w 12192001"/>
              <a:gd name="connsiteY1001" fmla="*/ 218372 h 586467"/>
              <a:gd name="connsiteX1002" fmla="*/ 436656 w 12192001"/>
              <a:gd name="connsiteY1002" fmla="*/ 218372 h 586467"/>
              <a:gd name="connsiteX1003" fmla="*/ 438684 w 12192001"/>
              <a:gd name="connsiteY1003" fmla="*/ 209438 h 586467"/>
              <a:gd name="connsiteX1004" fmla="*/ 458296 w 12192001"/>
              <a:gd name="connsiteY1004" fmla="*/ 148730 h 586467"/>
              <a:gd name="connsiteX1005" fmla="*/ 486538 w 12192001"/>
              <a:gd name="connsiteY1005" fmla="*/ 90284 h 586467"/>
              <a:gd name="connsiteX1006" fmla="*/ 497582 w 12192001"/>
              <a:gd name="connsiteY1006" fmla="*/ 71595 h 586467"/>
              <a:gd name="connsiteX1007" fmla="*/ 501834 w 12192001"/>
              <a:gd name="connsiteY1007" fmla="*/ 64689 h 586467"/>
              <a:gd name="connsiteX1008" fmla="*/ 500057 w 12192001"/>
              <a:gd name="connsiteY1008" fmla="*/ 72102 h 586467"/>
              <a:gd name="connsiteX1009" fmla="*/ 495614 w 12192001"/>
              <a:gd name="connsiteY1009" fmla="*/ 91844 h 586467"/>
              <a:gd name="connsiteX1010" fmla="*/ 487871 w 12192001"/>
              <a:gd name="connsiteY1010" fmla="*/ 151851 h 586467"/>
              <a:gd name="connsiteX1011" fmla="*/ 489077 w 12192001"/>
              <a:gd name="connsiteY1011" fmla="*/ 211428 h 586467"/>
              <a:gd name="connsiteX1012" fmla="*/ 489871 w 12192001"/>
              <a:gd name="connsiteY1012" fmla="*/ 218372 h 586467"/>
              <a:gd name="connsiteX1013" fmla="*/ 548337 w 12192001"/>
              <a:gd name="connsiteY1013" fmla="*/ 218372 h 586467"/>
              <a:gd name="connsiteX1014" fmla="*/ 555447 w 12192001"/>
              <a:gd name="connsiteY1014" fmla="*/ 201907 h 586467"/>
              <a:gd name="connsiteX1015" fmla="*/ 567713 w 12192001"/>
              <a:gd name="connsiteY1015" fmla="*/ 170501 h 586467"/>
              <a:gd name="connsiteX1016" fmla="*/ 594623 w 12192001"/>
              <a:gd name="connsiteY1016" fmla="*/ 83495 h 586467"/>
              <a:gd name="connsiteX1017" fmla="*/ 597352 w 12192001"/>
              <a:gd name="connsiteY1017" fmla="*/ 173193 h 586467"/>
              <a:gd name="connsiteX1018" fmla="*/ 595830 w 12192001"/>
              <a:gd name="connsiteY1018" fmla="*/ 206300 h 586467"/>
              <a:gd name="connsiteX1019" fmla="*/ 594820 w 12192001"/>
              <a:gd name="connsiteY1019" fmla="*/ 218372 h 586467"/>
              <a:gd name="connsiteX1020" fmla="*/ 653324 w 12192001"/>
              <a:gd name="connsiteY1020" fmla="*/ 218372 h 586467"/>
              <a:gd name="connsiteX1021" fmla="*/ 653139 w 12192001"/>
              <a:gd name="connsiteY1021" fmla="*/ 215486 h 586467"/>
              <a:gd name="connsiteX1022" fmla="*/ 653710 w 12192001"/>
              <a:gd name="connsiteY1022" fmla="*/ 145335 h 586467"/>
              <a:gd name="connsiteX1023" fmla="*/ 662977 w 12192001"/>
              <a:gd name="connsiteY1023" fmla="*/ 76043 h 586467"/>
              <a:gd name="connsiteX1024" fmla="*/ 667864 w 12192001"/>
              <a:gd name="connsiteY1024" fmla="*/ 53452 h 586467"/>
              <a:gd name="connsiteX1025" fmla="*/ 669831 w 12192001"/>
              <a:gd name="connsiteY1025" fmla="*/ 44947 h 586467"/>
              <a:gd name="connsiteX1026" fmla="*/ 670402 w 12192001"/>
              <a:gd name="connsiteY1026" fmla="*/ 53569 h 586467"/>
              <a:gd name="connsiteX1027" fmla="*/ 672306 w 12192001"/>
              <a:gd name="connsiteY1027" fmla="*/ 76237 h 586467"/>
              <a:gd name="connsiteX1028" fmla="*/ 683603 w 12192001"/>
              <a:gd name="connsiteY1028" fmla="*/ 144282 h 586467"/>
              <a:gd name="connsiteX1029" fmla="*/ 703215 w 12192001"/>
              <a:gd name="connsiteY1029" fmla="*/ 210843 h 586467"/>
              <a:gd name="connsiteX1030" fmla="*/ 706046 w 12192001"/>
              <a:gd name="connsiteY1030" fmla="*/ 218372 h 586467"/>
              <a:gd name="connsiteX1031" fmla="*/ 748929 w 12192001"/>
              <a:gd name="connsiteY1031" fmla="*/ 218372 h 586467"/>
              <a:gd name="connsiteX1032" fmla="*/ 757606 w 12192001"/>
              <a:gd name="connsiteY1032" fmla="*/ 195393 h 586467"/>
              <a:gd name="connsiteX1033" fmla="*/ 792893 w 12192001"/>
              <a:gd name="connsiteY1033" fmla="*/ 128597 h 586467"/>
              <a:gd name="connsiteX1034" fmla="*/ 787181 w 12192001"/>
              <a:gd name="connsiteY1034" fmla="*/ 198436 h 586467"/>
              <a:gd name="connsiteX1035" fmla="*/ 788131 w 12192001"/>
              <a:gd name="connsiteY1035" fmla="*/ 218372 h 586467"/>
              <a:gd name="connsiteX1036" fmla="*/ 803813 w 12192001"/>
              <a:gd name="connsiteY1036" fmla="*/ 218372 h 586467"/>
              <a:gd name="connsiteX1037" fmla="*/ 805111 w 12192001"/>
              <a:gd name="connsiteY1037" fmla="*/ 212982 h 586467"/>
              <a:gd name="connsiteX1038" fmla="*/ 823104 w 12192001"/>
              <a:gd name="connsiteY1038" fmla="*/ 130002 h 586467"/>
              <a:gd name="connsiteX1039" fmla="*/ 838526 w 12192001"/>
              <a:gd name="connsiteY1039" fmla="*/ 38509 h 586467"/>
              <a:gd name="connsiteX1040" fmla="*/ 842398 w 12192001"/>
              <a:gd name="connsiteY1040" fmla="*/ 60046 h 586467"/>
              <a:gd name="connsiteX1041" fmla="*/ 836686 w 12192001"/>
              <a:gd name="connsiteY1041" fmla="*/ 25985 h 586467"/>
              <a:gd name="connsiteX1042" fmla="*/ 880859 w 12192001"/>
              <a:gd name="connsiteY1042" fmla="*/ 124188 h 586467"/>
              <a:gd name="connsiteX1043" fmla="*/ 914613 w 12192001"/>
              <a:gd name="connsiteY1043" fmla="*/ 215700 h 586467"/>
              <a:gd name="connsiteX1044" fmla="*/ 915495 w 12192001"/>
              <a:gd name="connsiteY1044" fmla="*/ 218372 h 586467"/>
              <a:gd name="connsiteX1045" fmla="*/ 944266 w 12192001"/>
              <a:gd name="connsiteY1045" fmla="*/ 218372 h 586467"/>
              <a:gd name="connsiteX1046" fmla="*/ 945333 w 12192001"/>
              <a:gd name="connsiteY1046" fmla="*/ 193476 h 586467"/>
              <a:gd name="connsiteX1047" fmla="*/ 952195 w 12192001"/>
              <a:gd name="connsiteY1047" fmla="*/ 114161 h 586467"/>
              <a:gd name="connsiteX1048" fmla="*/ 971807 w 12192001"/>
              <a:gd name="connsiteY1048" fmla="*/ 0 h 58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</a:cxnLst>
            <a:rect l="l" t="t" r="r" b="b"/>
            <a:pathLst>
              <a:path w="12192001" h="586467">
                <a:moveTo>
                  <a:pt x="971807" y="0"/>
                </a:moveTo>
                <a:cubicBezTo>
                  <a:pt x="971807" y="0"/>
                  <a:pt x="973838" y="57354"/>
                  <a:pt x="982152" y="114044"/>
                </a:cubicBezTo>
                <a:cubicBezTo>
                  <a:pt x="987911" y="156620"/>
                  <a:pt x="997099" y="198692"/>
                  <a:pt x="1001332" y="217067"/>
                </a:cubicBezTo>
                <a:lnTo>
                  <a:pt x="1001641" y="218372"/>
                </a:lnTo>
                <a:lnTo>
                  <a:pt x="1041475" y="218372"/>
                </a:lnTo>
                <a:lnTo>
                  <a:pt x="1042572" y="213925"/>
                </a:lnTo>
                <a:cubicBezTo>
                  <a:pt x="1043715" y="208697"/>
                  <a:pt x="1046000" y="201206"/>
                  <a:pt x="1047650" y="192155"/>
                </a:cubicBezTo>
                <a:cubicBezTo>
                  <a:pt x="1051521" y="174051"/>
                  <a:pt x="1054948" y="149705"/>
                  <a:pt x="1056789" y="125086"/>
                </a:cubicBezTo>
                <a:cubicBezTo>
                  <a:pt x="1058058" y="100506"/>
                  <a:pt x="1057741" y="75730"/>
                  <a:pt x="1056027" y="57120"/>
                </a:cubicBezTo>
                <a:cubicBezTo>
                  <a:pt x="1055583" y="47756"/>
                  <a:pt x="1054187" y="40070"/>
                  <a:pt x="1053616" y="34607"/>
                </a:cubicBezTo>
                <a:cubicBezTo>
                  <a:pt x="1052981" y="29145"/>
                  <a:pt x="1052600" y="26024"/>
                  <a:pt x="1052600" y="26024"/>
                </a:cubicBezTo>
                <a:cubicBezTo>
                  <a:pt x="1052600" y="26024"/>
                  <a:pt x="1053869" y="29028"/>
                  <a:pt x="1056154" y="34256"/>
                </a:cubicBezTo>
                <a:cubicBezTo>
                  <a:pt x="1058312" y="39524"/>
                  <a:pt x="1061993" y="46975"/>
                  <a:pt x="1065294" y="56105"/>
                </a:cubicBezTo>
                <a:cubicBezTo>
                  <a:pt x="1072529" y="74248"/>
                  <a:pt x="1080399" y="98867"/>
                  <a:pt x="1086618" y="123837"/>
                </a:cubicBezTo>
                <a:cubicBezTo>
                  <a:pt x="1092394" y="148846"/>
                  <a:pt x="1096456" y="174246"/>
                  <a:pt x="1098106" y="193364"/>
                </a:cubicBezTo>
                <a:cubicBezTo>
                  <a:pt x="1099248" y="202962"/>
                  <a:pt x="1099248" y="210921"/>
                  <a:pt x="1099693" y="216539"/>
                </a:cubicBezTo>
                <a:lnTo>
                  <a:pt x="1099798" y="218372"/>
                </a:lnTo>
                <a:lnTo>
                  <a:pt x="1115028" y="218372"/>
                </a:lnTo>
                <a:lnTo>
                  <a:pt x="1117400" y="211546"/>
                </a:lnTo>
                <a:cubicBezTo>
                  <a:pt x="1124127" y="195159"/>
                  <a:pt x="1131997" y="179123"/>
                  <a:pt x="1138471" y="167301"/>
                </a:cubicBezTo>
                <a:cubicBezTo>
                  <a:pt x="1144881" y="155440"/>
                  <a:pt x="1149641" y="147754"/>
                  <a:pt x="1149641" y="147754"/>
                </a:cubicBezTo>
                <a:cubicBezTo>
                  <a:pt x="1149641" y="147754"/>
                  <a:pt x="1145072" y="181191"/>
                  <a:pt x="1147102" y="214081"/>
                </a:cubicBezTo>
                <a:lnTo>
                  <a:pt x="1147558" y="218372"/>
                </a:lnTo>
                <a:lnTo>
                  <a:pt x="1166585" y="218372"/>
                </a:lnTo>
                <a:lnTo>
                  <a:pt x="1203461" y="44869"/>
                </a:lnTo>
                <a:lnTo>
                  <a:pt x="1218249" y="207175"/>
                </a:lnTo>
                <a:cubicBezTo>
                  <a:pt x="1220280" y="200348"/>
                  <a:pt x="1222501" y="193325"/>
                  <a:pt x="1224849" y="186302"/>
                </a:cubicBezTo>
                <a:cubicBezTo>
                  <a:pt x="1237352" y="147325"/>
                  <a:pt x="1252965" y="109128"/>
                  <a:pt x="1252965" y="109128"/>
                </a:cubicBezTo>
                <a:cubicBezTo>
                  <a:pt x="1252965" y="109128"/>
                  <a:pt x="1252140" y="148808"/>
                  <a:pt x="1254615" y="188136"/>
                </a:cubicBezTo>
                <a:lnTo>
                  <a:pt x="1257131" y="218372"/>
                </a:lnTo>
                <a:lnTo>
                  <a:pt x="1292608" y="218372"/>
                </a:lnTo>
                <a:lnTo>
                  <a:pt x="1293061" y="217027"/>
                </a:lnTo>
                <a:cubicBezTo>
                  <a:pt x="1297488" y="203254"/>
                  <a:pt x="1302914" y="184780"/>
                  <a:pt x="1306912" y="165974"/>
                </a:cubicBezTo>
                <a:cubicBezTo>
                  <a:pt x="1315226" y="128441"/>
                  <a:pt x="1317702" y="89932"/>
                  <a:pt x="1317702" y="89932"/>
                </a:cubicBezTo>
                <a:cubicBezTo>
                  <a:pt x="1317702" y="89932"/>
                  <a:pt x="1330205" y="127466"/>
                  <a:pt x="1336805" y="166209"/>
                </a:cubicBezTo>
                <a:cubicBezTo>
                  <a:pt x="1339693" y="182166"/>
                  <a:pt x="1341550" y="198261"/>
                  <a:pt x="1342732" y="211663"/>
                </a:cubicBezTo>
                <a:lnTo>
                  <a:pt x="1343228" y="218372"/>
                </a:lnTo>
                <a:lnTo>
                  <a:pt x="1345931" y="218372"/>
                </a:lnTo>
                <a:lnTo>
                  <a:pt x="1346080" y="216393"/>
                </a:lnTo>
                <a:cubicBezTo>
                  <a:pt x="1346437" y="212706"/>
                  <a:pt x="1346706" y="210609"/>
                  <a:pt x="1346706" y="210609"/>
                </a:cubicBezTo>
                <a:cubicBezTo>
                  <a:pt x="1346706" y="210609"/>
                  <a:pt x="1350704" y="176860"/>
                  <a:pt x="1362763" y="144945"/>
                </a:cubicBezTo>
                <a:cubicBezTo>
                  <a:pt x="1368856" y="128948"/>
                  <a:pt x="1376091" y="113420"/>
                  <a:pt x="1382501" y="102067"/>
                </a:cubicBezTo>
                <a:cubicBezTo>
                  <a:pt x="1388848" y="90713"/>
                  <a:pt x="1393545" y="83378"/>
                  <a:pt x="1393545" y="83378"/>
                </a:cubicBezTo>
                <a:cubicBezTo>
                  <a:pt x="1393545" y="83378"/>
                  <a:pt x="1388975" y="115527"/>
                  <a:pt x="1392593" y="146779"/>
                </a:cubicBezTo>
                <a:cubicBezTo>
                  <a:pt x="1394433" y="162424"/>
                  <a:pt x="1397416" y="177797"/>
                  <a:pt x="1400653" y="189150"/>
                </a:cubicBezTo>
                <a:cubicBezTo>
                  <a:pt x="1403826" y="200504"/>
                  <a:pt x="1406428" y="207917"/>
                  <a:pt x="1406428" y="207917"/>
                </a:cubicBezTo>
                <a:cubicBezTo>
                  <a:pt x="1406428" y="207917"/>
                  <a:pt x="1407027" y="209660"/>
                  <a:pt x="1408177" y="212690"/>
                </a:cubicBezTo>
                <a:lnTo>
                  <a:pt x="1410474" y="218372"/>
                </a:lnTo>
                <a:lnTo>
                  <a:pt x="1451672" y="218372"/>
                </a:lnTo>
                <a:lnTo>
                  <a:pt x="1452315" y="216813"/>
                </a:lnTo>
                <a:cubicBezTo>
                  <a:pt x="1452315" y="216813"/>
                  <a:pt x="1463676" y="188955"/>
                  <a:pt x="1472751" y="160356"/>
                </a:cubicBezTo>
                <a:cubicBezTo>
                  <a:pt x="1481954" y="131874"/>
                  <a:pt x="1488682" y="102730"/>
                  <a:pt x="1488682" y="102730"/>
                </a:cubicBezTo>
                <a:cubicBezTo>
                  <a:pt x="1488682" y="102730"/>
                  <a:pt x="1496932" y="131641"/>
                  <a:pt x="1502644" y="161176"/>
                </a:cubicBezTo>
                <a:cubicBezTo>
                  <a:pt x="1507072" y="183269"/>
                  <a:pt x="1510035" y="205647"/>
                  <a:pt x="1511239" y="215455"/>
                </a:cubicBezTo>
                <a:lnTo>
                  <a:pt x="1511584" y="218372"/>
                </a:lnTo>
                <a:lnTo>
                  <a:pt x="1514931" y="218372"/>
                </a:lnTo>
                <a:lnTo>
                  <a:pt x="1517075" y="213428"/>
                </a:lnTo>
                <a:cubicBezTo>
                  <a:pt x="1518178" y="210814"/>
                  <a:pt x="1518765" y="209361"/>
                  <a:pt x="1518765" y="209361"/>
                </a:cubicBezTo>
                <a:cubicBezTo>
                  <a:pt x="1518765" y="209361"/>
                  <a:pt x="1535266" y="169681"/>
                  <a:pt x="1545421" y="128441"/>
                </a:cubicBezTo>
                <a:cubicBezTo>
                  <a:pt x="1555893" y="87358"/>
                  <a:pt x="1559701" y="45064"/>
                  <a:pt x="1559701" y="45064"/>
                </a:cubicBezTo>
                <a:cubicBezTo>
                  <a:pt x="1559701" y="45064"/>
                  <a:pt x="1570871" y="86655"/>
                  <a:pt x="1575314" y="129417"/>
                </a:cubicBezTo>
                <a:cubicBezTo>
                  <a:pt x="1580137" y="172061"/>
                  <a:pt x="1577980" y="215408"/>
                  <a:pt x="1577980" y="215408"/>
                </a:cubicBezTo>
                <a:lnTo>
                  <a:pt x="1577828" y="218372"/>
                </a:lnTo>
                <a:lnTo>
                  <a:pt x="1579032" y="218372"/>
                </a:lnTo>
                <a:lnTo>
                  <a:pt x="1586215" y="196071"/>
                </a:lnTo>
                <a:cubicBezTo>
                  <a:pt x="1589642" y="185854"/>
                  <a:pt x="1593561" y="174675"/>
                  <a:pt x="1597781" y="163555"/>
                </a:cubicBezTo>
                <a:cubicBezTo>
                  <a:pt x="1611807" y="126218"/>
                  <a:pt x="1629007" y="89854"/>
                  <a:pt x="1629007" y="89854"/>
                </a:cubicBezTo>
                <a:cubicBezTo>
                  <a:pt x="1629007" y="89854"/>
                  <a:pt x="1626532" y="128090"/>
                  <a:pt x="1627547" y="166014"/>
                </a:cubicBezTo>
                <a:cubicBezTo>
                  <a:pt x="1627928" y="184995"/>
                  <a:pt x="1629150" y="203869"/>
                  <a:pt x="1630276" y="217998"/>
                </a:cubicBezTo>
                <a:lnTo>
                  <a:pt x="1630309" y="218372"/>
                </a:lnTo>
                <a:lnTo>
                  <a:pt x="1679389" y="218372"/>
                </a:lnTo>
                <a:lnTo>
                  <a:pt x="1681147" y="212027"/>
                </a:lnTo>
                <a:cubicBezTo>
                  <a:pt x="1682367" y="207407"/>
                  <a:pt x="1683017" y="204757"/>
                  <a:pt x="1683017" y="204757"/>
                </a:cubicBezTo>
                <a:cubicBezTo>
                  <a:pt x="1683017" y="204757"/>
                  <a:pt x="1693680" y="162424"/>
                  <a:pt x="1698884" y="119117"/>
                </a:cubicBezTo>
                <a:cubicBezTo>
                  <a:pt x="1704342" y="76901"/>
                  <a:pt x="1704406" y="34062"/>
                  <a:pt x="1704406" y="32188"/>
                </a:cubicBezTo>
                <a:cubicBezTo>
                  <a:pt x="1705167" y="34256"/>
                  <a:pt x="1719574" y="75770"/>
                  <a:pt x="1728777" y="118453"/>
                </a:cubicBezTo>
                <a:cubicBezTo>
                  <a:pt x="1738614" y="162151"/>
                  <a:pt x="1742740" y="206708"/>
                  <a:pt x="1742740" y="206708"/>
                </a:cubicBezTo>
                <a:cubicBezTo>
                  <a:pt x="1742740" y="206708"/>
                  <a:pt x="1742903" y="208288"/>
                  <a:pt x="1743158" y="211154"/>
                </a:cubicBezTo>
                <a:lnTo>
                  <a:pt x="1743734" y="218372"/>
                </a:lnTo>
                <a:lnTo>
                  <a:pt x="1760697" y="218372"/>
                </a:lnTo>
                <a:lnTo>
                  <a:pt x="1772760" y="175182"/>
                </a:lnTo>
                <a:cubicBezTo>
                  <a:pt x="1782470" y="136127"/>
                  <a:pt x="1788119" y="96331"/>
                  <a:pt x="1788119" y="96331"/>
                </a:cubicBezTo>
                <a:cubicBezTo>
                  <a:pt x="1788119" y="96331"/>
                  <a:pt x="1797448" y="135776"/>
                  <a:pt x="1802652" y="175923"/>
                </a:cubicBezTo>
                <a:cubicBezTo>
                  <a:pt x="1804033" y="185951"/>
                  <a:pt x="1805155" y="196012"/>
                  <a:pt x="1806063" y="205464"/>
                </a:cubicBezTo>
                <a:lnTo>
                  <a:pt x="1807120" y="218372"/>
                </a:lnTo>
                <a:lnTo>
                  <a:pt x="1833582" y="218372"/>
                </a:lnTo>
                <a:lnTo>
                  <a:pt x="1840098" y="206122"/>
                </a:lnTo>
                <a:cubicBezTo>
                  <a:pt x="1847714" y="192193"/>
                  <a:pt x="1859265" y="174051"/>
                  <a:pt x="1871895" y="156454"/>
                </a:cubicBezTo>
                <a:cubicBezTo>
                  <a:pt x="1884906" y="138975"/>
                  <a:pt x="1898932" y="122043"/>
                  <a:pt x="1910419" y="109830"/>
                </a:cubicBezTo>
                <a:cubicBezTo>
                  <a:pt x="1920955" y="98438"/>
                  <a:pt x="1928698" y="90830"/>
                  <a:pt x="1929777" y="89815"/>
                </a:cubicBezTo>
                <a:cubicBezTo>
                  <a:pt x="1928634" y="91961"/>
                  <a:pt x="1910356" y="127193"/>
                  <a:pt x="1900138" y="163088"/>
                </a:cubicBezTo>
                <a:cubicBezTo>
                  <a:pt x="1894997" y="181659"/>
                  <a:pt x="1891062" y="200192"/>
                  <a:pt x="1889221" y="214121"/>
                </a:cubicBezTo>
                <a:lnTo>
                  <a:pt x="1888711" y="218372"/>
                </a:lnTo>
                <a:lnTo>
                  <a:pt x="1909838" y="218372"/>
                </a:lnTo>
                <a:lnTo>
                  <a:pt x="1959225" y="141356"/>
                </a:lnTo>
                <a:lnTo>
                  <a:pt x="1948856" y="218372"/>
                </a:lnTo>
                <a:lnTo>
                  <a:pt x="1969879" y="218372"/>
                </a:lnTo>
                <a:lnTo>
                  <a:pt x="1973188" y="199763"/>
                </a:lnTo>
                <a:cubicBezTo>
                  <a:pt x="1975663" y="181971"/>
                  <a:pt x="1978392" y="158093"/>
                  <a:pt x="1977821" y="134099"/>
                </a:cubicBezTo>
                <a:cubicBezTo>
                  <a:pt x="1977060" y="110221"/>
                  <a:pt x="1974394" y="85992"/>
                  <a:pt x="1968999" y="68240"/>
                </a:cubicBezTo>
                <a:cubicBezTo>
                  <a:pt x="1967159" y="59149"/>
                  <a:pt x="1963859" y="51930"/>
                  <a:pt x="1962145" y="46703"/>
                </a:cubicBezTo>
                <a:cubicBezTo>
                  <a:pt x="1960558" y="42137"/>
                  <a:pt x="1959479" y="39289"/>
                  <a:pt x="1959289" y="38665"/>
                </a:cubicBezTo>
                <a:cubicBezTo>
                  <a:pt x="1959797" y="39329"/>
                  <a:pt x="1961574" y="41943"/>
                  <a:pt x="1964557" y="46078"/>
                </a:cubicBezTo>
                <a:cubicBezTo>
                  <a:pt x="1967794" y="50955"/>
                  <a:pt x="1973379" y="57744"/>
                  <a:pt x="1977948" y="66445"/>
                </a:cubicBezTo>
                <a:cubicBezTo>
                  <a:pt x="1988864" y="83456"/>
                  <a:pt x="1999146" y="107334"/>
                  <a:pt x="2007524" y="131680"/>
                </a:cubicBezTo>
                <a:cubicBezTo>
                  <a:pt x="2012093" y="145179"/>
                  <a:pt x="2015584" y="158757"/>
                  <a:pt x="2018313" y="171437"/>
                </a:cubicBezTo>
                <a:cubicBezTo>
                  <a:pt x="2018884" y="168082"/>
                  <a:pt x="2019456" y="164726"/>
                  <a:pt x="2020154" y="161332"/>
                </a:cubicBezTo>
                <a:cubicBezTo>
                  <a:pt x="2025104" y="138741"/>
                  <a:pt x="2031705" y="116502"/>
                  <a:pt x="2037988" y="100155"/>
                </a:cubicBezTo>
                <a:cubicBezTo>
                  <a:pt x="2040781" y="91922"/>
                  <a:pt x="2044081" y="85211"/>
                  <a:pt x="2045921" y="80452"/>
                </a:cubicBezTo>
                <a:cubicBezTo>
                  <a:pt x="2047952" y="75730"/>
                  <a:pt x="2049095" y="73038"/>
                  <a:pt x="2049095" y="73038"/>
                </a:cubicBezTo>
                <a:cubicBezTo>
                  <a:pt x="2049095" y="73038"/>
                  <a:pt x="2048841" y="75848"/>
                  <a:pt x="2048460" y="80764"/>
                </a:cubicBezTo>
                <a:cubicBezTo>
                  <a:pt x="2048270" y="85679"/>
                  <a:pt x="2047254" y="92625"/>
                  <a:pt x="2047254" y="101013"/>
                </a:cubicBezTo>
                <a:cubicBezTo>
                  <a:pt x="2046556" y="117751"/>
                  <a:pt x="2047508" y="139990"/>
                  <a:pt x="2050047" y="161956"/>
                </a:cubicBezTo>
                <a:cubicBezTo>
                  <a:pt x="2051570" y="172959"/>
                  <a:pt x="2053474" y="183873"/>
                  <a:pt x="2055585" y="194042"/>
                </a:cubicBezTo>
                <a:lnTo>
                  <a:pt x="2061555" y="218372"/>
                </a:lnTo>
                <a:lnTo>
                  <a:pt x="2097672" y="218372"/>
                </a:lnTo>
                <a:lnTo>
                  <a:pt x="2087302" y="141356"/>
                </a:lnTo>
                <a:lnTo>
                  <a:pt x="2136689" y="218372"/>
                </a:lnTo>
                <a:lnTo>
                  <a:pt x="2157816" y="218372"/>
                </a:lnTo>
                <a:lnTo>
                  <a:pt x="2157306" y="214121"/>
                </a:lnTo>
                <a:cubicBezTo>
                  <a:pt x="2155465" y="200192"/>
                  <a:pt x="2151530" y="181659"/>
                  <a:pt x="2146390" y="163088"/>
                </a:cubicBezTo>
                <a:cubicBezTo>
                  <a:pt x="2136171" y="127193"/>
                  <a:pt x="2117893" y="91961"/>
                  <a:pt x="2116751" y="89815"/>
                </a:cubicBezTo>
                <a:cubicBezTo>
                  <a:pt x="2117829" y="90830"/>
                  <a:pt x="2125572" y="98438"/>
                  <a:pt x="2136108" y="109830"/>
                </a:cubicBezTo>
                <a:cubicBezTo>
                  <a:pt x="2147595" y="122043"/>
                  <a:pt x="2161685" y="138975"/>
                  <a:pt x="2174632" y="156454"/>
                </a:cubicBezTo>
                <a:cubicBezTo>
                  <a:pt x="2187262" y="174051"/>
                  <a:pt x="2198813" y="192193"/>
                  <a:pt x="2206429" y="206122"/>
                </a:cubicBezTo>
                <a:lnTo>
                  <a:pt x="2212945" y="218372"/>
                </a:lnTo>
                <a:lnTo>
                  <a:pt x="2239408" y="218372"/>
                </a:lnTo>
                <a:lnTo>
                  <a:pt x="2240465" y="205464"/>
                </a:lnTo>
                <a:cubicBezTo>
                  <a:pt x="2241372" y="196012"/>
                  <a:pt x="2242495" y="185951"/>
                  <a:pt x="2243875" y="175923"/>
                </a:cubicBezTo>
                <a:cubicBezTo>
                  <a:pt x="2249079" y="135776"/>
                  <a:pt x="2258409" y="96331"/>
                  <a:pt x="2258409" y="96331"/>
                </a:cubicBezTo>
                <a:cubicBezTo>
                  <a:pt x="2258409" y="96331"/>
                  <a:pt x="2264057" y="136127"/>
                  <a:pt x="2273768" y="175182"/>
                </a:cubicBezTo>
                <a:lnTo>
                  <a:pt x="2285830" y="218372"/>
                </a:lnTo>
                <a:lnTo>
                  <a:pt x="2302794" y="218372"/>
                </a:lnTo>
                <a:lnTo>
                  <a:pt x="2303371" y="211154"/>
                </a:lnTo>
                <a:cubicBezTo>
                  <a:pt x="2303626" y="208288"/>
                  <a:pt x="2303788" y="206708"/>
                  <a:pt x="2303788" y="206708"/>
                </a:cubicBezTo>
                <a:cubicBezTo>
                  <a:pt x="2303788" y="206708"/>
                  <a:pt x="2307913" y="162151"/>
                  <a:pt x="2317750" y="118453"/>
                </a:cubicBezTo>
                <a:cubicBezTo>
                  <a:pt x="2326953" y="75770"/>
                  <a:pt x="2341360" y="34256"/>
                  <a:pt x="2342122" y="32188"/>
                </a:cubicBezTo>
                <a:cubicBezTo>
                  <a:pt x="2342122" y="34062"/>
                  <a:pt x="2342122" y="76901"/>
                  <a:pt x="2347643" y="119117"/>
                </a:cubicBezTo>
                <a:cubicBezTo>
                  <a:pt x="2352847" y="162424"/>
                  <a:pt x="2363573" y="204757"/>
                  <a:pt x="2363573" y="204757"/>
                </a:cubicBezTo>
                <a:cubicBezTo>
                  <a:pt x="2363573" y="204757"/>
                  <a:pt x="2364220" y="207407"/>
                  <a:pt x="2365434" y="212027"/>
                </a:cubicBezTo>
                <a:lnTo>
                  <a:pt x="2367185" y="218372"/>
                </a:lnTo>
                <a:lnTo>
                  <a:pt x="2416218" y="218372"/>
                </a:lnTo>
                <a:lnTo>
                  <a:pt x="2416251" y="217998"/>
                </a:lnTo>
                <a:cubicBezTo>
                  <a:pt x="2417378" y="203869"/>
                  <a:pt x="2418600" y="184995"/>
                  <a:pt x="2418980" y="166014"/>
                </a:cubicBezTo>
                <a:cubicBezTo>
                  <a:pt x="2419996" y="128090"/>
                  <a:pt x="2417520" y="89854"/>
                  <a:pt x="2417520" y="89854"/>
                </a:cubicBezTo>
                <a:cubicBezTo>
                  <a:pt x="2417520" y="89854"/>
                  <a:pt x="2434720" y="126218"/>
                  <a:pt x="2448746" y="163555"/>
                </a:cubicBezTo>
                <a:cubicBezTo>
                  <a:pt x="2452967" y="174675"/>
                  <a:pt x="2456886" y="185854"/>
                  <a:pt x="2460313" y="196071"/>
                </a:cubicBezTo>
                <a:lnTo>
                  <a:pt x="2467496" y="218372"/>
                </a:lnTo>
                <a:lnTo>
                  <a:pt x="2468701" y="218372"/>
                </a:lnTo>
                <a:lnTo>
                  <a:pt x="2468548" y="215408"/>
                </a:lnTo>
                <a:cubicBezTo>
                  <a:pt x="2468548" y="215408"/>
                  <a:pt x="2466390" y="172061"/>
                  <a:pt x="2471213" y="129417"/>
                </a:cubicBezTo>
                <a:cubicBezTo>
                  <a:pt x="2475656" y="86655"/>
                  <a:pt x="2486826" y="45064"/>
                  <a:pt x="2486826" y="45064"/>
                </a:cubicBezTo>
                <a:cubicBezTo>
                  <a:pt x="2486826" y="45064"/>
                  <a:pt x="2490634" y="87358"/>
                  <a:pt x="2501106" y="128441"/>
                </a:cubicBezTo>
                <a:cubicBezTo>
                  <a:pt x="2511261" y="169681"/>
                  <a:pt x="2527762" y="209361"/>
                  <a:pt x="2527762" y="209361"/>
                </a:cubicBezTo>
                <a:cubicBezTo>
                  <a:pt x="2527762" y="209361"/>
                  <a:pt x="2528350" y="210814"/>
                  <a:pt x="2529452" y="213428"/>
                </a:cubicBezTo>
                <a:lnTo>
                  <a:pt x="2531596" y="218372"/>
                </a:lnTo>
                <a:lnTo>
                  <a:pt x="2534943" y="218372"/>
                </a:lnTo>
                <a:lnTo>
                  <a:pt x="2535288" y="215455"/>
                </a:lnTo>
                <a:cubicBezTo>
                  <a:pt x="2536493" y="205647"/>
                  <a:pt x="2539457" y="183269"/>
                  <a:pt x="2543883" y="161176"/>
                </a:cubicBezTo>
                <a:cubicBezTo>
                  <a:pt x="2549595" y="131641"/>
                  <a:pt x="2557846" y="102730"/>
                  <a:pt x="2557846" y="102730"/>
                </a:cubicBezTo>
                <a:cubicBezTo>
                  <a:pt x="2557846" y="102730"/>
                  <a:pt x="2564573" y="131874"/>
                  <a:pt x="2573776" y="160356"/>
                </a:cubicBezTo>
                <a:cubicBezTo>
                  <a:pt x="2582852" y="188955"/>
                  <a:pt x="2594276" y="216813"/>
                  <a:pt x="2594276" y="216813"/>
                </a:cubicBezTo>
                <a:lnTo>
                  <a:pt x="2594916" y="218372"/>
                </a:lnTo>
                <a:lnTo>
                  <a:pt x="2636053" y="218372"/>
                </a:lnTo>
                <a:lnTo>
                  <a:pt x="2638351" y="212690"/>
                </a:lnTo>
                <a:cubicBezTo>
                  <a:pt x="2639500" y="209660"/>
                  <a:pt x="2640099" y="207917"/>
                  <a:pt x="2640099" y="207917"/>
                </a:cubicBezTo>
                <a:cubicBezTo>
                  <a:pt x="2640099" y="207917"/>
                  <a:pt x="2642701" y="200504"/>
                  <a:pt x="2645874" y="189150"/>
                </a:cubicBezTo>
                <a:cubicBezTo>
                  <a:pt x="2649111" y="177797"/>
                  <a:pt x="2652094" y="162424"/>
                  <a:pt x="2653935" y="146779"/>
                </a:cubicBezTo>
                <a:cubicBezTo>
                  <a:pt x="2657552" y="115527"/>
                  <a:pt x="2652983" y="83378"/>
                  <a:pt x="2652983" y="83378"/>
                </a:cubicBezTo>
                <a:cubicBezTo>
                  <a:pt x="2652983" y="83378"/>
                  <a:pt x="2657679" y="90713"/>
                  <a:pt x="2664026" y="102067"/>
                </a:cubicBezTo>
                <a:cubicBezTo>
                  <a:pt x="2670436" y="113420"/>
                  <a:pt x="2677671" y="128948"/>
                  <a:pt x="2683764" y="144945"/>
                </a:cubicBezTo>
                <a:cubicBezTo>
                  <a:pt x="2695823" y="176860"/>
                  <a:pt x="2699821" y="210609"/>
                  <a:pt x="2699821" y="210609"/>
                </a:cubicBezTo>
                <a:cubicBezTo>
                  <a:pt x="2699821" y="210609"/>
                  <a:pt x="2700091" y="212706"/>
                  <a:pt x="2700448" y="216393"/>
                </a:cubicBezTo>
                <a:lnTo>
                  <a:pt x="2700597" y="218372"/>
                </a:lnTo>
                <a:lnTo>
                  <a:pt x="2703300" y="218372"/>
                </a:lnTo>
                <a:lnTo>
                  <a:pt x="2703796" y="211663"/>
                </a:lnTo>
                <a:cubicBezTo>
                  <a:pt x="2704978" y="198261"/>
                  <a:pt x="2706835" y="182166"/>
                  <a:pt x="2709722" y="166209"/>
                </a:cubicBezTo>
                <a:cubicBezTo>
                  <a:pt x="2716323" y="127466"/>
                  <a:pt x="2728826" y="89932"/>
                  <a:pt x="2728826" y="89932"/>
                </a:cubicBezTo>
                <a:cubicBezTo>
                  <a:pt x="2728826" y="89932"/>
                  <a:pt x="2731301" y="128441"/>
                  <a:pt x="2739615" y="165974"/>
                </a:cubicBezTo>
                <a:cubicBezTo>
                  <a:pt x="2743614" y="184780"/>
                  <a:pt x="2749040" y="203254"/>
                  <a:pt x="2753467" y="217027"/>
                </a:cubicBezTo>
                <a:lnTo>
                  <a:pt x="2753920" y="218372"/>
                </a:lnTo>
                <a:lnTo>
                  <a:pt x="2789410" y="218372"/>
                </a:lnTo>
                <a:lnTo>
                  <a:pt x="2791912" y="188136"/>
                </a:lnTo>
                <a:cubicBezTo>
                  <a:pt x="2794387" y="148808"/>
                  <a:pt x="2793625" y="109128"/>
                  <a:pt x="2793625" y="109128"/>
                </a:cubicBezTo>
                <a:cubicBezTo>
                  <a:pt x="2793625" y="109128"/>
                  <a:pt x="2809175" y="147325"/>
                  <a:pt x="2821678" y="186302"/>
                </a:cubicBezTo>
                <a:cubicBezTo>
                  <a:pt x="2824026" y="193325"/>
                  <a:pt x="2826247" y="200348"/>
                  <a:pt x="2828278" y="207175"/>
                </a:cubicBezTo>
                <a:lnTo>
                  <a:pt x="2843066" y="44869"/>
                </a:lnTo>
                <a:lnTo>
                  <a:pt x="2879943" y="218372"/>
                </a:lnTo>
                <a:lnTo>
                  <a:pt x="2898970" y="218372"/>
                </a:lnTo>
                <a:lnTo>
                  <a:pt x="2899425" y="214081"/>
                </a:lnTo>
                <a:cubicBezTo>
                  <a:pt x="2901456" y="181191"/>
                  <a:pt x="2896886" y="147754"/>
                  <a:pt x="2896886" y="147754"/>
                </a:cubicBezTo>
                <a:cubicBezTo>
                  <a:pt x="2896886" y="147754"/>
                  <a:pt x="2901646" y="155440"/>
                  <a:pt x="2908056" y="167301"/>
                </a:cubicBezTo>
                <a:cubicBezTo>
                  <a:pt x="2914530" y="179123"/>
                  <a:pt x="2922400" y="195159"/>
                  <a:pt x="2929127" y="211546"/>
                </a:cubicBezTo>
                <a:lnTo>
                  <a:pt x="2931509" y="218372"/>
                </a:lnTo>
                <a:lnTo>
                  <a:pt x="2946730" y="218372"/>
                </a:lnTo>
                <a:lnTo>
                  <a:pt x="2946835" y="216539"/>
                </a:lnTo>
                <a:cubicBezTo>
                  <a:pt x="2947279" y="210921"/>
                  <a:pt x="2947279" y="202962"/>
                  <a:pt x="2948421" y="193364"/>
                </a:cubicBezTo>
                <a:cubicBezTo>
                  <a:pt x="2950071" y="174246"/>
                  <a:pt x="2954197" y="148846"/>
                  <a:pt x="2959909" y="123837"/>
                </a:cubicBezTo>
                <a:cubicBezTo>
                  <a:pt x="2966129" y="98867"/>
                  <a:pt x="2973998" y="74248"/>
                  <a:pt x="2981234" y="56105"/>
                </a:cubicBezTo>
                <a:cubicBezTo>
                  <a:pt x="2984534" y="46975"/>
                  <a:pt x="2988215" y="39524"/>
                  <a:pt x="2990373" y="34256"/>
                </a:cubicBezTo>
                <a:cubicBezTo>
                  <a:pt x="2992658" y="29028"/>
                  <a:pt x="2993927" y="26024"/>
                  <a:pt x="2993927" y="26024"/>
                </a:cubicBezTo>
                <a:cubicBezTo>
                  <a:pt x="2993927" y="26024"/>
                  <a:pt x="2993546" y="29145"/>
                  <a:pt x="2992912" y="34607"/>
                </a:cubicBezTo>
                <a:cubicBezTo>
                  <a:pt x="2992404" y="40070"/>
                  <a:pt x="2990944" y="47756"/>
                  <a:pt x="2990500" y="57120"/>
                </a:cubicBezTo>
                <a:cubicBezTo>
                  <a:pt x="2988786" y="75730"/>
                  <a:pt x="2988469" y="100506"/>
                  <a:pt x="2989738" y="125086"/>
                </a:cubicBezTo>
                <a:cubicBezTo>
                  <a:pt x="2991579" y="149705"/>
                  <a:pt x="2995006" y="174051"/>
                  <a:pt x="2998941" y="192155"/>
                </a:cubicBezTo>
                <a:cubicBezTo>
                  <a:pt x="3000528" y="201206"/>
                  <a:pt x="3002812" y="208697"/>
                  <a:pt x="3003955" y="213925"/>
                </a:cubicBezTo>
                <a:lnTo>
                  <a:pt x="3005052" y="218372"/>
                </a:lnTo>
                <a:lnTo>
                  <a:pt x="3044889" y="218372"/>
                </a:lnTo>
                <a:lnTo>
                  <a:pt x="3045197" y="217067"/>
                </a:lnTo>
                <a:cubicBezTo>
                  <a:pt x="3049434" y="198692"/>
                  <a:pt x="3058632" y="156620"/>
                  <a:pt x="3064439" y="114044"/>
                </a:cubicBezTo>
                <a:cubicBezTo>
                  <a:pt x="3072690" y="57354"/>
                  <a:pt x="3074721" y="0"/>
                  <a:pt x="3074721" y="0"/>
                </a:cubicBezTo>
                <a:cubicBezTo>
                  <a:pt x="3074721" y="0"/>
                  <a:pt x="3087604" y="56652"/>
                  <a:pt x="3094332" y="114161"/>
                </a:cubicBezTo>
                <a:cubicBezTo>
                  <a:pt x="3097982" y="142897"/>
                  <a:pt x="3100060" y="171778"/>
                  <a:pt x="3101226" y="193476"/>
                </a:cubicBezTo>
                <a:lnTo>
                  <a:pt x="3102315" y="218372"/>
                </a:lnTo>
                <a:lnTo>
                  <a:pt x="3131032" y="218372"/>
                </a:lnTo>
                <a:lnTo>
                  <a:pt x="3131914" y="215700"/>
                </a:lnTo>
                <a:cubicBezTo>
                  <a:pt x="3137454" y="199143"/>
                  <a:pt x="3150437" y="161381"/>
                  <a:pt x="3165669" y="124188"/>
                </a:cubicBezTo>
                <a:cubicBezTo>
                  <a:pt x="3185026" y="76355"/>
                  <a:pt x="3208065" y="29574"/>
                  <a:pt x="3209778" y="26180"/>
                </a:cubicBezTo>
                <a:cubicBezTo>
                  <a:pt x="3209461" y="27936"/>
                  <a:pt x="3207113" y="41123"/>
                  <a:pt x="3204130" y="60007"/>
                </a:cubicBezTo>
                <a:cubicBezTo>
                  <a:pt x="3206415" y="46859"/>
                  <a:pt x="3208001" y="38509"/>
                  <a:pt x="3208001" y="38509"/>
                </a:cubicBezTo>
                <a:cubicBezTo>
                  <a:pt x="3208001" y="38509"/>
                  <a:pt x="3214538" y="84431"/>
                  <a:pt x="3223424" y="130002"/>
                </a:cubicBezTo>
                <a:cubicBezTo>
                  <a:pt x="3229993" y="164180"/>
                  <a:pt x="3237883" y="198138"/>
                  <a:pt x="3241417" y="212982"/>
                </a:cubicBezTo>
                <a:lnTo>
                  <a:pt x="3242716" y="218372"/>
                </a:lnTo>
                <a:lnTo>
                  <a:pt x="3258397" y="218372"/>
                </a:lnTo>
                <a:lnTo>
                  <a:pt x="3259346" y="198436"/>
                </a:lnTo>
                <a:cubicBezTo>
                  <a:pt x="3259536" y="163712"/>
                  <a:pt x="3253634" y="128597"/>
                  <a:pt x="3253634" y="128597"/>
                </a:cubicBezTo>
                <a:cubicBezTo>
                  <a:pt x="3253634" y="128597"/>
                  <a:pt x="3274007" y="161020"/>
                  <a:pt x="3288922" y="195393"/>
                </a:cubicBezTo>
                <a:lnTo>
                  <a:pt x="3297610" y="218372"/>
                </a:lnTo>
                <a:lnTo>
                  <a:pt x="3340482" y="218372"/>
                </a:lnTo>
                <a:lnTo>
                  <a:pt x="3343313" y="210843"/>
                </a:lnTo>
                <a:cubicBezTo>
                  <a:pt x="3349850" y="192935"/>
                  <a:pt x="3357085" y="168784"/>
                  <a:pt x="3362924" y="144282"/>
                </a:cubicBezTo>
                <a:cubicBezTo>
                  <a:pt x="3368382" y="119741"/>
                  <a:pt x="3372380" y="94965"/>
                  <a:pt x="3374221" y="76237"/>
                </a:cubicBezTo>
                <a:cubicBezTo>
                  <a:pt x="3375427" y="66874"/>
                  <a:pt x="3375617" y="59071"/>
                  <a:pt x="3376125" y="53569"/>
                </a:cubicBezTo>
                <a:cubicBezTo>
                  <a:pt x="3376506" y="48068"/>
                  <a:pt x="3376696" y="44947"/>
                  <a:pt x="3376696" y="44947"/>
                </a:cubicBezTo>
                <a:cubicBezTo>
                  <a:pt x="3376696" y="44947"/>
                  <a:pt x="3377458" y="48029"/>
                  <a:pt x="3378664" y="53452"/>
                </a:cubicBezTo>
                <a:cubicBezTo>
                  <a:pt x="3379806" y="58914"/>
                  <a:pt x="3381964" y="66679"/>
                  <a:pt x="3383551" y="76043"/>
                </a:cubicBezTo>
                <a:cubicBezTo>
                  <a:pt x="3387359" y="94770"/>
                  <a:pt x="3390786" y="119935"/>
                  <a:pt x="3392817" y="145335"/>
                </a:cubicBezTo>
                <a:cubicBezTo>
                  <a:pt x="3394404" y="170696"/>
                  <a:pt x="3394531" y="196290"/>
                  <a:pt x="3393388" y="215486"/>
                </a:cubicBezTo>
                <a:lnTo>
                  <a:pt x="3393203" y="218372"/>
                </a:lnTo>
                <a:lnTo>
                  <a:pt x="3451708" y="218372"/>
                </a:lnTo>
                <a:lnTo>
                  <a:pt x="3450698" y="206300"/>
                </a:lnTo>
                <a:cubicBezTo>
                  <a:pt x="3449981" y="195722"/>
                  <a:pt x="3449414" y="184449"/>
                  <a:pt x="3449176" y="173193"/>
                </a:cubicBezTo>
                <a:cubicBezTo>
                  <a:pt x="3447906" y="128090"/>
                  <a:pt x="3451905" y="83495"/>
                  <a:pt x="3451905" y="83495"/>
                </a:cubicBezTo>
                <a:cubicBezTo>
                  <a:pt x="3451905" y="83495"/>
                  <a:pt x="3462884" y="127583"/>
                  <a:pt x="3478815" y="170501"/>
                </a:cubicBezTo>
                <a:cubicBezTo>
                  <a:pt x="3482734" y="181269"/>
                  <a:pt x="3486955" y="191947"/>
                  <a:pt x="3491081" y="201907"/>
                </a:cubicBezTo>
                <a:lnTo>
                  <a:pt x="3498191" y="218372"/>
                </a:lnTo>
                <a:lnTo>
                  <a:pt x="3556656" y="218372"/>
                </a:lnTo>
                <a:lnTo>
                  <a:pt x="3557450" y="211428"/>
                </a:lnTo>
                <a:cubicBezTo>
                  <a:pt x="3559037" y="195276"/>
                  <a:pt x="3559545" y="173661"/>
                  <a:pt x="3558656" y="151851"/>
                </a:cubicBezTo>
                <a:cubicBezTo>
                  <a:pt x="3557260" y="130119"/>
                  <a:pt x="3554404" y="108231"/>
                  <a:pt x="3550913" y="91844"/>
                </a:cubicBezTo>
                <a:cubicBezTo>
                  <a:pt x="3549580" y="83612"/>
                  <a:pt x="3547486" y="76901"/>
                  <a:pt x="3546471" y="72102"/>
                </a:cubicBezTo>
                <a:cubicBezTo>
                  <a:pt x="3545455" y="67888"/>
                  <a:pt x="3544820" y="65274"/>
                  <a:pt x="3544693" y="64689"/>
                </a:cubicBezTo>
                <a:cubicBezTo>
                  <a:pt x="3545074" y="65235"/>
                  <a:pt x="3546534" y="67693"/>
                  <a:pt x="3548945" y="71595"/>
                </a:cubicBezTo>
                <a:cubicBezTo>
                  <a:pt x="3551548" y="76082"/>
                  <a:pt x="3555864" y="82441"/>
                  <a:pt x="3559989" y="90284"/>
                </a:cubicBezTo>
                <a:cubicBezTo>
                  <a:pt x="3568938" y="105812"/>
                  <a:pt x="3579283" y="127036"/>
                  <a:pt x="3588232" y="148730"/>
                </a:cubicBezTo>
                <a:cubicBezTo>
                  <a:pt x="3596673" y="170423"/>
                  <a:pt x="3603781" y="192622"/>
                  <a:pt x="3607843" y="209438"/>
                </a:cubicBezTo>
                <a:lnTo>
                  <a:pt x="3609872" y="218372"/>
                </a:lnTo>
                <a:lnTo>
                  <a:pt x="3665952" y="218372"/>
                </a:lnTo>
                <a:lnTo>
                  <a:pt x="3669723" y="205264"/>
                </a:lnTo>
                <a:cubicBezTo>
                  <a:pt x="3680005" y="167106"/>
                  <a:pt x="3687938" y="128402"/>
                  <a:pt x="3687938" y="128402"/>
                </a:cubicBezTo>
                <a:cubicBezTo>
                  <a:pt x="3687938" y="128402"/>
                  <a:pt x="3694983" y="167145"/>
                  <a:pt x="3699616" y="206239"/>
                </a:cubicBezTo>
                <a:lnTo>
                  <a:pt x="3700830" y="218372"/>
                </a:lnTo>
                <a:lnTo>
                  <a:pt x="3714682" y="218372"/>
                </a:lnTo>
                <a:lnTo>
                  <a:pt x="3714690" y="217583"/>
                </a:lnTo>
                <a:cubicBezTo>
                  <a:pt x="3714864" y="200650"/>
                  <a:pt x="3715102" y="178070"/>
                  <a:pt x="3715356" y="155479"/>
                </a:cubicBezTo>
                <a:cubicBezTo>
                  <a:pt x="3715039" y="110221"/>
                  <a:pt x="3714785" y="65001"/>
                  <a:pt x="3714785" y="65001"/>
                </a:cubicBezTo>
                <a:cubicBezTo>
                  <a:pt x="3714785" y="65001"/>
                  <a:pt x="3729953" y="109089"/>
                  <a:pt x="3745058" y="153177"/>
                </a:cubicBezTo>
                <a:cubicBezTo>
                  <a:pt x="3752262" y="175319"/>
                  <a:pt x="3759482" y="197451"/>
                  <a:pt x="3764900" y="214048"/>
                </a:cubicBezTo>
                <a:lnTo>
                  <a:pt x="3766313" y="218372"/>
                </a:lnTo>
                <a:lnTo>
                  <a:pt x="3795172" y="218372"/>
                </a:lnTo>
                <a:lnTo>
                  <a:pt x="3793903" y="198810"/>
                </a:lnTo>
                <a:cubicBezTo>
                  <a:pt x="3793317" y="188338"/>
                  <a:pt x="3792802" y="177172"/>
                  <a:pt x="3792468" y="166014"/>
                </a:cubicBezTo>
                <a:cubicBezTo>
                  <a:pt x="3790945" y="121379"/>
                  <a:pt x="3792405" y="76940"/>
                  <a:pt x="3792405" y="76940"/>
                </a:cubicBezTo>
                <a:cubicBezTo>
                  <a:pt x="3792405" y="76940"/>
                  <a:pt x="3805860" y="120443"/>
                  <a:pt x="3822107" y="163244"/>
                </a:cubicBezTo>
                <a:cubicBezTo>
                  <a:pt x="3826122" y="173963"/>
                  <a:pt x="3830306" y="184632"/>
                  <a:pt x="3834326" y="194605"/>
                </a:cubicBezTo>
                <a:lnTo>
                  <a:pt x="3844139" y="218372"/>
                </a:lnTo>
                <a:lnTo>
                  <a:pt x="3906964" y="218372"/>
                </a:lnTo>
                <a:lnTo>
                  <a:pt x="3907470" y="210570"/>
                </a:lnTo>
                <a:cubicBezTo>
                  <a:pt x="3909057" y="212443"/>
                  <a:pt x="3910580" y="214316"/>
                  <a:pt x="3912167" y="216188"/>
                </a:cubicBezTo>
                <a:lnTo>
                  <a:pt x="3914032" y="218372"/>
                </a:lnTo>
                <a:lnTo>
                  <a:pt x="4022706" y="218372"/>
                </a:lnTo>
                <a:lnTo>
                  <a:pt x="4029517" y="149315"/>
                </a:lnTo>
                <a:lnTo>
                  <a:pt x="4033642" y="135308"/>
                </a:lnTo>
                <a:lnTo>
                  <a:pt x="4037704" y="149315"/>
                </a:lnTo>
                <a:lnTo>
                  <a:pt x="4044548" y="218372"/>
                </a:lnTo>
                <a:lnTo>
                  <a:pt x="4153254" y="218372"/>
                </a:lnTo>
                <a:lnTo>
                  <a:pt x="4155118" y="216188"/>
                </a:lnTo>
                <a:cubicBezTo>
                  <a:pt x="4156641" y="214354"/>
                  <a:pt x="4158228" y="212482"/>
                  <a:pt x="4159751" y="210648"/>
                </a:cubicBezTo>
                <a:lnTo>
                  <a:pt x="4160283" y="218372"/>
                </a:lnTo>
                <a:lnTo>
                  <a:pt x="4223123" y="218372"/>
                </a:lnTo>
                <a:lnTo>
                  <a:pt x="4232934" y="194605"/>
                </a:lnTo>
                <a:cubicBezTo>
                  <a:pt x="4236956" y="184632"/>
                  <a:pt x="4241148" y="173963"/>
                  <a:pt x="4245178" y="163244"/>
                </a:cubicBezTo>
                <a:cubicBezTo>
                  <a:pt x="4261426" y="120443"/>
                  <a:pt x="4274881" y="76940"/>
                  <a:pt x="4274881" y="76940"/>
                </a:cubicBezTo>
                <a:cubicBezTo>
                  <a:pt x="4274881" y="76940"/>
                  <a:pt x="4276277" y="121379"/>
                  <a:pt x="4274817" y="166014"/>
                </a:cubicBezTo>
                <a:cubicBezTo>
                  <a:pt x="4274484" y="177172"/>
                  <a:pt x="4273969" y="188338"/>
                  <a:pt x="4273382" y="198810"/>
                </a:cubicBezTo>
                <a:lnTo>
                  <a:pt x="4272114" y="218372"/>
                </a:lnTo>
                <a:lnTo>
                  <a:pt x="4302946" y="218372"/>
                </a:lnTo>
                <a:lnTo>
                  <a:pt x="4345964" y="90946"/>
                </a:lnTo>
                <a:lnTo>
                  <a:pt x="4350088" y="218372"/>
                </a:lnTo>
                <a:lnTo>
                  <a:pt x="4366405" y="218372"/>
                </a:lnTo>
                <a:lnTo>
                  <a:pt x="4367606" y="206239"/>
                </a:lnTo>
                <a:cubicBezTo>
                  <a:pt x="4372303" y="167145"/>
                  <a:pt x="4379347" y="128402"/>
                  <a:pt x="4379347" y="128402"/>
                </a:cubicBezTo>
                <a:cubicBezTo>
                  <a:pt x="4379347" y="128402"/>
                  <a:pt x="4387282" y="167106"/>
                  <a:pt x="4397499" y="205264"/>
                </a:cubicBezTo>
                <a:lnTo>
                  <a:pt x="4401285" y="218372"/>
                </a:lnTo>
                <a:lnTo>
                  <a:pt x="4457415" y="218372"/>
                </a:lnTo>
                <a:lnTo>
                  <a:pt x="4459442" y="209438"/>
                </a:lnTo>
                <a:cubicBezTo>
                  <a:pt x="4463505" y="192622"/>
                  <a:pt x="4470550" y="170423"/>
                  <a:pt x="4479054" y="148730"/>
                </a:cubicBezTo>
                <a:cubicBezTo>
                  <a:pt x="4488003" y="127036"/>
                  <a:pt x="4498349" y="105812"/>
                  <a:pt x="4507296" y="90284"/>
                </a:cubicBezTo>
                <a:cubicBezTo>
                  <a:pt x="4511422" y="82441"/>
                  <a:pt x="4515738" y="76082"/>
                  <a:pt x="4518340" y="71595"/>
                </a:cubicBezTo>
                <a:cubicBezTo>
                  <a:pt x="4520751" y="67693"/>
                  <a:pt x="4522212" y="65235"/>
                  <a:pt x="4522592" y="64689"/>
                </a:cubicBezTo>
                <a:cubicBezTo>
                  <a:pt x="4522465" y="65274"/>
                  <a:pt x="4521831" y="67888"/>
                  <a:pt x="4520816" y="72102"/>
                </a:cubicBezTo>
                <a:cubicBezTo>
                  <a:pt x="4519801" y="76901"/>
                  <a:pt x="4517705" y="83612"/>
                  <a:pt x="4516309" y="91844"/>
                </a:cubicBezTo>
                <a:cubicBezTo>
                  <a:pt x="4512882" y="108231"/>
                  <a:pt x="4510025" y="130119"/>
                  <a:pt x="4508629" y="151851"/>
                </a:cubicBezTo>
                <a:cubicBezTo>
                  <a:pt x="4507678" y="173661"/>
                  <a:pt x="4508249" y="195276"/>
                  <a:pt x="4509835" y="211428"/>
                </a:cubicBezTo>
                <a:lnTo>
                  <a:pt x="4510629" y="218372"/>
                </a:lnTo>
                <a:lnTo>
                  <a:pt x="4569056" y="218372"/>
                </a:lnTo>
                <a:lnTo>
                  <a:pt x="4576152" y="201907"/>
                </a:lnTo>
                <a:cubicBezTo>
                  <a:pt x="4580272" y="191947"/>
                  <a:pt x="4584489" y="181269"/>
                  <a:pt x="4588408" y="170501"/>
                </a:cubicBezTo>
                <a:cubicBezTo>
                  <a:pt x="4604401" y="127583"/>
                  <a:pt x="4615382" y="83495"/>
                  <a:pt x="4615382" y="83495"/>
                </a:cubicBezTo>
                <a:cubicBezTo>
                  <a:pt x="4615382" y="83495"/>
                  <a:pt x="4619379" y="128090"/>
                  <a:pt x="4618110" y="173193"/>
                </a:cubicBezTo>
                <a:cubicBezTo>
                  <a:pt x="4617872" y="184449"/>
                  <a:pt x="4617301" y="195722"/>
                  <a:pt x="4616578" y="206300"/>
                </a:cubicBezTo>
                <a:lnTo>
                  <a:pt x="4615559" y="218372"/>
                </a:lnTo>
                <a:lnTo>
                  <a:pt x="4674083" y="218372"/>
                </a:lnTo>
                <a:lnTo>
                  <a:pt x="4673897" y="215486"/>
                </a:lnTo>
                <a:cubicBezTo>
                  <a:pt x="4672755" y="196290"/>
                  <a:pt x="4672882" y="170696"/>
                  <a:pt x="4674469" y="145335"/>
                </a:cubicBezTo>
                <a:cubicBezTo>
                  <a:pt x="4676436" y="119935"/>
                  <a:pt x="4679927" y="94770"/>
                  <a:pt x="4683734" y="76043"/>
                </a:cubicBezTo>
                <a:cubicBezTo>
                  <a:pt x="4685258" y="66679"/>
                  <a:pt x="4687479" y="58914"/>
                  <a:pt x="4688623" y="53452"/>
                </a:cubicBezTo>
                <a:cubicBezTo>
                  <a:pt x="4689827" y="48029"/>
                  <a:pt x="4690525" y="44947"/>
                  <a:pt x="4690525" y="44947"/>
                </a:cubicBezTo>
                <a:cubicBezTo>
                  <a:pt x="4690525" y="44947"/>
                  <a:pt x="4690780" y="48068"/>
                  <a:pt x="4691161" y="53569"/>
                </a:cubicBezTo>
                <a:cubicBezTo>
                  <a:pt x="4691668" y="59071"/>
                  <a:pt x="4691795" y="66874"/>
                  <a:pt x="4693064" y="76237"/>
                </a:cubicBezTo>
                <a:cubicBezTo>
                  <a:pt x="4694841" y="94965"/>
                  <a:pt x="4698903" y="119741"/>
                  <a:pt x="4704299" y="144282"/>
                </a:cubicBezTo>
                <a:cubicBezTo>
                  <a:pt x="4710200" y="168784"/>
                  <a:pt x="4717372" y="192935"/>
                  <a:pt x="4723973" y="210843"/>
                </a:cubicBezTo>
                <a:lnTo>
                  <a:pt x="4726805" y="218372"/>
                </a:lnTo>
                <a:lnTo>
                  <a:pt x="4769623" y="218372"/>
                </a:lnTo>
                <a:lnTo>
                  <a:pt x="4778300" y="195393"/>
                </a:lnTo>
                <a:cubicBezTo>
                  <a:pt x="4793278" y="161020"/>
                  <a:pt x="4813651" y="128597"/>
                  <a:pt x="4813651" y="128597"/>
                </a:cubicBezTo>
                <a:cubicBezTo>
                  <a:pt x="4813651" y="128597"/>
                  <a:pt x="4807750" y="163712"/>
                  <a:pt x="4807939" y="198436"/>
                </a:cubicBezTo>
                <a:lnTo>
                  <a:pt x="4808877" y="218372"/>
                </a:lnTo>
                <a:lnTo>
                  <a:pt x="4824571" y="218372"/>
                </a:lnTo>
                <a:lnTo>
                  <a:pt x="4825870" y="212982"/>
                </a:lnTo>
                <a:cubicBezTo>
                  <a:pt x="4829404" y="198138"/>
                  <a:pt x="4837293" y="164180"/>
                  <a:pt x="4843863" y="130002"/>
                </a:cubicBezTo>
                <a:cubicBezTo>
                  <a:pt x="4852748" y="84431"/>
                  <a:pt x="4859284" y="38509"/>
                  <a:pt x="4859284" y="38509"/>
                </a:cubicBezTo>
                <a:cubicBezTo>
                  <a:pt x="4859284" y="38509"/>
                  <a:pt x="4861125" y="48575"/>
                  <a:pt x="4863791" y="64025"/>
                </a:cubicBezTo>
                <a:cubicBezTo>
                  <a:pt x="4860300" y="41552"/>
                  <a:pt x="4857380" y="25985"/>
                  <a:pt x="4857380" y="25985"/>
                </a:cubicBezTo>
                <a:cubicBezTo>
                  <a:pt x="4857380" y="25985"/>
                  <a:pt x="4881498" y="74521"/>
                  <a:pt x="4901617" y="124188"/>
                </a:cubicBezTo>
                <a:cubicBezTo>
                  <a:pt x="4916849" y="161381"/>
                  <a:pt x="4929797" y="199143"/>
                  <a:pt x="4935318" y="215700"/>
                </a:cubicBezTo>
                <a:lnTo>
                  <a:pt x="4936197" y="218372"/>
                </a:lnTo>
                <a:lnTo>
                  <a:pt x="4964971" y="218372"/>
                </a:lnTo>
                <a:lnTo>
                  <a:pt x="4966060" y="193476"/>
                </a:lnTo>
                <a:cubicBezTo>
                  <a:pt x="4967226" y="171778"/>
                  <a:pt x="4969304" y="142897"/>
                  <a:pt x="4972953" y="114161"/>
                </a:cubicBezTo>
                <a:cubicBezTo>
                  <a:pt x="4979681" y="56652"/>
                  <a:pt x="4992565" y="0"/>
                  <a:pt x="4992565" y="0"/>
                </a:cubicBezTo>
                <a:cubicBezTo>
                  <a:pt x="4992565" y="0"/>
                  <a:pt x="4994596" y="57354"/>
                  <a:pt x="5002846" y="114044"/>
                </a:cubicBezTo>
                <a:cubicBezTo>
                  <a:pt x="5008654" y="156620"/>
                  <a:pt x="5017853" y="198692"/>
                  <a:pt x="5022089" y="217067"/>
                </a:cubicBezTo>
                <a:lnTo>
                  <a:pt x="5022398" y="218372"/>
                </a:lnTo>
                <a:lnTo>
                  <a:pt x="5062234" y="218372"/>
                </a:lnTo>
                <a:lnTo>
                  <a:pt x="5063332" y="213925"/>
                </a:lnTo>
                <a:cubicBezTo>
                  <a:pt x="5064474" y="208697"/>
                  <a:pt x="5066758" y="201206"/>
                  <a:pt x="5068344" y="192155"/>
                </a:cubicBezTo>
                <a:cubicBezTo>
                  <a:pt x="5072279" y="174051"/>
                  <a:pt x="5075706" y="149705"/>
                  <a:pt x="5077547" y="125086"/>
                </a:cubicBezTo>
                <a:cubicBezTo>
                  <a:pt x="5078816" y="100506"/>
                  <a:pt x="5078499" y="75730"/>
                  <a:pt x="5076786" y="57120"/>
                </a:cubicBezTo>
                <a:cubicBezTo>
                  <a:pt x="5076341" y="47756"/>
                  <a:pt x="5074881" y="40070"/>
                  <a:pt x="5074374" y="34607"/>
                </a:cubicBezTo>
                <a:cubicBezTo>
                  <a:pt x="5073739" y="29145"/>
                  <a:pt x="5073359" y="26024"/>
                  <a:pt x="5073359" y="26024"/>
                </a:cubicBezTo>
                <a:cubicBezTo>
                  <a:pt x="5073359" y="26024"/>
                  <a:pt x="5074628" y="29028"/>
                  <a:pt x="5076912" y="34256"/>
                </a:cubicBezTo>
                <a:cubicBezTo>
                  <a:pt x="5079008" y="39524"/>
                  <a:pt x="5082751" y="46975"/>
                  <a:pt x="5086053" y="56105"/>
                </a:cubicBezTo>
                <a:cubicBezTo>
                  <a:pt x="5093287" y="74248"/>
                  <a:pt x="5101158" y="98867"/>
                  <a:pt x="5107376" y="123837"/>
                </a:cubicBezTo>
                <a:cubicBezTo>
                  <a:pt x="5113088" y="148846"/>
                  <a:pt x="5117214" y="174246"/>
                  <a:pt x="5118801" y="193364"/>
                </a:cubicBezTo>
                <a:cubicBezTo>
                  <a:pt x="5120007" y="202962"/>
                  <a:pt x="5120007" y="210921"/>
                  <a:pt x="5120451" y="216539"/>
                </a:cubicBezTo>
                <a:lnTo>
                  <a:pt x="5120556" y="218372"/>
                </a:lnTo>
                <a:lnTo>
                  <a:pt x="5135777" y="218372"/>
                </a:lnTo>
                <a:lnTo>
                  <a:pt x="5138159" y="211546"/>
                </a:lnTo>
                <a:cubicBezTo>
                  <a:pt x="5144822" y="195159"/>
                  <a:pt x="5152755" y="179123"/>
                  <a:pt x="5159229" y="167301"/>
                </a:cubicBezTo>
                <a:cubicBezTo>
                  <a:pt x="5165639" y="155440"/>
                  <a:pt x="5170399" y="147754"/>
                  <a:pt x="5170399" y="147754"/>
                </a:cubicBezTo>
                <a:cubicBezTo>
                  <a:pt x="5170399" y="147754"/>
                  <a:pt x="5165830" y="181191"/>
                  <a:pt x="5167860" y="214081"/>
                </a:cubicBezTo>
                <a:lnTo>
                  <a:pt x="5168316" y="218372"/>
                </a:lnTo>
                <a:lnTo>
                  <a:pt x="5187343" y="218372"/>
                </a:lnTo>
                <a:lnTo>
                  <a:pt x="5224219" y="44869"/>
                </a:lnTo>
                <a:lnTo>
                  <a:pt x="5238944" y="207175"/>
                </a:lnTo>
                <a:cubicBezTo>
                  <a:pt x="5241039" y="200348"/>
                  <a:pt x="5243259" y="193325"/>
                  <a:pt x="5245608" y="186302"/>
                </a:cubicBezTo>
                <a:cubicBezTo>
                  <a:pt x="5258047" y="147325"/>
                  <a:pt x="5273660" y="109128"/>
                  <a:pt x="5273660" y="109128"/>
                </a:cubicBezTo>
                <a:cubicBezTo>
                  <a:pt x="5273660" y="109128"/>
                  <a:pt x="5272898" y="148808"/>
                  <a:pt x="5275374" y="188136"/>
                </a:cubicBezTo>
                <a:lnTo>
                  <a:pt x="5277877" y="218372"/>
                </a:lnTo>
                <a:lnTo>
                  <a:pt x="5313344" y="218372"/>
                </a:lnTo>
                <a:lnTo>
                  <a:pt x="5313796" y="217027"/>
                </a:lnTo>
                <a:cubicBezTo>
                  <a:pt x="5318214" y="203254"/>
                  <a:pt x="5323640" y="184780"/>
                  <a:pt x="5327670" y="165974"/>
                </a:cubicBezTo>
                <a:cubicBezTo>
                  <a:pt x="5335984" y="128441"/>
                  <a:pt x="5338396" y="89932"/>
                  <a:pt x="5338396" y="89932"/>
                </a:cubicBezTo>
                <a:cubicBezTo>
                  <a:pt x="5338396" y="89932"/>
                  <a:pt x="5350962" y="127466"/>
                  <a:pt x="5357563" y="166209"/>
                </a:cubicBezTo>
                <a:cubicBezTo>
                  <a:pt x="5360451" y="182166"/>
                  <a:pt x="5362292" y="198261"/>
                  <a:pt x="5363466" y="211663"/>
                </a:cubicBezTo>
                <a:lnTo>
                  <a:pt x="5363961" y="218372"/>
                </a:lnTo>
                <a:lnTo>
                  <a:pt x="5366689" y="218372"/>
                </a:lnTo>
                <a:lnTo>
                  <a:pt x="5366838" y="216393"/>
                </a:lnTo>
                <a:cubicBezTo>
                  <a:pt x="5367195" y="212706"/>
                  <a:pt x="5367464" y="210609"/>
                  <a:pt x="5367464" y="210609"/>
                </a:cubicBezTo>
                <a:cubicBezTo>
                  <a:pt x="5367464" y="210609"/>
                  <a:pt x="5371464" y="176860"/>
                  <a:pt x="5383521" y="144945"/>
                </a:cubicBezTo>
                <a:cubicBezTo>
                  <a:pt x="5389614" y="128948"/>
                  <a:pt x="5396850" y="113420"/>
                  <a:pt x="5403260" y="102067"/>
                </a:cubicBezTo>
                <a:cubicBezTo>
                  <a:pt x="5409606" y="90713"/>
                  <a:pt x="5414303" y="83378"/>
                  <a:pt x="5414303" y="83378"/>
                </a:cubicBezTo>
                <a:cubicBezTo>
                  <a:pt x="5414303" y="83378"/>
                  <a:pt x="5409733" y="115527"/>
                  <a:pt x="5413351" y="146779"/>
                </a:cubicBezTo>
                <a:cubicBezTo>
                  <a:pt x="5415191" y="162424"/>
                  <a:pt x="5418175" y="177797"/>
                  <a:pt x="5421411" y="189150"/>
                </a:cubicBezTo>
                <a:cubicBezTo>
                  <a:pt x="5424584" y="200504"/>
                  <a:pt x="5427187" y="207917"/>
                  <a:pt x="5427187" y="207917"/>
                </a:cubicBezTo>
                <a:cubicBezTo>
                  <a:pt x="5427187" y="207917"/>
                  <a:pt x="5427785" y="209660"/>
                  <a:pt x="5428935" y="212690"/>
                </a:cubicBezTo>
                <a:lnTo>
                  <a:pt x="5431232" y="218372"/>
                </a:lnTo>
                <a:lnTo>
                  <a:pt x="5472367" y="218372"/>
                </a:lnTo>
                <a:lnTo>
                  <a:pt x="5473010" y="216813"/>
                </a:lnTo>
                <a:cubicBezTo>
                  <a:pt x="5473010" y="216813"/>
                  <a:pt x="5484434" y="188955"/>
                  <a:pt x="5493509" y="160356"/>
                </a:cubicBezTo>
                <a:cubicBezTo>
                  <a:pt x="5502712" y="131874"/>
                  <a:pt x="5509440" y="102730"/>
                  <a:pt x="5509440" y="102730"/>
                </a:cubicBezTo>
                <a:cubicBezTo>
                  <a:pt x="5509440" y="102730"/>
                  <a:pt x="5517627" y="131641"/>
                  <a:pt x="5523402" y="161176"/>
                </a:cubicBezTo>
                <a:cubicBezTo>
                  <a:pt x="5527830" y="183269"/>
                  <a:pt x="5530793" y="205647"/>
                  <a:pt x="5531998" y="215455"/>
                </a:cubicBezTo>
                <a:lnTo>
                  <a:pt x="5532342" y="218372"/>
                </a:lnTo>
                <a:lnTo>
                  <a:pt x="5535689" y="218372"/>
                </a:lnTo>
                <a:lnTo>
                  <a:pt x="5537834" y="213428"/>
                </a:lnTo>
                <a:cubicBezTo>
                  <a:pt x="5538936" y="210814"/>
                  <a:pt x="5539523" y="209361"/>
                  <a:pt x="5539523" y="209361"/>
                </a:cubicBezTo>
                <a:cubicBezTo>
                  <a:pt x="5539523" y="209361"/>
                  <a:pt x="5556024" y="169681"/>
                  <a:pt x="5566179" y="128441"/>
                </a:cubicBezTo>
                <a:cubicBezTo>
                  <a:pt x="5576651" y="87358"/>
                  <a:pt x="5580460" y="45064"/>
                  <a:pt x="5580460" y="45064"/>
                </a:cubicBezTo>
                <a:cubicBezTo>
                  <a:pt x="5580460" y="45064"/>
                  <a:pt x="5591629" y="86655"/>
                  <a:pt x="5596072" y="129417"/>
                </a:cubicBezTo>
                <a:cubicBezTo>
                  <a:pt x="5600832" y="172061"/>
                  <a:pt x="5598738" y="215408"/>
                  <a:pt x="5598738" y="215408"/>
                </a:cubicBezTo>
                <a:lnTo>
                  <a:pt x="5598560" y="218372"/>
                </a:lnTo>
                <a:lnTo>
                  <a:pt x="5599732" y="218372"/>
                </a:lnTo>
                <a:lnTo>
                  <a:pt x="5606941" y="196071"/>
                </a:lnTo>
                <a:cubicBezTo>
                  <a:pt x="5610384" y="185854"/>
                  <a:pt x="5614319" y="174675"/>
                  <a:pt x="5618539" y="163555"/>
                </a:cubicBezTo>
                <a:cubicBezTo>
                  <a:pt x="5632566" y="126218"/>
                  <a:pt x="5649765" y="89854"/>
                  <a:pt x="5649765" y="89854"/>
                </a:cubicBezTo>
                <a:cubicBezTo>
                  <a:pt x="5649765" y="89854"/>
                  <a:pt x="5647290" y="128090"/>
                  <a:pt x="5648242" y="166014"/>
                </a:cubicBezTo>
                <a:cubicBezTo>
                  <a:pt x="5648655" y="184995"/>
                  <a:pt x="5649892" y="203869"/>
                  <a:pt x="5651027" y="217998"/>
                </a:cubicBezTo>
                <a:lnTo>
                  <a:pt x="5651060" y="218372"/>
                </a:lnTo>
                <a:lnTo>
                  <a:pt x="5700101" y="218372"/>
                </a:lnTo>
                <a:lnTo>
                  <a:pt x="5701852" y="212027"/>
                </a:lnTo>
                <a:cubicBezTo>
                  <a:pt x="5703066" y="207407"/>
                  <a:pt x="5703712" y="204757"/>
                  <a:pt x="5703712" y="204757"/>
                </a:cubicBezTo>
                <a:cubicBezTo>
                  <a:pt x="5703712" y="204757"/>
                  <a:pt x="5714438" y="162424"/>
                  <a:pt x="5719643" y="119117"/>
                </a:cubicBezTo>
                <a:cubicBezTo>
                  <a:pt x="5725164" y="75926"/>
                  <a:pt x="5725164" y="32110"/>
                  <a:pt x="5725164" y="32110"/>
                </a:cubicBezTo>
                <a:cubicBezTo>
                  <a:pt x="5725164" y="32110"/>
                  <a:pt x="5740078" y="74677"/>
                  <a:pt x="5749535" y="118453"/>
                </a:cubicBezTo>
                <a:cubicBezTo>
                  <a:pt x="5759309" y="162151"/>
                  <a:pt x="5763498" y="206708"/>
                  <a:pt x="5763498" y="206708"/>
                </a:cubicBezTo>
                <a:cubicBezTo>
                  <a:pt x="5763498" y="206708"/>
                  <a:pt x="5763661" y="208288"/>
                  <a:pt x="5763916" y="211154"/>
                </a:cubicBezTo>
                <a:lnTo>
                  <a:pt x="5764492" y="218372"/>
                </a:lnTo>
                <a:lnTo>
                  <a:pt x="5781430" y="218372"/>
                </a:lnTo>
                <a:lnTo>
                  <a:pt x="5793518" y="175182"/>
                </a:lnTo>
                <a:cubicBezTo>
                  <a:pt x="5803164" y="136127"/>
                  <a:pt x="5808877" y="96331"/>
                  <a:pt x="5808877" y="96331"/>
                </a:cubicBezTo>
                <a:cubicBezTo>
                  <a:pt x="5808877" y="96331"/>
                  <a:pt x="5818143" y="135776"/>
                  <a:pt x="5823410" y="175923"/>
                </a:cubicBezTo>
                <a:cubicBezTo>
                  <a:pt x="5824791" y="185951"/>
                  <a:pt x="5825913" y="196012"/>
                  <a:pt x="5826821" y="205464"/>
                </a:cubicBezTo>
                <a:lnTo>
                  <a:pt x="5827878" y="218372"/>
                </a:lnTo>
                <a:lnTo>
                  <a:pt x="5854340" y="218372"/>
                </a:lnTo>
                <a:lnTo>
                  <a:pt x="5860856" y="206122"/>
                </a:lnTo>
                <a:cubicBezTo>
                  <a:pt x="5868472" y="192193"/>
                  <a:pt x="5880023" y="174051"/>
                  <a:pt x="5892590" y="156454"/>
                </a:cubicBezTo>
                <a:cubicBezTo>
                  <a:pt x="5905600" y="138975"/>
                  <a:pt x="5919690" y="122043"/>
                  <a:pt x="5931114" y="109830"/>
                </a:cubicBezTo>
                <a:cubicBezTo>
                  <a:pt x="5941713" y="98438"/>
                  <a:pt x="5949456" y="90830"/>
                  <a:pt x="5950535" y="89815"/>
                </a:cubicBezTo>
                <a:cubicBezTo>
                  <a:pt x="5949393" y="91961"/>
                  <a:pt x="5931052" y="127193"/>
                  <a:pt x="5920896" y="163088"/>
                </a:cubicBezTo>
                <a:cubicBezTo>
                  <a:pt x="5915693" y="181659"/>
                  <a:pt x="5911820" y="200192"/>
                  <a:pt x="5909979" y="214121"/>
                </a:cubicBezTo>
                <a:lnTo>
                  <a:pt x="5909469" y="218372"/>
                </a:lnTo>
                <a:lnTo>
                  <a:pt x="5930597" y="218372"/>
                </a:lnTo>
                <a:lnTo>
                  <a:pt x="5979984" y="141356"/>
                </a:lnTo>
                <a:lnTo>
                  <a:pt x="5969615" y="218372"/>
                </a:lnTo>
                <a:lnTo>
                  <a:pt x="5990637" y="218372"/>
                </a:lnTo>
                <a:lnTo>
                  <a:pt x="5993946" y="199763"/>
                </a:lnTo>
                <a:cubicBezTo>
                  <a:pt x="5996421" y="181971"/>
                  <a:pt x="5999150" y="158093"/>
                  <a:pt x="5998579" y="134099"/>
                </a:cubicBezTo>
                <a:cubicBezTo>
                  <a:pt x="5997754" y="110221"/>
                  <a:pt x="5995152" y="85992"/>
                  <a:pt x="5989757" y="68240"/>
                </a:cubicBezTo>
                <a:cubicBezTo>
                  <a:pt x="5987853" y="59149"/>
                  <a:pt x="5984554" y="51930"/>
                  <a:pt x="5982903" y="46703"/>
                </a:cubicBezTo>
                <a:cubicBezTo>
                  <a:pt x="5981253" y="42137"/>
                  <a:pt x="5980237" y="39289"/>
                  <a:pt x="5980047" y="38665"/>
                </a:cubicBezTo>
                <a:cubicBezTo>
                  <a:pt x="5980555" y="39329"/>
                  <a:pt x="5982332" y="41943"/>
                  <a:pt x="5985315" y="46078"/>
                </a:cubicBezTo>
                <a:cubicBezTo>
                  <a:pt x="5988552" y="50955"/>
                  <a:pt x="5994073" y="57744"/>
                  <a:pt x="5998706" y="66445"/>
                </a:cubicBezTo>
                <a:cubicBezTo>
                  <a:pt x="6009623" y="83456"/>
                  <a:pt x="6019842" y="107334"/>
                  <a:pt x="6028282" y="131680"/>
                </a:cubicBezTo>
                <a:cubicBezTo>
                  <a:pt x="6032851" y="145179"/>
                  <a:pt x="6036279" y="158757"/>
                  <a:pt x="6039071" y="171437"/>
                </a:cubicBezTo>
                <a:cubicBezTo>
                  <a:pt x="6039642" y="168082"/>
                  <a:pt x="6040214" y="164726"/>
                  <a:pt x="6040848" y="161332"/>
                </a:cubicBezTo>
                <a:cubicBezTo>
                  <a:pt x="6045862" y="138741"/>
                  <a:pt x="6052463" y="116502"/>
                  <a:pt x="6058746" y="100155"/>
                </a:cubicBezTo>
                <a:cubicBezTo>
                  <a:pt x="6061539" y="91922"/>
                  <a:pt x="6064839" y="85211"/>
                  <a:pt x="6066679" y="80452"/>
                </a:cubicBezTo>
                <a:cubicBezTo>
                  <a:pt x="6068710" y="75730"/>
                  <a:pt x="6069789" y="73038"/>
                  <a:pt x="6069789" y="73038"/>
                </a:cubicBezTo>
                <a:cubicBezTo>
                  <a:pt x="6069789" y="73038"/>
                  <a:pt x="6069599" y="75848"/>
                  <a:pt x="6069218" y="80764"/>
                </a:cubicBezTo>
                <a:cubicBezTo>
                  <a:pt x="6069028" y="85679"/>
                  <a:pt x="6068012" y="92625"/>
                  <a:pt x="6068012" y="101013"/>
                </a:cubicBezTo>
                <a:cubicBezTo>
                  <a:pt x="6067314" y="117751"/>
                  <a:pt x="6068266" y="139990"/>
                  <a:pt x="6070806" y="161956"/>
                </a:cubicBezTo>
                <a:cubicBezTo>
                  <a:pt x="6072297" y="172959"/>
                  <a:pt x="6074201" y="183873"/>
                  <a:pt x="6076319" y="194042"/>
                </a:cubicBezTo>
                <a:lnTo>
                  <a:pt x="6082310" y="218372"/>
                </a:lnTo>
                <a:lnTo>
                  <a:pt x="6118430" y="218372"/>
                </a:lnTo>
                <a:lnTo>
                  <a:pt x="6108060" y="141356"/>
                </a:lnTo>
                <a:lnTo>
                  <a:pt x="6157447" y="218372"/>
                </a:lnTo>
                <a:lnTo>
                  <a:pt x="6178574" y="218372"/>
                </a:lnTo>
                <a:lnTo>
                  <a:pt x="6178064" y="214121"/>
                </a:lnTo>
                <a:cubicBezTo>
                  <a:pt x="6176160" y="200192"/>
                  <a:pt x="6172288" y="181659"/>
                  <a:pt x="6167084" y="163088"/>
                </a:cubicBezTo>
                <a:cubicBezTo>
                  <a:pt x="6156930" y="127193"/>
                  <a:pt x="6138651" y="91961"/>
                  <a:pt x="6137509" y="89815"/>
                </a:cubicBezTo>
                <a:cubicBezTo>
                  <a:pt x="6138587" y="90830"/>
                  <a:pt x="6146330" y="98438"/>
                  <a:pt x="6156866" y="109830"/>
                </a:cubicBezTo>
                <a:cubicBezTo>
                  <a:pt x="6168353" y="122043"/>
                  <a:pt x="6182379" y="138975"/>
                  <a:pt x="6195390" y="156454"/>
                </a:cubicBezTo>
                <a:cubicBezTo>
                  <a:pt x="6208020" y="174051"/>
                  <a:pt x="6219508" y="192193"/>
                  <a:pt x="6227124" y="206122"/>
                </a:cubicBezTo>
                <a:lnTo>
                  <a:pt x="6233681" y="218372"/>
                </a:lnTo>
                <a:lnTo>
                  <a:pt x="6260148" y="218372"/>
                </a:lnTo>
                <a:lnTo>
                  <a:pt x="6261196" y="205464"/>
                </a:lnTo>
                <a:cubicBezTo>
                  <a:pt x="6262094" y="196012"/>
                  <a:pt x="6263205" y="185951"/>
                  <a:pt x="6264569" y="175923"/>
                </a:cubicBezTo>
                <a:cubicBezTo>
                  <a:pt x="6269837" y="135776"/>
                  <a:pt x="6279167" y="96331"/>
                  <a:pt x="6279167" y="96331"/>
                </a:cubicBezTo>
                <a:cubicBezTo>
                  <a:pt x="6279167" y="96331"/>
                  <a:pt x="6284815" y="136127"/>
                  <a:pt x="6294526" y="175182"/>
                </a:cubicBezTo>
                <a:lnTo>
                  <a:pt x="6306569" y="218372"/>
                </a:lnTo>
                <a:lnTo>
                  <a:pt x="6323511" y="218372"/>
                </a:lnTo>
                <a:lnTo>
                  <a:pt x="6324075" y="211154"/>
                </a:lnTo>
                <a:cubicBezTo>
                  <a:pt x="6324324" y="208288"/>
                  <a:pt x="6324482" y="206708"/>
                  <a:pt x="6324482" y="206708"/>
                </a:cubicBezTo>
                <a:cubicBezTo>
                  <a:pt x="6324482" y="206708"/>
                  <a:pt x="6328671" y="162151"/>
                  <a:pt x="6338445" y="118453"/>
                </a:cubicBezTo>
                <a:cubicBezTo>
                  <a:pt x="6347711" y="75770"/>
                  <a:pt x="6362118" y="34256"/>
                  <a:pt x="6362879" y="32188"/>
                </a:cubicBezTo>
                <a:cubicBezTo>
                  <a:pt x="6362879" y="34062"/>
                  <a:pt x="6362943" y="76901"/>
                  <a:pt x="6368401" y="119117"/>
                </a:cubicBezTo>
                <a:cubicBezTo>
                  <a:pt x="6373605" y="162424"/>
                  <a:pt x="6384268" y="204757"/>
                  <a:pt x="6384268" y="204757"/>
                </a:cubicBezTo>
                <a:cubicBezTo>
                  <a:pt x="6384268" y="204757"/>
                  <a:pt x="6384919" y="207407"/>
                  <a:pt x="6386138" y="212027"/>
                </a:cubicBezTo>
                <a:lnTo>
                  <a:pt x="6387896" y="218372"/>
                </a:lnTo>
                <a:lnTo>
                  <a:pt x="6436976" y="218372"/>
                </a:lnTo>
                <a:lnTo>
                  <a:pt x="6437009" y="217998"/>
                </a:lnTo>
                <a:cubicBezTo>
                  <a:pt x="6438136" y="203869"/>
                  <a:pt x="6439358" y="184995"/>
                  <a:pt x="6439738" y="166014"/>
                </a:cubicBezTo>
                <a:cubicBezTo>
                  <a:pt x="6440754" y="128090"/>
                  <a:pt x="6438278" y="89854"/>
                  <a:pt x="6438278" y="89854"/>
                </a:cubicBezTo>
                <a:cubicBezTo>
                  <a:pt x="6438278" y="89854"/>
                  <a:pt x="6455478" y="126218"/>
                  <a:pt x="6469441" y="163555"/>
                </a:cubicBezTo>
                <a:cubicBezTo>
                  <a:pt x="6473693" y="174675"/>
                  <a:pt x="6477628" y="185854"/>
                  <a:pt x="6481063" y="196071"/>
                </a:cubicBezTo>
                <a:lnTo>
                  <a:pt x="6488253" y="218372"/>
                </a:lnTo>
                <a:lnTo>
                  <a:pt x="6489459" y="218372"/>
                </a:lnTo>
                <a:lnTo>
                  <a:pt x="6489306" y="215408"/>
                </a:lnTo>
                <a:cubicBezTo>
                  <a:pt x="6489306" y="215408"/>
                  <a:pt x="6487148" y="172061"/>
                  <a:pt x="6491971" y="129417"/>
                </a:cubicBezTo>
                <a:cubicBezTo>
                  <a:pt x="6496351" y="86655"/>
                  <a:pt x="6507584" y="45064"/>
                  <a:pt x="6507584" y="45064"/>
                </a:cubicBezTo>
                <a:cubicBezTo>
                  <a:pt x="6507584" y="45064"/>
                  <a:pt x="6511392" y="87358"/>
                  <a:pt x="6521864" y="128441"/>
                </a:cubicBezTo>
                <a:cubicBezTo>
                  <a:pt x="6531956" y="169681"/>
                  <a:pt x="6548457" y="209361"/>
                  <a:pt x="6548457" y="209361"/>
                </a:cubicBezTo>
                <a:cubicBezTo>
                  <a:pt x="6548457" y="209361"/>
                  <a:pt x="6549060" y="210814"/>
                  <a:pt x="6550179" y="213428"/>
                </a:cubicBezTo>
                <a:lnTo>
                  <a:pt x="6552337" y="218372"/>
                </a:lnTo>
                <a:lnTo>
                  <a:pt x="6555643" y="218372"/>
                </a:lnTo>
                <a:lnTo>
                  <a:pt x="6555993" y="215455"/>
                </a:lnTo>
                <a:cubicBezTo>
                  <a:pt x="6557216" y="205647"/>
                  <a:pt x="6560215" y="183269"/>
                  <a:pt x="6564641" y="161176"/>
                </a:cubicBezTo>
                <a:cubicBezTo>
                  <a:pt x="6570353" y="131641"/>
                  <a:pt x="6578604" y="102730"/>
                  <a:pt x="6578604" y="102730"/>
                </a:cubicBezTo>
                <a:cubicBezTo>
                  <a:pt x="6578604" y="102730"/>
                  <a:pt x="6585331" y="131874"/>
                  <a:pt x="6594534" y="160356"/>
                </a:cubicBezTo>
                <a:cubicBezTo>
                  <a:pt x="6603546" y="188955"/>
                  <a:pt x="6614970" y="216813"/>
                  <a:pt x="6614970" y="216813"/>
                </a:cubicBezTo>
                <a:lnTo>
                  <a:pt x="6615614" y="218372"/>
                </a:lnTo>
                <a:lnTo>
                  <a:pt x="6656796" y="218372"/>
                </a:lnTo>
                <a:lnTo>
                  <a:pt x="6659100" y="212690"/>
                </a:lnTo>
                <a:cubicBezTo>
                  <a:pt x="6660254" y="209660"/>
                  <a:pt x="6660857" y="207917"/>
                  <a:pt x="6660857" y="207917"/>
                </a:cubicBezTo>
                <a:cubicBezTo>
                  <a:pt x="6660857" y="207917"/>
                  <a:pt x="6663459" y="200504"/>
                  <a:pt x="6666633" y="189150"/>
                </a:cubicBezTo>
                <a:cubicBezTo>
                  <a:pt x="6669806" y="177797"/>
                  <a:pt x="6672852" y="162424"/>
                  <a:pt x="6674693" y="146779"/>
                </a:cubicBezTo>
                <a:cubicBezTo>
                  <a:pt x="6678310" y="115527"/>
                  <a:pt x="6673741" y="83378"/>
                  <a:pt x="6673741" y="83378"/>
                </a:cubicBezTo>
                <a:cubicBezTo>
                  <a:pt x="6673741" y="83378"/>
                  <a:pt x="6678437" y="90713"/>
                  <a:pt x="6684784" y="102067"/>
                </a:cubicBezTo>
                <a:cubicBezTo>
                  <a:pt x="6691194" y="113420"/>
                  <a:pt x="6698430" y="128948"/>
                  <a:pt x="6704522" y="144945"/>
                </a:cubicBezTo>
                <a:cubicBezTo>
                  <a:pt x="6716581" y="176860"/>
                  <a:pt x="6720579" y="210609"/>
                  <a:pt x="6720579" y="210609"/>
                </a:cubicBezTo>
                <a:cubicBezTo>
                  <a:pt x="6720579" y="210609"/>
                  <a:pt x="6720849" y="212706"/>
                  <a:pt x="6721206" y="216393"/>
                </a:cubicBezTo>
                <a:lnTo>
                  <a:pt x="6721355" y="218372"/>
                </a:lnTo>
                <a:lnTo>
                  <a:pt x="6724058" y="218372"/>
                </a:lnTo>
                <a:lnTo>
                  <a:pt x="6724555" y="211663"/>
                </a:lnTo>
                <a:cubicBezTo>
                  <a:pt x="6725737" y="198261"/>
                  <a:pt x="6727593" y="182166"/>
                  <a:pt x="6730480" y="166209"/>
                </a:cubicBezTo>
                <a:cubicBezTo>
                  <a:pt x="6737081" y="127466"/>
                  <a:pt x="6749583" y="89932"/>
                  <a:pt x="6749583" y="89932"/>
                </a:cubicBezTo>
                <a:cubicBezTo>
                  <a:pt x="6749583" y="89932"/>
                  <a:pt x="6751995" y="128441"/>
                  <a:pt x="6760373" y="165974"/>
                </a:cubicBezTo>
                <a:cubicBezTo>
                  <a:pt x="6764372" y="184780"/>
                  <a:pt x="6769782" y="203254"/>
                  <a:pt x="6774193" y="217027"/>
                </a:cubicBezTo>
                <a:lnTo>
                  <a:pt x="6774644" y="218372"/>
                </a:lnTo>
                <a:lnTo>
                  <a:pt x="6810105" y="218372"/>
                </a:lnTo>
                <a:lnTo>
                  <a:pt x="6812607" y="188136"/>
                </a:lnTo>
                <a:cubicBezTo>
                  <a:pt x="6815145" y="148808"/>
                  <a:pt x="6814320" y="109128"/>
                  <a:pt x="6814320" y="109128"/>
                </a:cubicBezTo>
                <a:cubicBezTo>
                  <a:pt x="6814320" y="109128"/>
                  <a:pt x="6829933" y="147325"/>
                  <a:pt x="6842436" y="186302"/>
                </a:cubicBezTo>
                <a:cubicBezTo>
                  <a:pt x="6844784" y="193325"/>
                  <a:pt x="6846942" y="200348"/>
                  <a:pt x="6849036" y="207175"/>
                </a:cubicBezTo>
                <a:lnTo>
                  <a:pt x="6863824" y="44869"/>
                </a:lnTo>
                <a:lnTo>
                  <a:pt x="6900702" y="218372"/>
                </a:lnTo>
                <a:lnTo>
                  <a:pt x="6919664" y="218372"/>
                </a:lnTo>
                <a:lnTo>
                  <a:pt x="6920119" y="214081"/>
                </a:lnTo>
                <a:cubicBezTo>
                  <a:pt x="6922151" y="181191"/>
                  <a:pt x="6917644" y="147754"/>
                  <a:pt x="6917644" y="147754"/>
                </a:cubicBezTo>
                <a:cubicBezTo>
                  <a:pt x="6917644" y="147754"/>
                  <a:pt x="6922404" y="155440"/>
                  <a:pt x="6928751" y="167301"/>
                </a:cubicBezTo>
                <a:cubicBezTo>
                  <a:pt x="6935288" y="179123"/>
                  <a:pt x="6943158" y="195159"/>
                  <a:pt x="6949822" y="211546"/>
                </a:cubicBezTo>
                <a:lnTo>
                  <a:pt x="6952204" y="218372"/>
                </a:lnTo>
                <a:lnTo>
                  <a:pt x="6967487" y="218372"/>
                </a:lnTo>
                <a:lnTo>
                  <a:pt x="6967592" y="216539"/>
                </a:lnTo>
                <a:cubicBezTo>
                  <a:pt x="6968037" y="210921"/>
                  <a:pt x="6968037" y="202962"/>
                  <a:pt x="6969179" y="193364"/>
                </a:cubicBezTo>
                <a:cubicBezTo>
                  <a:pt x="6970829" y="174246"/>
                  <a:pt x="6974891" y="148846"/>
                  <a:pt x="6980603" y="123837"/>
                </a:cubicBezTo>
                <a:cubicBezTo>
                  <a:pt x="6986886" y="98867"/>
                  <a:pt x="6994756" y="74248"/>
                  <a:pt x="7001992" y="56105"/>
                </a:cubicBezTo>
                <a:cubicBezTo>
                  <a:pt x="7005292" y="46975"/>
                  <a:pt x="7008973" y="39524"/>
                  <a:pt x="7011131" y="34256"/>
                </a:cubicBezTo>
                <a:cubicBezTo>
                  <a:pt x="7013352" y="29028"/>
                  <a:pt x="7014685" y="26024"/>
                  <a:pt x="7014685" y="26024"/>
                </a:cubicBezTo>
                <a:cubicBezTo>
                  <a:pt x="7014685" y="26024"/>
                  <a:pt x="7014305" y="29145"/>
                  <a:pt x="7013606" y="34607"/>
                </a:cubicBezTo>
                <a:cubicBezTo>
                  <a:pt x="7013098" y="40070"/>
                  <a:pt x="7011702" y="47756"/>
                  <a:pt x="7011258" y="57120"/>
                </a:cubicBezTo>
                <a:cubicBezTo>
                  <a:pt x="7009545" y="75730"/>
                  <a:pt x="7009227" y="100506"/>
                  <a:pt x="7010496" y="125086"/>
                </a:cubicBezTo>
                <a:cubicBezTo>
                  <a:pt x="7012337" y="149705"/>
                  <a:pt x="7015764" y="174051"/>
                  <a:pt x="7019636" y="192155"/>
                </a:cubicBezTo>
                <a:cubicBezTo>
                  <a:pt x="7021286" y="201206"/>
                  <a:pt x="7023571" y="208697"/>
                  <a:pt x="7024713" y="213925"/>
                </a:cubicBezTo>
                <a:lnTo>
                  <a:pt x="7025810" y="218372"/>
                </a:lnTo>
                <a:lnTo>
                  <a:pt x="7065645" y="218372"/>
                </a:lnTo>
                <a:lnTo>
                  <a:pt x="7065953" y="217067"/>
                </a:lnTo>
                <a:cubicBezTo>
                  <a:pt x="7070187" y="198692"/>
                  <a:pt x="7079374" y="156620"/>
                  <a:pt x="7085133" y="114044"/>
                </a:cubicBezTo>
                <a:cubicBezTo>
                  <a:pt x="7093384" y="57354"/>
                  <a:pt x="7095478" y="0"/>
                  <a:pt x="7095478" y="0"/>
                </a:cubicBezTo>
                <a:cubicBezTo>
                  <a:pt x="7095478" y="0"/>
                  <a:pt x="7108362" y="56652"/>
                  <a:pt x="7115090" y="114161"/>
                </a:cubicBezTo>
                <a:cubicBezTo>
                  <a:pt x="7118708" y="142897"/>
                  <a:pt x="7120770" y="171778"/>
                  <a:pt x="7121928" y="193476"/>
                </a:cubicBezTo>
                <a:lnTo>
                  <a:pt x="7123010" y="218372"/>
                </a:lnTo>
                <a:lnTo>
                  <a:pt x="7151790" y="218372"/>
                </a:lnTo>
                <a:lnTo>
                  <a:pt x="7152672" y="215700"/>
                </a:lnTo>
                <a:cubicBezTo>
                  <a:pt x="7158212" y="199143"/>
                  <a:pt x="7171195" y="161381"/>
                  <a:pt x="7186427" y="124188"/>
                </a:cubicBezTo>
                <a:cubicBezTo>
                  <a:pt x="7205784" y="76355"/>
                  <a:pt x="7228822" y="29574"/>
                  <a:pt x="7230536" y="26180"/>
                </a:cubicBezTo>
                <a:cubicBezTo>
                  <a:pt x="7230219" y="27936"/>
                  <a:pt x="7227870" y="41123"/>
                  <a:pt x="7224888" y="60007"/>
                </a:cubicBezTo>
                <a:cubicBezTo>
                  <a:pt x="7227172" y="46859"/>
                  <a:pt x="7228695" y="38509"/>
                  <a:pt x="7228695" y="38509"/>
                </a:cubicBezTo>
                <a:cubicBezTo>
                  <a:pt x="7228695" y="38509"/>
                  <a:pt x="7235296" y="84431"/>
                  <a:pt x="7244182" y="130002"/>
                </a:cubicBezTo>
                <a:cubicBezTo>
                  <a:pt x="7250751" y="164180"/>
                  <a:pt x="7258641" y="198138"/>
                  <a:pt x="7262175" y="212982"/>
                </a:cubicBezTo>
                <a:lnTo>
                  <a:pt x="7263474" y="218372"/>
                </a:lnTo>
                <a:lnTo>
                  <a:pt x="7279143" y="218372"/>
                </a:lnTo>
                <a:lnTo>
                  <a:pt x="7280104" y="198436"/>
                </a:lnTo>
                <a:cubicBezTo>
                  <a:pt x="7280294" y="163712"/>
                  <a:pt x="7274392" y="128597"/>
                  <a:pt x="7274392" y="128597"/>
                </a:cubicBezTo>
                <a:cubicBezTo>
                  <a:pt x="7274392" y="128597"/>
                  <a:pt x="7294765" y="161020"/>
                  <a:pt x="7309679" y="195393"/>
                </a:cubicBezTo>
                <a:lnTo>
                  <a:pt x="7318357" y="218372"/>
                </a:lnTo>
                <a:lnTo>
                  <a:pt x="7361240" y="218372"/>
                </a:lnTo>
                <a:lnTo>
                  <a:pt x="7364071" y="210843"/>
                </a:lnTo>
                <a:cubicBezTo>
                  <a:pt x="7370607" y="192935"/>
                  <a:pt x="7377843" y="168784"/>
                  <a:pt x="7383682" y="144282"/>
                </a:cubicBezTo>
                <a:cubicBezTo>
                  <a:pt x="7389076" y="119741"/>
                  <a:pt x="7393138" y="94965"/>
                  <a:pt x="7394979" y="76237"/>
                </a:cubicBezTo>
                <a:cubicBezTo>
                  <a:pt x="7396185" y="66874"/>
                  <a:pt x="7396375" y="59071"/>
                  <a:pt x="7396883" y="53569"/>
                </a:cubicBezTo>
                <a:cubicBezTo>
                  <a:pt x="7397264" y="48068"/>
                  <a:pt x="7397455" y="44947"/>
                  <a:pt x="7397455" y="44947"/>
                </a:cubicBezTo>
                <a:cubicBezTo>
                  <a:pt x="7397455" y="44947"/>
                  <a:pt x="7398153" y="48029"/>
                  <a:pt x="7399422" y="53452"/>
                </a:cubicBezTo>
                <a:cubicBezTo>
                  <a:pt x="7400564" y="58914"/>
                  <a:pt x="7402722" y="66679"/>
                  <a:pt x="7404309" y="76043"/>
                </a:cubicBezTo>
                <a:cubicBezTo>
                  <a:pt x="7408117" y="94770"/>
                  <a:pt x="7411544" y="119935"/>
                  <a:pt x="7413575" y="145335"/>
                </a:cubicBezTo>
                <a:cubicBezTo>
                  <a:pt x="7415161" y="170696"/>
                  <a:pt x="7415225" y="196290"/>
                  <a:pt x="7414083" y="215486"/>
                </a:cubicBezTo>
                <a:lnTo>
                  <a:pt x="7413918" y="218372"/>
                </a:lnTo>
                <a:lnTo>
                  <a:pt x="7472465" y="218372"/>
                </a:lnTo>
                <a:lnTo>
                  <a:pt x="7471455" y="206300"/>
                </a:lnTo>
                <a:cubicBezTo>
                  <a:pt x="7470738" y="195722"/>
                  <a:pt x="7470171" y="184449"/>
                  <a:pt x="7469933" y="173193"/>
                </a:cubicBezTo>
                <a:cubicBezTo>
                  <a:pt x="7468664" y="128090"/>
                  <a:pt x="7472663" y="83495"/>
                  <a:pt x="7472663" y="83495"/>
                </a:cubicBezTo>
                <a:cubicBezTo>
                  <a:pt x="7472663" y="83495"/>
                  <a:pt x="7483642" y="127583"/>
                  <a:pt x="7499573" y="170501"/>
                </a:cubicBezTo>
                <a:cubicBezTo>
                  <a:pt x="7503492" y="181269"/>
                  <a:pt x="7507713" y="191947"/>
                  <a:pt x="7511839" y="201907"/>
                </a:cubicBezTo>
                <a:lnTo>
                  <a:pt x="7518949" y="218372"/>
                </a:lnTo>
                <a:lnTo>
                  <a:pt x="7577392" y="218372"/>
                </a:lnTo>
                <a:lnTo>
                  <a:pt x="7578208" y="211428"/>
                </a:lnTo>
                <a:cubicBezTo>
                  <a:pt x="7579795" y="195276"/>
                  <a:pt x="7580302" y="173661"/>
                  <a:pt x="7579414" y="151851"/>
                </a:cubicBezTo>
                <a:cubicBezTo>
                  <a:pt x="7578018" y="130119"/>
                  <a:pt x="7575098" y="108231"/>
                  <a:pt x="7571671" y="91844"/>
                </a:cubicBezTo>
                <a:cubicBezTo>
                  <a:pt x="7570275" y="83612"/>
                  <a:pt x="7568244" y="76901"/>
                  <a:pt x="7567229" y="72102"/>
                </a:cubicBezTo>
                <a:cubicBezTo>
                  <a:pt x="7566213" y="67888"/>
                  <a:pt x="7565578" y="65274"/>
                  <a:pt x="7565451" y="64689"/>
                </a:cubicBezTo>
                <a:cubicBezTo>
                  <a:pt x="7565832" y="65235"/>
                  <a:pt x="7567292" y="67693"/>
                  <a:pt x="7569703" y="71595"/>
                </a:cubicBezTo>
                <a:cubicBezTo>
                  <a:pt x="7572306" y="76082"/>
                  <a:pt x="7576622" y="82441"/>
                  <a:pt x="7580747" y="90284"/>
                </a:cubicBezTo>
                <a:cubicBezTo>
                  <a:pt x="7589695" y="105812"/>
                  <a:pt x="7599977" y="127036"/>
                  <a:pt x="7608926" y="148730"/>
                </a:cubicBezTo>
                <a:cubicBezTo>
                  <a:pt x="7617430" y="170423"/>
                  <a:pt x="7624539" y="192622"/>
                  <a:pt x="7628601" y="209438"/>
                </a:cubicBezTo>
                <a:lnTo>
                  <a:pt x="7630630" y="218372"/>
                </a:lnTo>
                <a:lnTo>
                  <a:pt x="7686702" y="218372"/>
                </a:lnTo>
                <a:lnTo>
                  <a:pt x="7690481" y="205264"/>
                </a:lnTo>
                <a:cubicBezTo>
                  <a:pt x="7690799" y="204132"/>
                  <a:pt x="7691053" y="203040"/>
                  <a:pt x="7691370" y="201908"/>
                </a:cubicBezTo>
                <a:lnTo>
                  <a:pt x="7698148" y="218372"/>
                </a:lnTo>
                <a:lnTo>
                  <a:pt x="7838682" y="218372"/>
                </a:lnTo>
                <a:lnTo>
                  <a:pt x="7843881" y="165858"/>
                </a:lnTo>
                <a:cubicBezTo>
                  <a:pt x="7847832" y="176343"/>
                  <a:pt x="7851922" y="186731"/>
                  <a:pt x="7855834" y="196415"/>
                </a:cubicBezTo>
                <a:lnTo>
                  <a:pt x="7864912" y="218372"/>
                </a:lnTo>
                <a:lnTo>
                  <a:pt x="7949815" y="218372"/>
                </a:lnTo>
                <a:lnTo>
                  <a:pt x="7951965" y="212091"/>
                </a:lnTo>
                <a:lnTo>
                  <a:pt x="7954144" y="218372"/>
                </a:lnTo>
                <a:lnTo>
                  <a:pt x="8039018" y="218372"/>
                </a:lnTo>
                <a:lnTo>
                  <a:pt x="8048097" y="196415"/>
                </a:lnTo>
                <a:cubicBezTo>
                  <a:pt x="8052009" y="186731"/>
                  <a:pt x="8056099" y="176343"/>
                  <a:pt x="8060049" y="165858"/>
                </a:cubicBezTo>
                <a:lnTo>
                  <a:pt x="8065249" y="218372"/>
                </a:lnTo>
                <a:lnTo>
                  <a:pt x="8205783" y="218372"/>
                </a:lnTo>
                <a:lnTo>
                  <a:pt x="8212560" y="201908"/>
                </a:lnTo>
                <a:cubicBezTo>
                  <a:pt x="8212878" y="203040"/>
                  <a:pt x="8213131" y="204132"/>
                  <a:pt x="8213449" y="205264"/>
                </a:cubicBezTo>
                <a:lnTo>
                  <a:pt x="8217235" y="218372"/>
                </a:lnTo>
                <a:lnTo>
                  <a:pt x="8273329" y="218372"/>
                </a:lnTo>
                <a:lnTo>
                  <a:pt x="8275329" y="209438"/>
                </a:lnTo>
                <a:cubicBezTo>
                  <a:pt x="8279391" y="192622"/>
                  <a:pt x="8286499" y="170423"/>
                  <a:pt x="8295004" y="148730"/>
                </a:cubicBezTo>
                <a:cubicBezTo>
                  <a:pt x="8303953" y="127036"/>
                  <a:pt x="8314298" y="105812"/>
                  <a:pt x="8323183" y="90284"/>
                </a:cubicBezTo>
                <a:cubicBezTo>
                  <a:pt x="8327372" y="82441"/>
                  <a:pt x="8331624" y="76082"/>
                  <a:pt x="8334290" y="71595"/>
                </a:cubicBezTo>
                <a:cubicBezTo>
                  <a:pt x="8336702" y="67693"/>
                  <a:pt x="8338161" y="65235"/>
                  <a:pt x="8338478" y="64689"/>
                </a:cubicBezTo>
                <a:cubicBezTo>
                  <a:pt x="8338352" y="65274"/>
                  <a:pt x="8337780" y="67888"/>
                  <a:pt x="8336702" y="72102"/>
                </a:cubicBezTo>
                <a:cubicBezTo>
                  <a:pt x="8335686" y="76901"/>
                  <a:pt x="8333656" y="83612"/>
                  <a:pt x="8332259" y="91844"/>
                </a:cubicBezTo>
                <a:cubicBezTo>
                  <a:pt x="8328832" y="108231"/>
                  <a:pt x="8325975" y="130119"/>
                  <a:pt x="8324579" y="151851"/>
                </a:cubicBezTo>
                <a:cubicBezTo>
                  <a:pt x="8323627" y="173661"/>
                  <a:pt x="8324135" y="195276"/>
                  <a:pt x="8325785" y="211428"/>
                </a:cubicBezTo>
                <a:lnTo>
                  <a:pt x="8326579" y="218372"/>
                </a:lnTo>
                <a:lnTo>
                  <a:pt x="8385005" y="218372"/>
                </a:lnTo>
                <a:lnTo>
                  <a:pt x="8392101" y="201907"/>
                </a:lnTo>
                <a:cubicBezTo>
                  <a:pt x="8396222" y="191947"/>
                  <a:pt x="8400438" y="181269"/>
                  <a:pt x="8404357" y="170501"/>
                </a:cubicBezTo>
                <a:cubicBezTo>
                  <a:pt x="8420287" y="127583"/>
                  <a:pt x="8431330" y="83495"/>
                  <a:pt x="8431330" y="83495"/>
                </a:cubicBezTo>
                <a:cubicBezTo>
                  <a:pt x="8431330" y="83495"/>
                  <a:pt x="8435265" y="128090"/>
                  <a:pt x="8433996" y="173193"/>
                </a:cubicBezTo>
                <a:cubicBezTo>
                  <a:pt x="8433774" y="184449"/>
                  <a:pt x="8433214" y="195722"/>
                  <a:pt x="8432500" y="206300"/>
                </a:cubicBezTo>
                <a:lnTo>
                  <a:pt x="8431489" y="218372"/>
                </a:lnTo>
                <a:lnTo>
                  <a:pt x="8490012" y="218372"/>
                </a:lnTo>
                <a:lnTo>
                  <a:pt x="8489847" y="215486"/>
                </a:lnTo>
                <a:cubicBezTo>
                  <a:pt x="8488705" y="196290"/>
                  <a:pt x="8488832" y="170696"/>
                  <a:pt x="8490355" y="145335"/>
                </a:cubicBezTo>
                <a:cubicBezTo>
                  <a:pt x="8492385" y="119935"/>
                  <a:pt x="8495813" y="94770"/>
                  <a:pt x="8499621" y="76043"/>
                </a:cubicBezTo>
                <a:cubicBezTo>
                  <a:pt x="8501207" y="66679"/>
                  <a:pt x="8503366" y="58914"/>
                  <a:pt x="8504508" y="53452"/>
                </a:cubicBezTo>
                <a:cubicBezTo>
                  <a:pt x="8505778" y="48029"/>
                  <a:pt x="8506476" y="44947"/>
                  <a:pt x="8506476" y="44947"/>
                </a:cubicBezTo>
                <a:cubicBezTo>
                  <a:pt x="8506476" y="44947"/>
                  <a:pt x="8506729" y="48068"/>
                  <a:pt x="8507110" y="53569"/>
                </a:cubicBezTo>
                <a:cubicBezTo>
                  <a:pt x="8507618" y="59071"/>
                  <a:pt x="8507745" y="66874"/>
                  <a:pt x="8508951" y="76237"/>
                </a:cubicBezTo>
                <a:cubicBezTo>
                  <a:pt x="8510791" y="94965"/>
                  <a:pt x="8514853" y="119741"/>
                  <a:pt x="8520247" y="144282"/>
                </a:cubicBezTo>
                <a:cubicBezTo>
                  <a:pt x="8526087" y="168784"/>
                  <a:pt x="8533322" y="192935"/>
                  <a:pt x="8539859" y="210843"/>
                </a:cubicBezTo>
                <a:lnTo>
                  <a:pt x="8542690" y="218372"/>
                </a:lnTo>
                <a:lnTo>
                  <a:pt x="8585573" y="218372"/>
                </a:lnTo>
                <a:lnTo>
                  <a:pt x="8594250" y="195393"/>
                </a:lnTo>
                <a:cubicBezTo>
                  <a:pt x="8609165" y="161020"/>
                  <a:pt x="8629538" y="128597"/>
                  <a:pt x="8629538" y="128597"/>
                </a:cubicBezTo>
                <a:cubicBezTo>
                  <a:pt x="8629538" y="128597"/>
                  <a:pt x="8623699" y="163712"/>
                  <a:pt x="8623826" y="198436"/>
                </a:cubicBezTo>
                <a:lnTo>
                  <a:pt x="8624788" y="218372"/>
                </a:lnTo>
                <a:lnTo>
                  <a:pt x="8640457" y="218372"/>
                </a:lnTo>
                <a:lnTo>
                  <a:pt x="8641755" y="212982"/>
                </a:lnTo>
                <a:cubicBezTo>
                  <a:pt x="8645290" y="198138"/>
                  <a:pt x="8653179" y="164180"/>
                  <a:pt x="8659748" y="130002"/>
                </a:cubicBezTo>
                <a:cubicBezTo>
                  <a:pt x="8668697" y="84431"/>
                  <a:pt x="8675234" y="38509"/>
                  <a:pt x="8675234" y="38509"/>
                </a:cubicBezTo>
                <a:cubicBezTo>
                  <a:pt x="8675234" y="38509"/>
                  <a:pt x="8676757" y="46859"/>
                  <a:pt x="8679042" y="60046"/>
                </a:cubicBezTo>
                <a:cubicBezTo>
                  <a:pt x="8675869" y="39758"/>
                  <a:pt x="8673330" y="25985"/>
                  <a:pt x="8673330" y="25985"/>
                </a:cubicBezTo>
                <a:cubicBezTo>
                  <a:pt x="8673330" y="25985"/>
                  <a:pt x="8697384" y="74521"/>
                  <a:pt x="8717503" y="124188"/>
                </a:cubicBezTo>
                <a:cubicBezTo>
                  <a:pt x="8732783" y="161381"/>
                  <a:pt x="8745742" y="199143"/>
                  <a:pt x="8751267" y="215700"/>
                </a:cubicBezTo>
                <a:lnTo>
                  <a:pt x="8752146" y="218372"/>
                </a:lnTo>
                <a:lnTo>
                  <a:pt x="8780919" y="218372"/>
                </a:lnTo>
                <a:lnTo>
                  <a:pt x="8782001" y="193476"/>
                </a:lnTo>
                <a:cubicBezTo>
                  <a:pt x="8783160" y="171778"/>
                  <a:pt x="8785222" y="142897"/>
                  <a:pt x="8788840" y="114161"/>
                </a:cubicBezTo>
                <a:cubicBezTo>
                  <a:pt x="8795567" y="56652"/>
                  <a:pt x="8808451" y="0"/>
                  <a:pt x="8808451" y="0"/>
                </a:cubicBezTo>
                <a:cubicBezTo>
                  <a:pt x="8808451" y="0"/>
                  <a:pt x="8810545" y="57354"/>
                  <a:pt x="8818796" y="114044"/>
                </a:cubicBezTo>
                <a:cubicBezTo>
                  <a:pt x="8824555" y="156620"/>
                  <a:pt x="8833742" y="198692"/>
                  <a:pt x="8837976" y="217067"/>
                </a:cubicBezTo>
                <a:lnTo>
                  <a:pt x="8838284" y="218372"/>
                </a:lnTo>
                <a:lnTo>
                  <a:pt x="8878119" y="218372"/>
                </a:lnTo>
                <a:lnTo>
                  <a:pt x="8879217" y="213925"/>
                </a:lnTo>
                <a:cubicBezTo>
                  <a:pt x="8880359" y="208697"/>
                  <a:pt x="8882707" y="201206"/>
                  <a:pt x="8884294" y="192155"/>
                </a:cubicBezTo>
                <a:cubicBezTo>
                  <a:pt x="8888229" y="174051"/>
                  <a:pt x="8891656" y="149705"/>
                  <a:pt x="8893433" y="125086"/>
                </a:cubicBezTo>
                <a:cubicBezTo>
                  <a:pt x="8894766" y="100506"/>
                  <a:pt x="8894386" y="75730"/>
                  <a:pt x="8892735" y="57120"/>
                </a:cubicBezTo>
                <a:cubicBezTo>
                  <a:pt x="8892227" y="47756"/>
                  <a:pt x="8890831" y="40070"/>
                  <a:pt x="8890324" y="34607"/>
                </a:cubicBezTo>
                <a:cubicBezTo>
                  <a:pt x="8889626" y="29145"/>
                  <a:pt x="8889244" y="26024"/>
                  <a:pt x="8889244" y="26024"/>
                </a:cubicBezTo>
                <a:cubicBezTo>
                  <a:pt x="8889244" y="26024"/>
                  <a:pt x="8890578" y="29028"/>
                  <a:pt x="8892862" y="34256"/>
                </a:cubicBezTo>
                <a:cubicBezTo>
                  <a:pt x="8894957" y="39524"/>
                  <a:pt x="8898701" y="46975"/>
                  <a:pt x="8901938" y="56105"/>
                </a:cubicBezTo>
                <a:cubicBezTo>
                  <a:pt x="8909237" y="74248"/>
                  <a:pt x="8917043" y="98867"/>
                  <a:pt x="8923326" y="123837"/>
                </a:cubicBezTo>
                <a:cubicBezTo>
                  <a:pt x="8929038" y="148846"/>
                  <a:pt x="8933100" y="174246"/>
                  <a:pt x="8934750" y="193364"/>
                </a:cubicBezTo>
                <a:cubicBezTo>
                  <a:pt x="8935956" y="202962"/>
                  <a:pt x="8935892" y="210921"/>
                  <a:pt x="8936401" y="216539"/>
                </a:cubicBezTo>
                <a:lnTo>
                  <a:pt x="8936493" y="218372"/>
                </a:lnTo>
                <a:lnTo>
                  <a:pt x="8951725" y="218372"/>
                </a:lnTo>
                <a:lnTo>
                  <a:pt x="8954107" y="211546"/>
                </a:lnTo>
                <a:cubicBezTo>
                  <a:pt x="8960772" y="195159"/>
                  <a:pt x="8968642" y="179123"/>
                  <a:pt x="8975179" y="167301"/>
                </a:cubicBezTo>
                <a:cubicBezTo>
                  <a:pt x="8981526" y="155440"/>
                  <a:pt x="8986286" y="147754"/>
                  <a:pt x="8986286" y="147754"/>
                </a:cubicBezTo>
                <a:cubicBezTo>
                  <a:pt x="8986286" y="147754"/>
                  <a:pt x="8981780" y="181191"/>
                  <a:pt x="8983810" y="214081"/>
                </a:cubicBezTo>
                <a:lnTo>
                  <a:pt x="8984266" y="218372"/>
                </a:lnTo>
                <a:lnTo>
                  <a:pt x="9003229" y="218372"/>
                </a:lnTo>
                <a:lnTo>
                  <a:pt x="9040105" y="44869"/>
                </a:lnTo>
                <a:lnTo>
                  <a:pt x="9054893" y="207175"/>
                </a:lnTo>
                <a:cubicBezTo>
                  <a:pt x="9056988" y="200348"/>
                  <a:pt x="9059209" y="193325"/>
                  <a:pt x="9061494" y="186302"/>
                </a:cubicBezTo>
                <a:cubicBezTo>
                  <a:pt x="9073997" y="147325"/>
                  <a:pt x="9089610" y="109128"/>
                  <a:pt x="9089610" y="109128"/>
                </a:cubicBezTo>
                <a:cubicBezTo>
                  <a:pt x="9089610" y="109128"/>
                  <a:pt x="9088785" y="148808"/>
                  <a:pt x="9091323" y="188136"/>
                </a:cubicBezTo>
                <a:lnTo>
                  <a:pt x="9093825" y="218372"/>
                </a:lnTo>
                <a:lnTo>
                  <a:pt x="9129285" y="218372"/>
                </a:lnTo>
                <a:lnTo>
                  <a:pt x="9129737" y="217027"/>
                </a:lnTo>
                <a:cubicBezTo>
                  <a:pt x="9134148" y="203254"/>
                  <a:pt x="9139558" y="184780"/>
                  <a:pt x="9143557" y="165974"/>
                </a:cubicBezTo>
                <a:cubicBezTo>
                  <a:pt x="9151934" y="128441"/>
                  <a:pt x="9154346" y="89932"/>
                  <a:pt x="9154346" y="89932"/>
                </a:cubicBezTo>
                <a:cubicBezTo>
                  <a:pt x="9154346" y="89932"/>
                  <a:pt x="9166849" y="127466"/>
                  <a:pt x="9173513" y="166209"/>
                </a:cubicBezTo>
                <a:cubicBezTo>
                  <a:pt x="9176369" y="182166"/>
                  <a:pt x="9178209" y="198261"/>
                  <a:pt x="9179384" y="211663"/>
                </a:cubicBezTo>
                <a:lnTo>
                  <a:pt x="9179877" y="218372"/>
                </a:lnTo>
                <a:lnTo>
                  <a:pt x="9182596" y="218372"/>
                </a:lnTo>
                <a:lnTo>
                  <a:pt x="9182747" y="216393"/>
                </a:lnTo>
                <a:cubicBezTo>
                  <a:pt x="9183096" y="212706"/>
                  <a:pt x="9183350" y="210609"/>
                  <a:pt x="9183350" y="210609"/>
                </a:cubicBezTo>
                <a:cubicBezTo>
                  <a:pt x="9183350" y="210609"/>
                  <a:pt x="9187412" y="176860"/>
                  <a:pt x="9199471" y="144945"/>
                </a:cubicBezTo>
                <a:cubicBezTo>
                  <a:pt x="9205563" y="128948"/>
                  <a:pt x="9212799" y="113420"/>
                  <a:pt x="9219145" y="102067"/>
                </a:cubicBezTo>
                <a:cubicBezTo>
                  <a:pt x="9225492" y="90713"/>
                  <a:pt x="9230189" y="83378"/>
                  <a:pt x="9230189" y="83378"/>
                </a:cubicBezTo>
                <a:cubicBezTo>
                  <a:pt x="9230189" y="83378"/>
                  <a:pt x="9225619" y="115527"/>
                  <a:pt x="9229237" y="146779"/>
                </a:cubicBezTo>
                <a:cubicBezTo>
                  <a:pt x="9231077" y="162424"/>
                  <a:pt x="9234124" y="177797"/>
                  <a:pt x="9237360" y="189150"/>
                </a:cubicBezTo>
                <a:cubicBezTo>
                  <a:pt x="9240470" y="200504"/>
                  <a:pt x="9243073" y="207917"/>
                  <a:pt x="9243073" y="207917"/>
                </a:cubicBezTo>
                <a:cubicBezTo>
                  <a:pt x="9243073" y="207917"/>
                  <a:pt x="9243676" y="209660"/>
                  <a:pt x="9244830" y="212690"/>
                </a:cubicBezTo>
                <a:lnTo>
                  <a:pt x="9247134" y="218372"/>
                </a:lnTo>
                <a:lnTo>
                  <a:pt x="9288315" y="218372"/>
                </a:lnTo>
                <a:lnTo>
                  <a:pt x="9288959" y="216813"/>
                </a:lnTo>
                <a:cubicBezTo>
                  <a:pt x="9288959" y="216813"/>
                  <a:pt x="9300383" y="188955"/>
                  <a:pt x="9309396" y="160356"/>
                </a:cubicBezTo>
                <a:cubicBezTo>
                  <a:pt x="9318598" y="131874"/>
                  <a:pt x="9325326" y="102730"/>
                  <a:pt x="9325326" y="102730"/>
                </a:cubicBezTo>
                <a:cubicBezTo>
                  <a:pt x="9325326" y="102730"/>
                  <a:pt x="9333577" y="131641"/>
                  <a:pt x="9339289" y="161176"/>
                </a:cubicBezTo>
                <a:cubicBezTo>
                  <a:pt x="9343716" y="183269"/>
                  <a:pt x="9346714" y="205647"/>
                  <a:pt x="9347937" y="215455"/>
                </a:cubicBezTo>
                <a:lnTo>
                  <a:pt x="9348288" y="218372"/>
                </a:lnTo>
                <a:lnTo>
                  <a:pt x="9351606" y="218372"/>
                </a:lnTo>
                <a:lnTo>
                  <a:pt x="9353775" y="213428"/>
                </a:lnTo>
                <a:cubicBezTo>
                  <a:pt x="9354886" y="210814"/>
                  <a:pt x="9355473" y="209361"/>
                  <a:pt x="9355473" y="209361"/>
                </a:cubicBezTo>
                <a:cubicBezTo>
                  <a:pt x="9355473" y="209361"/>
                  <a:pt x="9371974" y="169681"/>
                  <a:pt x="9382065" y="128441"/>
                </a:cubicBezTo>
                <a:cubicBezTo>
                  <a:pt x="9392601" y="87358"/>
                  <a:pt x="9396345" y="45064"/>
                  <a:pt x="9396345" y="45064"/>
                </a:cubicBezTo>
                <a:cubicBezTo>
                  <a:pt x="9396345" y="45064"/>
                  <a:pt x="9407579" y="86655"/>
                  <a:pt x="9411958" y="129417"/>
                </a:cubicBezTo>
                <a:cubicBezTo>
                  <a:pt x="9416782" y="172061"/>
                  <a:pt x="9414624" y="215408"/>
                  <a:pt x="9414624" y="215408"/>
                </a:cubicBezTo>
                <a:lnTo>
                  <a:pt x="9414472" y="218372"/>
                </a:lnTo>
                <a:lnTo>
                  <a:pt x="9415681" y="218372"/>
                </a:lnTo>
                <a:lnTo>
                  <a:pt x="9422890" y="196071"/>
                </a:lnTo>
                <a:cubicBezTo>
                  <a:pt x="9426334" y="185854"/>
                  <a:pt x="9430269" y="174675"/>
                  <a:pt x="9434489" y="163555"/>
                </a:cubicBezTo>
                <a:cubicBezTo>
                  <a:pt x="9448452" y="126218"/>
                  <a:pt x="9465652" y="89854"/>
                  <a:pt x="9465652" y="89854"/>
                </a:cubicBezTo>
                <a:cubicBezTo>
                  <a:pt x="9465652" y="89854"/>
                  <a:pt x="9463240" y="128090"/>
                  <a:pt x="9464191" y="166014"/>
                </a:cubicBezTo>
                <a:cubicBezTo>
                  <a:pt x="9464573" y="184995"/>
                  <a:pt x="9465810" y="203869"/>
                  <a:pt x="9466953" y="217998"/>
                </a:cubicBezTo>
                <a:lnTo>
                  <a:pt x="9466986" y="218372"/>
                </a:lnTo>
                <a:lnTo>
                  <a:pt x="9516051" y="218372"/>
                </a:lnTo>
                <a:lnTo>
                  <a:pt x="9517802" y="212027"/>
                </a:lnTo>
                <a:cubicBezTo>
                  <a:pt x="9519016" y="207407"/>
                  <a:pt x="9519662" y="204757"/>
                  <a:pt x="9519662" y="204757"/>
                </a:cubicBezTo>
                <a:cubicBezTo>
                  <a:pt x="9519662" y="204757"/>
                  <a:pt x="9530324" y="162424"/>
                  <a:pt x="9535592" y="119117"/>
                </a:cubicBezTo>
                <a:cubicBezTo>
                  <a:pt x="9540987" y="76901"/>
                  <a:pt x="9541050" y="34062"/>
                  <a:pt x="9541050" y="32188"/>
                </a:cubicBezTo>
                <a:cubicBezTo>
                  <a:pt x="9541812" y="34256"/>
                  <a:pt x="9556282" y="75770"/>
                  <a:pt x="9565485" y="118453"/>
                </a:cubicBezTo>
                <a:cubicBezTo>
                  <a:pt x="9575258" y="162151"/>
                  <a:pt x="9579447" y="206708"/>
                  <a:pt x="9579447" y="206708"/>
                </a:cubicBezTo>
                <a:cubicBezTo>
                  <a:pt x="9579447" y="206708"/>
                  <a:pt x="9579606" y="208288"/>
                  <a:pt x="9579856" y="211154"/>
                </a:cubicBezTo>
                <a:lnTo>
                  <a:pt x="9580423" y="218372"/>
                </a:lnTo>
                <a:lnTo>
                  <a:pt x="9597379" y="218372"/>
                </a:lnTo>
                <a:lnTo>
                  <a:pt x="9609467" y="175182"/>
                </a:lnTo>
                <a:cubicBezTo>
                  <a:pt x="9619114" y="136127"/>
                  <a:pt x="9624763" y="96331"/>
                  <a:pt x="9624763" y="96331"/>
                </a:cubicBezTo>
                <a:cubicBezTo>
                  <a:pt x="9624763" y="96331"/>
                  <a:pt x="9634092" y="135776"/>
                  <a:pt x="9639361" y="175923"/>
                </a:cubicBezTo>
                <a:cubicBezTo>
                  <a:pt x="9640726" y="185951"/>
                  <a:pt x="9641836" y="196012"/>
                  <a:pt x="9642735" y="205464"/>
                </a:cubicBezTo>
                <a:lnTo>
                  <a:pt x="9643782" y="218372"/>
                </a:lnTo>
                <a:lnTo>
                  <a:pt x="9670266" y="218372"/>
                </a:lnTo>
                <a:lnTo>
                  <a:pt x="9676805" y="206122"/>
                </a:lnTo>
                <a:cubicBezTo>
                  <a:pt x="9684422" y="192193"/>
                  <a:pt x="9695909" y="174051"/>
                  <a:pt x="9708539" y="156454"/>
                </a:cubicBezTo>
                <a:cubicBezTo>
                  <a:pt x="9721550" y="138975"/>
                  <a:pt x="9735576" y="122043"/>
                  <a:pt x="9747064" y="109830"/>
                </a:cubicBezTo>
                <a:cubicBezTo>
                  <a:pt x="9757600" y="98438"/>
                  <a:pt x="9765342" y="90830"/>
                  <a:pt x="9766422" y="89815"/>
                </a:cubicBezTo>
                <a:cubicBezTo>
                  <a:pt x="9765279" y="91961"/>
                  <a:pt x="9747000" y="127193"/>
                  <a:pt x="9736846" y="163088"/>
                </a:cubicBezTo>
                <a:cubicBezTo>
                  <a:pt x="9731641" y="181659"/>
                  <a:pt x="9727770" y="200192"/>
                  <a:pt x="9725930" y="214121"/>
                </a:cubicBezTo>
                <a:lnTo>
                  <a:pt x="9725406" y="218372"/>
                </a:lnTo>
                <a:lnTo>
                  <a:pt x="9746483" y="218372"/>
                </a:lnTo>
                <a:lnTo>
                  <a:pt x="9795870" y="141356"/>
                </a:lnTo>
                <a:lnTo>
                  <a:pt x="9785500" y="218372"/>
                </a:lnTo>
                <a:lnTo>
                  <a:pt x="9806524" y="218372"/>
                </a:lnTo>
                <a:lnTo>
                  <a:pt x="9809833" y="199763"/>
                </a:lnTo>
                <a:cubicBezTo>
                  <a:pt x="9812372" y="181971"/>
                  <a:pt x="9815100" y="158093"/>
                  <a:pt x="9814466" y="134099"/>
                </a:cubicBezTo>
                <a:cubicBezTo>
                  <a:pt x="9813704" y="110221"/>
                  <a:pt x="9811038" y="85992"/>
                  <a:pt x="9805644" y="68240"/>
                </a:cubicBezTo>
                <a:cubicBezTo>
                  <a:pt x="9803803" y="59149"/>
                  <a:pt x="9800503" y="51930"/>
                  <a:pt x="9798790" y="46703"/>
                </a:cubicBezTo>
                <a:cubicBezTo>
                  <a:pt x="9797203" y="42137"/>
                  <a:pt x="9796124" y="39289"/>
                  <a:pt x="9795933" y="38665"/>
                </a:cubicBezTo>
                <a:cubicBezTo>
                  <a:pt x="9796441" y="39329"/>
                  <a:pt x="9798281" y="41943"/>
                  <a:pt x="9801201" y="46078"/>
                </a:cubicBezTo>
                <a:cubicBezTo>
                  <a:pt x="9804438" y="50955"/>
                  <a:pt x="9810023" y="57744"/>
                  <a:pt x="9814656" y="66445"/>
                </a:cubicBezTo>
                <a:cubicBezTo>
                  <a:pt x="9825572" y="83456"/>
                  <a:pt x="9835790" y="107334"/>
                  <a:pt x="9844231" y="131680"/>
                </a:cubicBezTo>
                <a:cubicBezTo>
                  <a:pt x="9848738" y="145179"/>
                  <a:pt x="9852228" y="158757"/>
                  <a:pt x="9854958" y="171437"/>
                </a:cubicBezTo>
                <a:cubicBezTo>
                  <a:pt x="9855592" y="168082"/>
                  <a:pt x="9856100" y="164726"/>
                  <a:pt x="9856798" y="161332"/>
                </a:cubicBezTo>
                <a:cubicBezTo>
                  <a:pt x="9861812" y="138741"/>
                  <a:pt x="9868413" y="116502"/>
                  <a:pt x="9874696" y="100155"/>
                </a:cubicBezTo>
                <a:cubicBezTo>
                  <a:pt x="9877489" y="91922"/>
                  <a:pt x="9880788" y="85211"/>
                  <a:pt x="9882629" y="80452"/>
                </a:cubicBezTo>
                <a:cubicBezTo>
                  <a:pt x="9884597" y="75730"/>
                  <a:pt x="9885739" y="73038"/>
                  <a:pt x="9885739" y="73038"/>
                </a:cubicBezTo>
                <a:cubicBezTo>
                  <a:pt x="9885739" y="73038"/>
                  <a:pt x="9885548" y="75848"/>
                  <a:pt x="9885168" y="80764"/>
                </a:cubicBezTo>
                <a:cubicBezTo>
                  <a:pt x="9884914" y="85679"/>
                  <a:pt x="9883962" y="92625"/>
                  <a:pt x="9883962" y="101013"/>
                </a:cubicBezTo>
                <a:cubicBezTo>
                  <a:pt x="9883264" y="117751"/>
                  <a:pt x="9884216" y="139990"/>
                  <a:pt x="9886691" y="161956"/>
                </a:cubicBezTo>
                <a:cubicBezTo>
                  <a:pt x="9888214" y="172959"/>
                  <a:pt x="9890118" y="183873"/>
                  <a:pt x="9892236" y="194042"/>
                </a:cubicBezTo>
                <a:lnTo>
                  <a:pt x="9898256" y="218372"/>
                </a:lnTo>
                <a:lnTo>
                  <a:pt x="9934341" y="218372"/>
                </a:lnTo>
                <a:lnTo>
                  <a:pt x="9924010" y="141356"/>
                </a:lnTo>
                <a:lnTo>
                  <a:pt x="9973397" y="218372"/>
                </a:lnTo>
                <a:lnTo>
                  <a:pt x="9994468" y="218372"/>
                </a:lnTo>
                <a:lnTo>
                  <a:pt x="9993950" y="214121"/>
                </a:lnTo>
                <a:cubicBezTo>
                  <a:pt x="9992110" y="200192"/>
                  <a:pt x="9988238" y="181659"/>
                  <a:pt x="9983033" y="163088"/>
                </a:cubicBezTo>
                <a:cubicBezTo>
                  <a:pt x="9972879" y="127193"/>
                  <a:pt x="9954600" y="91961"/>
                  <a:pt x="9953458" y="89815"/>
                </a:cubicBezTo>
                <a:cubicBezTo>
                  <a:pt x="9954537" y="90830"/>
                  <a:pt x="9962217" y="98438"/>
                  <a:pt x="9972815" y="109830"/>
                </a:cubicBezTo>
                <a:cubicBezTo>
                  <a:pt x="9984240" y="122043"/>
                  <a:pt x="9998329" y="138975"/>
                  <a:pt x="10011340" y="156454"/>
                </a:cubicBezTo>
                <a:cubicBezTo>
                  <a:pt x="10023907" y="174051"/>
                  <a:pt x="10035457" y="192193"/>
                  <a:pt x="10043074" y="206122"/>
                </a:cubicBezTo>
                <a:lnTo>
                  <a:pt x="10049590" y="218372"/>
                </a:lnTo>
                <a:lnTo>
                  <a:pt x="10076072" y="218372"/>
                </a:lnTo>
                <a:lnTo>
                  <a:pt x="10077119" y="205464"/>
                </a:lnTo>
                <a:cubicBezTo>
                  <a:pt x="10078020" y="196012"/>
                  <a:pt x="10079139" y="185951"/>
                  <a:pt x="10080519" y="175923"/>
                </a:cubicBezTo>
                <a:cubicBezTo>
                  <a:pt x="10085787" y="135776"/>
                  <a:pt x="10095053" y="96331"/>
                  <a:pt x="10095053" y="96331"/>
                </a:cubicBezTo>
                <a:cubicBezTo>
                  <a:pt x="10095053" y="96331"/>
                  <a:pt x="10100765" y="136127"/>
                  <a:pt x="10110412" y="175182"/>
                </a:cubicBezTo>
                <a:lnTo>
                  <a:pt x="10122500" y="218372"/>
                </a:lnTo>
                <a:lnTo>
                  <a:pt x="10139456" y="218372"/>
                </a:lnTo>
                <a:lnTo>
                  <a:pt x="10140023" y="211154"/>
                </a:lnTo>
                <a:cubicBezTo>
                  <a:pt x="10140273" y="208288"/>
                  <a:pt x="10140432" y="206708"/>
                  <a:pt x="10140432" y="206708"/>
                </a:cubicBezTo>
                <a:cubicBezTo>
                  <a:pt x="10140432" y="206708"/>
                  <a:pt x="10144621" y="162151"/>
                  <a:pt x="10154394" y="118453"/>
                </a:cubicBezTo>
                <a:cubicBezTo>
                  <a:pt x="10163597" y="75770"/>
                  <a:pt x="10178068" y="34256"/>
                  <a:pt x="10178830" y="32188"/>
                </a:cubicBezTo>
                <a:cubicBezTo>
                  <a:pt x="10178830" y="34062"/>
                  <a:pt x="10178893" y="76901"/>
                  <a:pt x="10184288" y="119117"/>
                </a:cubicBezTo>
                <a:cubicBezTo>
                  <a:pt x="10189555" y="162424"/>
                  <a:pt x="10200218" y="204757"/>
                  <a:pt x="10200218" y="204757"/>
                </a:cubicBezTo>
                <a:cubicBezTo>
                  <a:pt x="10200218" y="204757"/>
                  <a:pt x="10200865" y="207407"/>
                  <a:pt x="10202078" y="212027"/>
                </a:cubicBezTo>
                <a:lnTo>
                  <a:pt x="10203829" y="218372"/>
                </a:lnTo>
                <a:lnTo>
                  <a:pt x="10252893" y="218372"/>
                </a:lnTo>
                <a:lnTo>
                  <a:pt x="10252927" y="217998"/>
                </a:lnTo>
                <a:cubicBezTo>
                  <a:pt x="10254069" y="203869"/>
                  <a:pt x="10255307" y="184995"/>
                  <a:pt x="10255688" y="166014"/>
                </a:cubicBezTo>
                <a:cubicBezTo>
                  <a:pt x="10256640" y="128090"/>
                  <a:pt x="10254228" y="89854"/>
                  <a:pt x="10254228" y="89854"/>
                </a:cubicBezTo>
                <a:cubicBezTo>
                  <a:pt x="10254228" y="89854"/>
                  <a:pt x="10271364" y="126218"/>
                  <a:pt x="10285390" y="163555"/>
                </a:cubicBezTo>
                <a:cubicBezTo>
                  <a:pt x="10289611" y="174675"/>
                  <a:pt x="10293546" y="185854"/>
                  <a:pt x="10296989" y="196071"/>
                </a:cubicBezTo>
                <a:lnTo>
                  <a:pt x="10304198" y="218372"/>
                </a:lnTo>
                <a:lnTo>
                  <a:pt x="10305369" y="218372"/>
                </a:lnTo>
                <a:lnTo>
                  <a:pt x="10305192" y="215408"/>
                </a:lnTo>
                <a:cubicBezTo>
                  <a:pt x="10305192" y="215408"/>
                  <a:pt x="10303098" y="172061"/>
                  <a:pt x="10307921" y="129417"/>
                </a:cubicBezTo>
                <a:cubicBezTo>
                  <a:pt x="10312300" y="86655"/>
                  <a:pt x="10323534" y="45064"/>
                  <a:pt x="10323534" y="45064"/>
                </a:cubicBezTo>
                <a:cubicBezTo>
                  <a:pt x="10323534" y="45064"/>
                  <a:pt x="10327279" y="87358"/>
                  <a:pt x="10337814" y="128441"/>
                </a:cubicBezTo>
                <a:cubicBezTo>
                  <a:pt x="10347906" y="169681"/>
                  <a:pt x="10364407" y="209361"/>
                  <a:pt x="10364407" y="209361"/>
                </a:cubicBezTo>
                <a:cubicBezTo>
                  <a:pt x="10364407" y="209361"/>
                  <a:pt x="10364994" y="210814"/>
                  <a:pt x="10366097" y="213428"/>
                </a:cubicBezTo>
                <a:lnTo>
                  <a:pt x="10368241" y="218372"/>
                </a:lnTo>
                <a:lnTo>
                  <a:pt x="10371592" y="218372"/>
                </a:lnTo>
                <a:lnTo>
                  <a:pt x="10371942" y="215455"/>
                </a:lnTo>
                <a:cubicBezTo>
                  <a:pt x="10373162" y="205647"/>
                  <a:pt x="10376148" y="183269"/>
                  <a:pt x="10380527" y="161176"/>
                </a:cubicBezTo>
                <a:cubicBezTo>
                  <a:pt x="10386303" y="131641"/>
                  <a:pt x="10394554" y="102730"/>
                  <a:pt x="10394554" y="102730"/>
                </a:cubicBezTo>
                <a:cubicBezTo>
                  <a:pt x="10394554" y="102730"/>
                  <a:pt x="10401281" y="131874"/>
                  <a:pt x="10410420" y="160356"/>
                </a:cubicBezTo>
                <a:cubicBezTo>
                  <a:pt x="10419496" y="188955"/>
                  <a:pt x="10430920" y="216813"/>
                  <a:pt x="10430920" y="216813"/>
                </a:cubicBezTo>
                <a:lnTo>
                  <a:pt x="10431563" y="218372"/>
                </a:lnTo>
                <a:lnTo>
                  <a:pt x="10472741" y="218372"/>
                </a:lnTo>
                <a:lnTo>
                  <a:pt x="10475049" y="212690"/>
                </a:lnTo>
                <a:cubicBezTo>
                  <a:pt x="10476204" y="209660"/>
                  <a:pt x="10476807" y="207917"/>
                  <a:pt x="10476807" y="207917"/>
                </a:cubicBezTo>
                <a:cubicBezTo>
                  <a:pt x="10476807" y="207917"/>
                  <a:pt x="10479409" y="200504"/>
                  <a:pt x="10482519" y="189150"/>
                </a:cubicBezTo>
                <a:cubicBezTo>
                  <a:pt x="10485756" y="177797"/>
                  <a:pt x="10488738" y="162424"/>
                  <a:pt x="10490643" y="146779"/>
                </a:cubicBezTo>
                <a:cubicBezTo>
                  <a:pt x="10494260" y="115527"/>
                  <a:pt x="10489627" y="83378"/>
                  <a:pt x="10489627" y="83378"/>
                </a:cubicBezTo>
                <a:cubicBezTo>
                  <a:pt x="10489627" y="83378"/>
                  <a:pt x="10494387" y="90713"/>
                  <a:pt x="10500670" y="102067"/>
                </a:cubicBezTo>
                <a:cubicBezTo>
                  <a:pt x="10507080" y="113420"/>
                  <a:pt x="10514316" y="128948"/>
                  <a:pt x="10520408" y="144945"/>
                </a:cubicBezTo>
                <a:cubicBezTo>
                  <a:pt x="10532467" y="176860"/>
                  <a:pt x="10536466" y="210609"/>
                  <a:pt x="10536466" y="210609"/>
                </a:cubicBezTo>
                <a:cubicBezTo>
                  <a:pt x="10536466" y="210609"/>
                  <a:pt x="10536736" y="212706"/>
                  <a:pt x="10537093" y="216393"/>
                </a:cubicBezTo>
                <a:lnTo>
                  <a:pt x="10537241" y="218372"/>
                </a:lnTo>
                <a:lnTo>
                  <a:pt x="10539984" y="218372"/>
                </a:lnTo>
                <a:lnTo>
                  <a:pt x="10540472" y="211663"/>
                </a:lnTo>
                <a:cubicBezTo>
                  <a:pt x="10541638" y="198261"/>
                  <a:pt x="10543478" y="182166"/>
                  <a:pt x="10546366" y="166209"/>
                </a:cubicBezTo>
                <a:cubicBezTo>
                  <a:pt x="10552967" y="127466"/>
                  <a:pt x="10565533" y="89932"/>
                  <a:pt x="10565533" y="89932"/>
                </a:cubicBezTo>
                <a:cubicBezTo>
                  <a:pt x="10565533" y="89932"/>
                  <a:pt x="10567945" y="128441"/>
                  <a:pt x="10576323" y="165974"/>
                </a:cubicBezTo>
                <a:cubicBezTo>
                  <a:pt x="10580321" y="184780"/>
                  <a:pt x="10585732" y="203254"/>
                  <a:pt x="10590143" y="217027"/>
                </a:cubicBezTo>
                <a:lnTo>
                  <a:pt x="10590594" y="218372"/>
                </a:lnTo>
                <a:lnTo>
                  <a:pt x="10626054" y="218372"/>
                </a:lnTo>
                <a:lnTo>
                  <a:pt x="10628556" y="188136"/>
                </a:lnTo>
                <a:cubicBezTo>
                  <a:pt x="10631032" y="148808"/>
                  <a:pt x="10630270" y="109128"/>
                  <a:pt x="10630270" y="109128"/>
                </a:cubicBezTo>
                <a:cubicBezTo>
                  <a:pt x="10630270" y="109128"/>
                  <a:pt x="10645883" y="147325"/>
                  <a:pt x="10658385" y="186302"/>
                </a:cubicBezTo>
                <a:cubicBezTo>
                  <a:pt x="10660670" y="193325"/>
                  <a:pt x="10662892" y="200348"/>
                  <a:pt x="10664986" y="207175"/>
                </a:cubicBezTo>
                <a:lnTo>
                  <a:pt x="10679710" y="44869"/>
                </a:lnTo>
                <a:lnTo>
                  <a:pt x="10716644" y="218372"/>
                </a:lnTo>
                <a:lnTo>
                  <a:pt x="10735613" y="218372"/>
                </a:lnTo>
                <a:lnTo>
                  <a:pt x="10736069" y="214081"/>
                </a:lnTo>
                <a:cubicBezTo>
                  <a:pt x="10738100" y="181191"/>
                  <a:pt x="10733530" y="147754"/>
                  <a:pt x="10733530" y="147754"/>
                </a:cubicBezTo>
                <a:cubicBezTo>
                  <a:pt x="10733530" y="147754"/>
                  <a:pt x="10738290" y="155440"/>
                  <a:pt x="10744700" y="167301"/>
                </a:cubicBezTo>
                <a:cubicBezTo>
                  <a:pt x="10751238" y="179123"/>
                  <a:pt x="10759107" y="195159"/>
                  <a:pt x="10765772" y="211546"/>
                </a:cubicBezTo>
                <a:lnTo>
                  <a:pt x="10768154" y="218372"/>
                </a:lnTo>
                <a:lnTo>
                  <a:pt x="10783387" y="218372"/>
                </a:lnTo>
                <a:lnTo>
                  <a:pt x="10783479" y="216539"/>
                </a:lnTo>
                <a:cubicBezTo>
                  <a:pt x="10783923" y="210921"/>
                  <a:pt x="10783923" y="202962"/>
                  <a:pt x="10785129" y="193364"/>
                </a:cubicBezTo>
                <a:cubicBezTo>
                  <a:pt x="10786779" y="174246"/>
                  <a:pt x="10790841" y="148846"/>
                  <a:pt x="10796553" y="123837"/>
                </a:cubicBezTo>
                <a:cubicBezTo>
                  <a:pt x="10802773" y="98867"/>
                  <a:pt x="10810643" y="74248"/>
                  <a:pt x="10817941" y="56105"/>
                </a:cubicBezTo>
                <a:cubicBezTo>
                  <a:pt x="10821178" y="46975"/>
                  <a:pt x="10824923" y="39524"/>
                  <a:pt x="10827018" y="34256"/>
                </a:cubicBezTo>
                <a:cubicBezTo>
                  <a:pt x="10829302" y="29028"/>
                  <a:pt x="10830635" y="26024"/>
                  <a:pt x="10830635" y="26024"/>
                </a:cubicBezTo>
                <a:cubicBezTo>
                  <a:pt x="10830635" y="26024"/>
                  <a:pt x="10830254" y="29145"/>
                  <a:pt x="10829556" y="34607"/>
                </a:cubicBezTo>
                <a:cubicBezTo>
                  <a:pt x="10829048" y="40070"/>
                  <a:pt x="10827652" y="47756"/>
                  <a:pt x="10827144" y="57120"/>
                </a:cubicBezTo>
                <a:cubicBezTo>
                  <a:pt x="10825431" y="75730"/>
                  <a:pt x="10825113" y="100506"/>
                  <a:pt x="10826446" y="125086"/>
                </a:cubicBezTo>
                <a:cubicBezTo>
                  <a:pt x="10828223" y="149705"/>
                  <a:pt x="10831651" y="174051"/>
                  <a:pt x="10835585" y="192155"/>
                </a:cubicBezTo>
                <a:cubicBezTo>
                  <a:pt x="10837172" y="201206"/>
                  <a:pt x="10839457" y="208697"/>
                  <a:pt x="10840662" y="213925"/>
                </a:cubicBezTo>
                <a:lnTo>
                  <a:pt x="10841760" y="218372"/>
                </a:lnTo>
                <a:lnTo>
                  <a:pt x="10881540" y="218372"/>
                </a:lnTo>
                <a:lnTo>
                  <a:pt x="10881850" y="217067"/>
                </a:lnTo>
                <a:cubicBezTo>
                  <a:pt x="10886101" y="198692"/>
                  <a:pt x="10895324" y="156620"/>
                  <a:pt x="10901083" y="114044"/>
                </a:cubicBezTo>
                <a:cubicBezTo>
                  <a:pt x="10909334" y="57354"/>
                  <a:pt x="10911428" y="0"/>
                  <a:pt x="10911428" y="0"/>
                </a:cubicBezTo>
                <a:cubicBezTo>
                  <a:pt x="10911428" y="0"/>
                  <a:pt x="10924312" y="56652"/>
                  <a:pt x="10930976" y="114161"/>
                </a:cubicBezTo>
                <a:cubicBezTo>
                  <a:pt x="10934625" y="142897"/>
                  <a:pt x="10936704" y="171778"/>
                  <a:pt x="10937870" y="193476"/>
                </a:cubicBezTo>
                <a:lnTo>
                  <a:pt x="10938958" y="218372"/>
                </a:lnTo>
                <a:lnTo>
                  <a:pt x="10967734" y="218372"/>
                </a:lnTo>
                <a:lnTo>
                  <a:pt x="10968613" y="215700"/>
                </a:lnTo>
                <a:cubicBezTo>
                  <a:pt x="10974137" y="199143"/>
                  <a:pt x="10987096" y="161381"/>
                  <a:pt x="11002377" y="124188"/>
                </a:cubicBezTo>
                <a:cubicBezTo>
                  <a:pt x="11021670" y="76355"/>
                  <a:pt x="11044772" y="29574"/>
                  <a:pt x="11046486" y="26180"/>
                </a:cubicBezTo>
                <a:cubicBezTo>
                  <a:pt x="11046168" y="27936"/>
                  <a:pt x="11043820" y="41123"/>
                  <a:pt x="11040837" y="60007"/>
                </a:cubicBezTo>
                <a:cubicBezTo>
                  <a:pt x="11043122" y="46859"/>
                  <a:pt x="11044645" y="38509"/>
                  <a:pt x="11044645" y="38509"/>
                </a:cubicBezTo>
                <a:cubicBezTo>
                  <a:pt x="11044645" y="38509"/>
                  <a:pt x="11051182" y="84431"/>
                  <a:pt x="11060132" y="130002"/>
                </a:cubicBezTo>
                <a:cubicBezTo>
                  <a:pt x="11066700" y="164180"/>
                  <a:pt x="11074554" y="198138"/>
                  <a:pt x="11078071" y="212982"/>
                </a:cubicBezTo>
                <a:lnTo>
                  <a:pt x="11079362" y="218372"/>
                </a:lnTo>
                <a:lnTo>
                  <a:pt x="11095052" y="218372"/>
                </a:lnTo>
                <a:lnTo>
                  <a:pt x="11095990" y="198436"/>
                </a:lnTo>
                <a:cubicBezTo>
                  <a:pt x="11096180" y="163712"/>
                  <a:pt x="11090342" y="128597"/>
                  <a:pt x="11090342" y="128597"/>
                </a:cubicBezTo>
                <a:cubicBezTo>
                  <a:pt x="11090342" y="128597"/>
                  <a:pt x="11110714" y="161020"/>
                  <a:pt x="11125629" y="195393"/>
                </a:cubicBezTo>
                <a:lnTo>
                  <a:pt x="11134306" y="218372"/>
                </a:lnTo>
                <a:lnTo>
                  <a:pt x="11177178" y="218372"/>
                </a:lnTo>
                <a:lnTo>
                  <a:pt x="11180021" y="210843"/>
                </a:lnTo>
                <a:cubicBezTo>
                  <a:pt x="11186557" y="192935"/>
                  <a:pt x="11193729" y="168784"/>
                  <a:pt x="11199632" y="144282"/>
                </a:cubicBezTo>
                <a:cubicBezTo>
                  <a:pt x="11205026" y="119741"/>
                  <a:pt x="11209088" y="94965"/>
                  <a:pt x="11210866" y="76237"/>
                </a:cubicBezTo>
                <a:cubicBezTo>
                  <a:pt x="11212135" y="66874"/>
                  <a:pt x="11212262" y="59071"/>
                  <a:pt x="11212769" y="53569"/>
                </a:cubicBezTo>
                <a:cubicBezTo>
                  <a:pt x="11213150" y="48068"/>
                  <a:pt x="11213404" y="44947"/>
                  <a:pt x="11213404" y="44947"/>
                </a:cubicBezTo>
                <a:cubicBezTo>
                  <a:pt x="11213404" y="44947"/>
                  <a:pt x="11214102" y="48029"/>
                  <a:pt x="11215371" y="53452"/>
                </a:cubicBezTo>
                <a:cubicBezTo>
                  <a:pt x="11216451" y="58914"/>
                  <a:pt x="11218672" y="66679"/>
                  <a:pt x="11220258" y="76043"/>
                </a:cubicBezTo>
                <a:cubicBezTo>
                  <a:pt x="11224066" y="94770"/>
                  <a:pt x="11227494" y="119935"/>
                  <a:pt x="11229524" y="145335"/>
                </a:cubicBezTo>
                <a:cubicBezTo>
                  <a:pt x="11231048" y="170696"/>
                  <a:pt x="11231175" y="196290"/>
                  <a:pt x="11230033" y="215486"/>
                </a:cubicBezTo>
                <a:lnTo>
                  <a:pt x="11229847" y="218372"/>
                </a:lnTo>
                <a:lnTo>
                  <a:pt x="11288371" y="218372"/>
                </a:lnTo>
                <a:lnTo>
                  <a:pt x="11287352" y="206300"/>
                </a:lnTo>
                <a:cubicBezTo>
                  <a:pt x="11286629" y="195722"/>
                  <a:pt x="11286058" y="184449"/>
                  <a:pt x="11285820" y="173193"/>
                </a:cubicBezTo>
                <a:cubicBezTo>
                  <a:pt x="11284551" y="128090"/>
                  <a:pt x="11288549" y="83495"/>
                  <a:pt x="11288549" y="83495"/>
                </a:cubicBezTo>
                <a:cubicBezTo>
                  <a:pt x="11288549" y="83495"/>
                  <a:pt x="11299529" y="127583"/>
                  <a:pt x="11315522" y="170501"/>
                </a:cubicBezTo>
                <a:cubicBezTo>
                  <a:pt x="11319441" y="181269"/>
                  <a:pt x="11323658" y="191947"/>
                  <a:pt x="11327778" y="201907"/>
                </a:cubicBezTo>
                <a:lnTo>
                  <a:pt x="11334875" y="218372"/>
                </a:lnTo>
                <a:lnTo>
                  <a:pt x="11393301" y="218372"/>
                </a:lnTo>
                <a:lnTo>
                  <a:pt x="11394095" y="211428"/>
                </a:lnTo>
                <a:cubicBezTo>
                  <a:pt x="11395745" y="195276"/>
                  <a:pt x="11396252" y="173661"/>
                  <a:pt x="11395300" y="151851"/>
                </a:cubicBezTo>
                <a:cubicBezTo>
                  <a:pt x="11393904" y="130119"/>
                  <a:pt x="11391048" y="108231"/>
                  <a:pt x="11387621" y="91844"/>
                </a:cubicBezTo>
                <a:cubicBezTo>
                  <a:pt x="11386225" y="83612"/>
                  <a:pt x="11384193" y="76901"/>
                  <a:pt x="11383115" y="72102"/>
                </a:cubicBezTo>
                <a:cubicBezTo>
                  <a:pt x="11382099" y="67888"/>
                  <a:pt x="11381528" y="65274"/>
                  <a:pt x="11381401" y="64689"/>
                </a:cubicBezTo>
                <a:cubicBezTo>
                  <a:pt x="11381718" y="65235"/>
                  <a:pt x="11383178" y="67693"/>
                  <a:pt x="11385590" y="71595"/>
                </a:cubicBezTo>
                <a:cubicBezTo>
                  <a:pt x="11388192" y="76082"/>
                  <a:pt x="11392508" y="82441"/>
                  <a:pt x="11396697" y="90284"/>
                </a:cubicBezTo>
                <a:cubicBezTo>
                  <a:pt x="11405582" y="105812"/>
                  <a:pt x="11415927" y="127036"/>
                  <a:pt x="11424876" y="148730"/>
                </a:cubicBezTo>
                <a:cubicBezTo>
                  <a:pt x="11433380" y="170423"/>
                  <a:pt x="11440488" y="192622"/>
                  <a:pt x="11444550" y="209438"/>
                </a:cubicBezTo>
                <a:lnTo>
                  <a:pt x="11446551" y="218372"/>
                </a:lnTo>
                <a:lnTo>
                  <a:pt x="11502645" y="218372"/>
                </a:lnTo>
                <a:lnTo>
                  <a:pt x="11506431" y="205264"/>
                </a:lnTo>
                <a:cubicBezTo>
                  <a:pt x="11516712" y="167106"/>
                  <a:pt x="11524582" y="128402"/>
                  <a:pt x="11524582" y="128402"/>
                </a:cubicBezTo>
                <a:cubicBezTo>
                  <a:pt x="11524582" y="128402"/>
                  <a:pt x="11531690" y="167145"/>
                  <a:pt x="11536324" y="206239"/>
                </a:cubicBezTo>
                <a:lnTo>
                  <a:pt x="11537526" y="218372"/>
                </a:lnTo>
                <a:lnTo>
                  <a:pt x="11551326" y="218372"/>
                </a:lnTo>
                <a:lnTo>
                  <a:pt x="11551334" y="217583"/>
                </a:lnTo>
                <a:cubicBezTo>
                  <a:pt x="11551508" y="200650"/>
                  <a:pt x="11551746" y="178070"/>
                  <a:pt x="11552000" y="155479"/>
                </a:cubicBezTo>
                <a:cubicBezTo>
                  <a:pt x="11551746" y="110221"/>
                  <a:pt x="11551492" y="65001"/>
                  <a:pt x="11551492" y="65001"/>
                </a:cubicBezTo>
                <a:cubicBezTo>
                  <a:pt x="11551492" y="65001"/>
                  <a:pt x="11566597" y="109089"/>
                  <a:pt x="11581766" y="153177"/>
                </a:cubicBezTo>
                <a:cubicBezTo>
                  <a:pt x="11588970" y="175319"/>
                  <a:pt x="11596173" y="197451"/>
                  <a:pt x="11601576" y="214048"/>
                </a:cubicBezTo>
                <a:lnTo>
                  <a:pt x="11602984" y="218372"/>
                </a:lnTo>
                <a:lnTo>
                  <a:pt x="11631817" y="218372"/>
                </a:lnTo>
                <a:lnTo>
                  <a:pt x="11630548" y="198810"/>
                </a:lnTo>
                <a:cubicBezTo>
                  <a:pt x="11629962" y="188338"/>
                  <a:pt x="11629446" y="177172"/>
                  <a:pt x="11629113" y="166014"/>
                </a:cubicBezTo>
                <a:cubicBezTo>
                  <a:pt x="11627652" y="121379"/>
                  <a:pt x="11629049" y="76940"/>
                  <a:pt x="11629049" y="76940"/>
                </a:cubicBezTo>
                <a:cubicBezTo>
                  <a:pt x="11629049" y="76940"/>
                  <a:pt x="11642568" y="120443"/>
                  <a:pt x="11658815" y="163244"/>
                </a:cubicBezTo>
                <a:cubicBezTo>
                  <a:pt x="11662829" y="173963"/>
                  <a:pt x="11667014" y="184632"/>
                  <a:pt x="11671033" y="194605"/>
                </a:cubicBezTo>
                <a:lnTo>
                  <a:pt x="11680846" y="218372"/>
                </a:lnTo>
                <a:lnTo>
                  <a:pt x="11743666" y="218372"/>
                </a:lnTo>
                <a:lnTo>
                  <a:pt x="11744495" y="206668"/>
                </a:lnTo>
                <a:cubicBezTo>
                  <a:pt x="11747098" y="209829"/>
                  <a:pt x="11749764" y="213028"/>
                  <a:pt x="11752429" y="216188"/>
                </a:cubicBezTo>
                <a:lnTo>
                  <a:pt x="11754285" y="218372"/>
                </a:lnTo>
                <a:lnTo>
                  <a:pt x="11846181" y="218372"/>
                </a:lnTo>
                <a:lnTo>
                  <a:pt x="11871620" y="130704"/>
                </a:lnTo>
                <a:lnTo>
                  <a:pt x="11872127" y="129182"/>
                </a:lnTo>
                <a:lnTo>
                  <a:pt x="11872572" y="130704"/>
                </a:lnTo>
                <a:lnTo>
                  <a:pt x="11898010" y="218372"/>
                </a:lnTo>
                <a:lnTo>
                  <a:pt x="11989902" y="218372"/>
                </a:lnTo>
                <a:lnTo>
                  <a:pt x="11991762" y="216188"/>
                </a:lnTo>
                <a:cubicBezTo>
                  <a:pt x="11994428" y="213028"/>
                  <a:pt x="11997031" y="209829"/>
                  <a:pt x="11999696" y="206668"/>
                </a:cubicBezTo>
                <a:lnTo>
                  <a:pt x="12000526" y="218372"/>
                </a:lnTo>
                <a:lnTo>
                  <a:pt x="12063384" y="218372"/>
                </a:lnTo>
                <a:lnTo>
                  <a:pt x="12073195" y="194605"/>
                </a:lnTo>
                <a:cubicBezTo>
                  <a:pt x="12077217" y="184632"/>
                  <a:pt x="12081410" y="173963"/>
                  <a:pt x="12085440" y="163244"/>
                </a:cubicBezTo>
                <a:cubicBezTo>
                  <a:pt x="12101624" y="120443"/>
                  <a:pt x="12115142" y="76940"/>
                  <a:pt x="12115142" y="76940"/>
                </a:cubicBezTo>
                <a:cubicBezTo>
                  <a:pt x="12115142" y="76940"/>
                  <a:pt x="12116538" y="121379"/>
                  <a:pt x="12115079" y="166014"/>
                </a:cubicBezTo>
                <a:cubicBezTo>
                  <a:pt x="12114746" y="177172"/>
                  <a:pt x="12114230" y="188338"/>
                  <a:pt x="12113644" y="198810"/>
                </a:cubicBezTo>
                <a:lnTo>
                  <a:pt x="12112375" y="218372"/>
                </a:lnTo>
                <a:lnTo>
                  <a:pt x="12143208" y="218372"/>
                </a:lnTo>
                <a:lnTo>
                  <a:pt x="12186225" y="90946"/>
                </a:lnTo>
                <a:lnTo>
                  <a:pt x="12190350" y="218372"/>
                </a:lnTo>
                <a:lnTo>
                  <a:pt x="12192000" y="218372"/>
                </a:lnTo>
                <a:lnTo>
                  <a:pt x="12192000" y="269100"/>
                </a:lnTo>
                <a:lnTo>
                  <a:pt x="12192001" y="269133"/>
                </a:lnTo>
                <a:lnTo>
                  <a:pt x="12192000" y="269133"/>
                </a:lnTo>
                <a:lnTo>
                  <a:pt x="12192000" y="586467"/>
                </a:lnTo>
                <a:lnTo>
                  <a:pt x="0" y="586467"/>
                </a:lnTo>
                <a:lnTo>
                  <a:pt x="0" y="218372"/>
                </a:lnTo>
                <a:lnTo>
                  <a:pt x="6411" y="218372"/>
                </a:lnTo>
                <a:lnTo>
                  <a:pt x="6411" y="173349"/>
                </a:lnTo>
                <a:lnTo>
                  <a:pt x="10854" y="128402"/>
                </a:lnTo>
                <a:lnTo>
                  <a:pt x="36978" y="218372"/>
                </a:lnTo>
                <a:lnTo>
                  <a:pt x="112885" y="218372"/>
                </a:lnTo>
                <a:lnTo>
                  <a:pt x="126293" y="176753"/>
                </a:lnTo>
                <a:cubicBezTo>
                  <a:pt x="130267" y="163185"/>
                  <a:pt x="132647" y="154075"/>
                  <a:pt x="132647" y="154075"/>
                </a:cubicBezTo>
                <a:cubicBezTo>
                  <a:pt x="132647" y="154075"/>
                  <a:pt x="134012" y="163273"/>
                  <a:pt x="135630" y="177133"/>
                </a:cubicBezTo>
                <a:lnTo>
                  <a:pt x="139271" y="218372"/>
                </a:lnTo>
                <a:lnTo>
                  <a:pt x="202325" y="218372"/>
                </a:lnTo>
                <a:lnTo>
                  <a:pt x="212138" y="194605"/>
                </a:lnTo>
                <a:cubicBezTo>
                  <a:pt x="216157" y="184632"/>
                  <a:pt x="220342" y="173963"/>
                  <a:pt x="224356" y="163244"/>
                </a:cubicBezTo>
                <a:cubicBezTo>
                  <a:pt x="240604" y="120443"/>
                  <a:pt x="254059" y="76940"/>
                  <a:pt x="254059" y="76940"/>
                </a:cubicBezTo>
                <a:cubicBezTo>
                  <a:pt x="254059" y="76940"/>
                  <a:pt x="255519" y="121379"/>
                  <a:pt x="254059" y="166014"/>
                </a:cubicBezTo>
                <a:cubicBezTo>
                  <a:pt x="253726" y="177172"/>
                  <a:pt x="253210" y="188338"/>
                  <a:pt x="252624" y="198810"/>
                </a:cubicBezTo>
                <a:lnTo>
                  <a:pt x="251355" y="218372"/>
                </a:lnTo>
                <a:lnTo>
                  <a:pt x="282201" y="218372"/>
                </a:lnTo>
                <a:lnTo>
                  <a:pt x="325269" y="90946"/>
                </a:lnTo>
                <a:lnTo>
                  <a:pt x="329344" y="218372"/>
                </a:lnTo>
                <a:lnTo>
                  <a:pt x="345697" y="218372"/>
                </a:lnTo>
                <a:lnTo>
                  <a:pt x="346911" y="206239"/>
                </a:lnTo>
                <a:cubicBezTo>
                  <a:pt x="351544" y="167145"/>
                  <a:pt x="358589" y="128402"/>
                  <a:pt x="358589" y="128402"/>
                </a:cubicBezTo>
                <a:cubicBezTo>
                  <a:pt x="358589" y="128402"/>
                  <a:pt x="366522" y="167106"/>
                  <a:pt x="376804" y="205264"/>
                </a:cubicBezTo>
                <a:lnTo>
                  <a:pt x="380576" y="218372"/>
                </a:lnTo>
                <a:lnTo>
                  <a:pt x="436656" y="218372"/>
                </a:lnTo>
                <a:lnTo>
                  <a:pt x="438684" y="209438"/>
                </a:lnTo>
                <a:cubicBezTo>
                  <a:pt x="442746" y="192622"/>
                  <a:pt x="449855" y="170423"/>
                  <a:pt x="458296" y="148730"/>
                </a:cubicBezTo>
                <a:cubicBezTo>
                  <a:pt x="467245" y="127036"/>
                  <a:pt x="477590" y="105812"/>
                  <a:pt x="486538" y="90284"/>
                </a:cubicBezTo>
                <a:cubicBezTo>
                  <a:pt x="490664" y="82441"/>
                  <a:pt x="494980" y="76082"/>
                  <a:pt x="497582" y="71595"/>
                </a:cubicBezTo>
                <a:cubicBezTo>
                  <a:pt x="499993" y="67693"/>
                  <a:pt x="501453" y="65235"/>
                  <a:pt x="501834" y="64689"/>
                </a:cubicBezTo>
                <a:cubicBezTo>
                  <a:pt x="501707" y="65274"/>
                  <a:pt x="501072" y="67888"/>
                  <a:pt x="500057" y="72102"/>
                </a:cubicBezTo>
                <a:cubicBezTo>
                  <a:pt x="499041" y="76901"/>
                  <a:pt x="497011" y="83612"/>
                  <a:pt x="495614" y="91844"/>
                </a:cubicBezTo>
                <a:cubicBezTo>
                  <a:pt x="492124" y="108231"/>
                  <a:pt x="489268" y="130119"/>
                  <a:pt x="487871" y="151851"/>
                </a:cubicBezTo>
                <a:cubicBezTo>
                  <a:pt x="486983" y="173661"/>
                  <a:pt x="487490" y="195276"/>
                  <a:pt x="489077" y="211428"/>
                </a:cubicBezTo>
                <a:lnTo>
                  <a:pt x="489871" y="218372"/>
                </a:lnTo>
                <a:lnTo>
                  <a:pt x="548337" y="218372"/>
                </a:lnTo>
                <a:lnTo>
                  <a:pt x="555447" y="201907"/>
                </a:lnTo>
                <a:cubicBezTo>
                  <a:pt x="559573" y="191947"/>
                  <a:pt x="563794" y="181269"/>
                  <a:pt x="567713" y="170501"/>
                </a:cubicBezTo>
                <a:cubicBezTo>
                  <a:pt x="583643" y="127583"/>
                  <a:pt x="594623" y="83495"/>
                  <a:pt x="594623" y="83495"/>
                </a:cubicBezTo>
                <a:cubicBezTo>
                  <a:pt x="594623" y="83495"/>
                  <a:pt x="598621" y="128090"/>
                  <a:pt x="597352" y="173193"/>
                </a:cubicBezTo>
                <a:cubicBezTo>
                  <a:pt x="597114" y="184449"/>
                  <a:pt x="596547" y="195722"/>
                  <a:pt x="595830" y="206300"/>
                </a:cubicBezTo>
                <a:lnTo>
                  <a:pt x="594820" y="218372"/>
                </a:lnTo>
                <a:lnTo>
                  <a:pt x="653324" y="218372"/>
                </a:lnTo>
                <a:lnTo>
                  <a:pt x="653139" y="215486"/>
                </a:lnTo>
                <a:cubicBezTo>
                  <a:pt x="651997" y="196290"/>
                  <a:pt x="652124" y="170696"/>
                  <a:pt x="653710" y="145335"/>
                </a:cubicBezTo>
                <a:cubicBezTo>
                  <a:pt x="655741" y="119935"/>
                  <a:pt x="659169" y="94770"/>
                  <a:pt x="662977" y="76043"/>
                </a:cubicBezTo>
                <a:cubicBezTo>
                  <a:pt x="664563" y="66679"/>
                  <a:pt x="666721" y="58914"/>
                  <a:pt x="667864" y="53452"/>
                </a:cubicBezTo>
                <a:cubicBezTo>
                  <a:pt x="669069" y="48029"/>
                  <a:pt x="669831" y="44947"/>
                  <a:pt x="669831" y="44947"/>
                </a:cubicBezTo>
                <a:cubicBezTo>
                  <a:pt x="669831" y="44947"/>
                  <a:pt x="670021" y="48068"/>
                  <a:pt x="670402" y="53569"/>
                </a:cubicBezTo>
                <a:cubicBezTo>
                  <a:pt x="670910" y="59071"/>
                  <a:pt x="671100" y="66874"/>
                  <a:pt x="672306" y="76237"/>
                </a:cubicBezTo>
                <a:cubicBezTo>
                  <a:pt x="674147" y="94965"/>
                  <a:pt x="678145" y="119741"/>
                  <a:pt x="683603" y="144282"/>
                </a:cubicBezTo>
                <a:cubicBezTo>
                  <a:pt x="689442" y="168784"/>
                  <a:pt x="696678" y="192935"/>
                  <a:pt x="703215" y="210843"/>
                </a:cubicBezTo>
                <a:lnTo>
                  <a:pt x="706046" y="218372"/>
                </a:lnTo>
                <a:lnTo>
                  <a:pt x="748929" y="218372"/>
                </a:lnTo>
                <a:lnTo>
                  <a:pt x="757606" y="195393"/>
                </a:lnTo>
                <a:cubicBezTo>
                  <a:pt x="772521" y="161020"/>
                  <a:pt x="792893" y="128597"/>
                  <a:pt x="792893" y="128597"/>
                </a:cubicBezTo>
                <a:cubicBezTo>
                  <a:pt x="792893" y="128597"/>
                  <a:pt x="786991" y="163712"/>
                  <a:pt x="787181" y="198436"/>
                </a:cubicBezTo>
                <a:lnTo>
                  <a:pt x="788131" y="218372"/>
                </a:lnTo>
                <a:lnTo>
                  <a:pt x="803813" y="218372"/>
                </a:lnTo>
                <a:lnTo>
                  <a:pt x="805111" y="212982"/>
                </a:lnTo>
                <a:cubicBezTo>
                  <a:pt x="808646" y="198138"/>
                  <a:pt x="816535" y="164180"/>
                  <a:pt x="823104" y="130002"/>
                </a:cubicBezTo>
                <a:cubicBezTo>
                  <a:pt x="831989" y="84431"/>
                  <a:pt x="838526" y="38509"/>
                  <a:pt x="838526" y="38509"/>
                </a:cubicBezTo>
                <a:cubicBezTo>
                  <a:pt x="838526" y="38509"/>
                  <a:pt x="840113" y="46859"/>
                  <a:pt x="842398" y="60046"/>
                </a:cubicBezTo>
                <a:cubicBezTo>
                  <a:pt x="839224" y="39758"/>
                  <a:pt x="836686" y="25985"/>
                  <a:pt x="836686" y="25985"/>
                </a:cubicBezTo>
                <a:cubicBezTo>
                  <a:pt x="836686" y="25985"/>
                  <a:pt x="860740" y="74521"/>
                  <a:pt x="880859" y="124188"/>
                </a:cubicBezTo>
                <a:cubicBezTo>
                  <a:pt x="896091" y="161381"/>
                  <a:pt x="909074" y="199143"/>
                  <a:pt x="914613" y="215700"/>
                </a:cubicBezTo>
                <a:lnTo>
                  <a:pt x="915495" y="218372"/>
                </a:lnTo>
                <a:lnTo>
                  <a:pt x="944266" y="218372"/>
                </a:lnTo>
                <a:lnTo>
                  <a:pt x="945333" y="193476"/>
                </a:lnTo>
                <a:cubicBezTo>
                  <a:pt x="946484" y="171778"/>
                  <a:pt x="948546" y="142897"/>
                  <a:pt x="952195" y="114161"/>
                </a:cubicBezTo>
                <a:cubicBezTo>
                  <a:pt x="958923" y="56652"/>
                  <a:pt x="971807" y="0"/>
                  <a:pt x="971807" y="0"/>
                </a:cubicBezTo>
                <a:close/>
              </a:path>
            </a:pathLst>
          </a:custGeom>
          <a:solidFill>
            <a:srgbClr val="68993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="" xmlns:a16="http://schemas.microsoft.com/office/drawing/2014/main" id="{CD5B2FAE-229D-AC07-48F7-4BE578344C26}"/>
              </a:ext>
            </a:extLst>
          </p:cNvPr>
          <p:cNvSpPr/>
          <p:nvPr userDrawn="1"/>
        </p:nvSpPr>
        <p:spPr>
          <a:xfrm>
            <a:off x="0" y="6349852"/>
            <a:ext cx="12192001" cy="508148"/>
          </a:xfrm>
          <a:custGeom>
            <a:avLst/>
            <a:gdLst>
              <a:gd name="connsiteX0" fmla="*/ 971807 w 12192001"/>
              <a:gd name="connsiteY0" fmla="*/ 0 h 586467"/>
              <a:gd name="connsiteX1" fmla="*/ 982152 w 12192001"/>
              <a:gd name="connsiteY1" fmla="*/ 114044 h 586467"/>
              <a:gd name="connsiteX2" fmla="*/ 1001332 w 12192001"/>
              <a:gd name="connsiteY2" fmla="*/ 217067 h 586467"/>
              <a:gd name="connsiteX3" fmla="*/ 1001641 w 12192001"/>
              <a:gd name="connsiteY3" fmla="*/ 218372 h 586467"/>
              <a:gd name="connsiteX4" fmla="*/ 1041475 w 12192001"/>
              <a:gd name="connsiteY4" fmla="*/ 218372 h 586467"/>
              <a:gd name="connsiteX5" fmla="*/ 1042572 w 12192001"/>
              <a:gd name="connsiteY5" fmla="*/ 213925 h 586467"/>
              <a:gd name="connsiteX6" fmla="*/ 1047650 w 12192001"/>
              <a:gd name="connsiteY6" fmla="*/ 192155 h 586467"/>
              <a:gd name="connsiteX7" fmla="*/ 1056789 w 12192001"/>
              <a:gd name="connsiteY7" fmla="*/ 125086 h 586467"/>
              <a:gd name="connsiteX8" fmla="*/ 1056027 w 12192001"/>
              <a:gd name="connsiteY8" fmla="*/ 57120 h 586467"/>
              <a:gd name="connsiteX9" fmla="*/ 1053616 w 12192001"/>
              <a:gd name="connsiteY9" fmla="*/ 34607 h 586467"/>
              <a:gd name="connsiteX10" fmla="*/ 1052600 w 12192001"/>
              <a:gd name="connsiteY10" fmla="*/ 26024 h 586467"/>
              <a:gd name="connsiteX11" fmla="*/ 1056154 w 12192001"/>
              <a:gd name="connsiteY11" fmla="*/ 34256 h 586467"/>
              <a:gd name="connsiteX12" fmla="*/ 1065294 w 12192001"/>
              <a:gd name="connsiteY12" fmla="*/ 56105 h 586467"/>
              <a:gd name="connsiteX13" fmla="*/ 1086618 w 12192001"/>
              <a:gd name="connsiteY13" fmla="*/ 123837 h 586467"/>
              <a:gd name="connsiteX14" fmla="*/ 1098106 w 12192001"/>
              <a:gd name="connsiteY14" fmla="*/ 193364 h 586467"/>
              <a:gd name="connsiteX15" fmla="*/ 1099693 w 12192001"/>
              <a:gd name="connsiteY15" fmla="*/ 216539 h 586467"/>
              <a:gd name="connsiteX16" fmla="*/ 1099798 w 12192001"/>
              <a:gd name="connsiteY16" fmla="*/ 218372 h 586467"/>
              <a:gd name="connsiteX17" fmla="*/ 1115028 w 12192001"/>
              <a:gd name="connsiteY17" fmla="*/ 218372 h 586467"/>
              <a:gd name="connsiteX18" fmla="*/ 1117400 w 12192001"/>
              <a:gd name="connsiteY18" fmla="*/ 211546 h 586467"/>
              <a:gd name="connsiteX19" fmla="*/ 1138471 w 12192001"/>
              <a:gd name="connsiteY19" fmla="*/ 167301 h 586467"/>
              <a:gd name="connsiteX20" fmla="*/ 1149641 w 12192001"/>
              <a:gd name="connsiteY20" fmla="*/ 147754 h 586467"/>
              <a:gd name="connsiteX21" fmla="*/ 1147102 w 12192001"/>
              <a:gd name="connsiteY21" fmla="*/ 214081 h 586467"/>
              <a:gd name="connsiteX22" fmla="*/ 1147558 w 12192001"/>
              <a:gd name="connsiteY22" fmla="*/ 218372 h 586467"/>
              <a:gd name="connsiteX23" fmla="*/ 1166585 w 12192001"/>
              <a:gd name="connsiteY23" fmla="*/ 218372 h 586467"/>
              <a:gd name="connsiteX24" fmla="*/ 1203461 w 12192001"/>
              <a:gd name="connsiteY24" fmla="*/ 44869 h 586467"/>
              <a:gd name="connsiteX25" fmla="*/ 1218249 w 12192001"/>
              <a:gd name="connsiteY25" fmla="*/ 207175 h 586467"/>
              <a:gd name="connsiteX26" fmla="*/ 1224849 w 12192001"/>
              <a:gd name="connsiteY26" fmla="*/ 186302 h 586467"/>
              <a:gd name="connsiteX27" fmla="*/ 1252965 w 12192001"/>
              <a:gd name="connsiteY27" fmla="*/ 109128 h 586467"/>
              <a:gd name="connsiteX28" fmla="*/ 1254615 w 12192001"/>
              <a:gd name="connsiteY28" fmla="*/ 188136 h 586467"/>
              <a:gd name="connsiteX29" fmla="*/ 1257131 w 12192001"/>
              <a:gd name="connsiteY29" fmla="*/ 218372 h 586467"/>
              <a:gd name="connsiteX30" fmla="*/ 1292608 w 12192001"/>
              <a:gd name="connsiteY30" fmla="*/ 218372 h 586467"/>
              <a:gd name="connsiteX31" fmla="*/ 1293061 w 12192001"/>
              <a:gd name="connsiteY31" fmla="*/ 217027 h 586467"/>
              <a:gd name="connsiteX32" fmla="*/ 1306912 w 12192001"/>
              <a:gd name="connsiteY32" fmla="*/ 165974 h 586467"/>
              <a:gd name="connsiteX33" fmla="*/ 1317702 w 12192001"/>
              <a:gd name="connsiteY33" fmla="*/ 89932 h 586467"/>
              <a:gd name="connsiteX34" fmla="*/ 1336805 w 12192001"/>
              <a:gd name="connsiteY34" fmla="*/ 166209 h 586467"/>
              <a:gd name="connsiteX35" fmla="*/ 1342732 w 12192001"/>
              <a:gd name="connsiteY35" fmla="*/ 211663 h 586467"/>
              <a:gd name="connsiteX36" fmla="*/ 1343228 w 12192001"/>
              <a:gd name="connsiteY36" fmla="*/ 218372 h 586467"/>
              <a:gd name="connsiteX37" fmla="*/ 1345931 w 12192001"/>
              <a:gd name="connsiteY37" fmla="*/ 218372 h 586467"/>
              <a:gd name="connsiteX38" fmla="*/ 1346080 w 12192001"/>
              <a:gd name="connsiteY38" fmla="*/ 216393 h 586467"/>
              <a:gd name="connsiteX39" fmla="*/ 1346706 w 12192001"/>
              <a:gd name="connsiteY39" fmla="*/ 210609 h 586467"/>
              <a:gd name="connsiteX40" fmla="*/ 1362763 w 12192001"/>
              <a:gd name="connsiteY40" fmla="*/ 144945 h 586467"/>
              <a:gd name="connsiteX41" fmla="*/ 1382501 w 12192001"/>
              <a:gd name="connsiteY41" fmla="*/ 102067 h 586467"/>
              <a:gd name="connsiteX42" fmla="*/ 1393545 w 12192001"/>
              <a:gd name="connsiteY42" fmla="*/ 83378 h 586467"/>
              <a:gd name="connsiteX43" fmla="*/ 1392593 w 12192001"/>
              <a:gd name="connsiteY43" fmla="*/ 146779 h 586467"/>
              <a:gd name="connsiteX44" fmla="*/ 1400653 w 12192001"/>
              <a:gd name="connsiteY44" fmla="*/ 189150 h 586467"/>
              <a:gd name="connsiteX45" fmla="*/ 1406428 w 12192001"/>
              <a:gd name="connsiteY45" fmla="*/ 207917 h 586467"/>
              <a:gd name="connsiteX46" fmla="*/ 1408177 w 12192001"/>
              <a:gd name="connsiteY46" fmla="*/ 212690 h 586467"/>
              <a:gd name="connsiteX47" fmla="*/ 1410474 w 12192001"/>
              <a:gd name="connsiteY47" fmla="*/ 218372 h 586467"/>
              <a:gd name="connsiteX48" fmla="*/ 1451672 w 12192001"/>
              <a:gd name="connsiteY48" fmla="*/ 218372 h 586467"/>
              <a:gd name="connsiteX49" fmla="*/ 1452315 w 12192001"/>
              <a:gd name="connsiteY49" fmla="*/ 216813 h 586467"/>
              <a:gd name="connsiteX50" fmla="*/ 1472751 w 12192001"/>
              <a:gd name="connsiteY50" fmla="*/ 160356 h 586467"/>
              <a:gd name="connsiteX51" fmla="*/ 1488682 w 12192001"/>
              <a:gd name="connsiteY51" fmla="*/ 102730 h 586467"/>
              <a:gd name="connsiteX52" fmla="*/ 1502644 w 12192001"/>
              <a:gd name="connsiteY52" fmla="*/ 161176 h 586467"/>
              <a:gd name="connsiteX53" fmla="*/ 1511239 w 12192001"/>
              <a:gd name="connsiteY53" fmla="*/ 215455 h 586467"/>
              <a:gd name="connsiteX54" fmla="*/ 1511584 w 12192001"/>
              <a:gd name="connsiteY54" fmla="*/ 218372 h 586467"/>
              <a:gd name="connsiteX55" fmla="*/ 1514931 w 12192001"/>
              <a:gd name="connsiteY55" fmla="*/ 218372 h 586467"/>
              <a:gd name="connsiteX56" fmla="*/ 1517075 w 12192001"/>
              <a:gd name="connsiteY56" fmla="*/ 213428 h 586467"/>
              <a:gd name="connsiteX57" fmla="*/ 1518765 w 12192001"/>
              <a:gd name="connsiteY57" fmla="*/ 209361 h 586467"/>
              <a:gd name="connsiteX58" fmla="*/ 1545421 w 12192001"/>
              <a:gd name="connsiteY58" fmla="*/ 128441 h 586467"/>
              <a:gd name="connsiteX59" fmla="*/ 1559701 w 12192001"/>
              <a:gd name="connsiteY59" fmla="*/ 45064 h 586467"/>
              <a:gd name="connsiteX60" fmla="*/ 1575314 w 12192001"/>
              <a:gd name="connsiteY60" fmla="*/ 129417 h 586467"/>
              <a:gd name="connsiteX61" fmla="*/ 1577980 w 12192001"/>
              <a:gd name="connsiteY61" fmla="*/ 215408 h 586467"/>
              <a:gd name="connsiteX62" fmla="*/ 1577828 w 12192001"/>
              <a:gd name="connsiteY62" fmla="*/ 218372 h 586467"/>
              <a:gd name="connsiteX63" fmla="*/ 1579032 w 12192001"/>
              <a:gd name="connsiteY63" fmla="*/ 218372 h 586467"/>
              <a:gd name="connsiteX64" fmla="*/ 1586215 w 12192001"/>
              <a:gd name="connsiteY64" fmla="*/ 196071 h 586467"/>
              <a:gd name="connsiteX65" fmla="*/ 1597781 w 12192001"/>
              <a:gd name="connsiteY65" fmla="*/ 163555 h 586467"/>
              <a:gd name="connsiteX66" fmla="*/ 1629007 w 12192001"/>
              <a:gd name="connsiteY66" fmla="*/ 89854 h 586467"/>
              <a:gd name="connsiteX67" fmla="*/ 1627547 w 12192001"/>
              <a:gd name="connsiteY67" fmla="*/ 166014 h 586467"/>
              <a:gd name="connsiteX68" fmla="*/ 1630276 w 12192001"/>
              <a:gd name="connsiteY68" fmla="*/ 217998 h 586467"/>
              <a:gd name="connsiteX69" fmla="*/ 1630309 w 12192001"/>
              <a:gd name="connsiteY69" fmla="*/ 218372 h 586467"/>
              <a:gd name="connsiteX70" fmla="*/ 1679389 w 12192001"/>
              <a:gd name="connsiteY70" fmla="*/ 218372 h 586467"/>
              <a:gd name="connsiteX71" fmla="*/ 1681147 w 12192001"/>
              <a:gd name="connsiteY71" fmla="*/ 212027 h 586467"/>
              <a:gd name="connsiteX72" fmla="*/ 1683017 w 12192001"/>
              <a:gd name="connsiteY72" fmla="*/ 204757 h 586467"/>
              <a:gd name="connsiteX73" fmla="*/ 1698884 w 12192001"/>
              <a:gd name="connsiteY73" fmla="*/ 119117 h 586467"/>
              <a:gd name="connsiteX74" fmla="*/ 1704406 w 12192001"/>
              <a:gd name="connsiteY74" fmla="*/ 32188 h 586467"/>
              <a:gd name="connsiteX75" fmla="*/ 1728777 w 12192001"/>
              <a:gd name="connsiteY75" fmla="*/ 118453 h 586467"/>
              <a:gd name="connsiteX76" fmla="*/ 1742740 w 12192001"/>
              <a:gd name="connsiteY76" fmla="*/ 206708 h 586467"/>
              <a:gd name="connsiteX77" fmla="*/ 1743158 w 12192001"/>
              <a:gd name="connsiteY77" fmla="*/ 211154 h 586467"/>
              <a:gd name="connsiteX78" fmla="*/ 1743734 w 12192001"/>
              <a:gd name="connsiteY78" fmla="*/ 218372 h 586467"/>
              <a:gd name="connsiteX79" fmla="*/ 1760697 w 12192001"/>
              <a:gd name="connsiteY79" fmla="*/ 218372 h 586467"/>
              <a:gd name="connsiteX80" fmla="*/ 1772760 w 12192001"/>
              <a:gd name="connsiteY80" fmla="*/ 175182 h 586467"/>
              <a:gd name="connsiteX81" fmla="*/ 1788119 w 12192001"/>
              <a:gd name="connsiteY81" fmla="*/ 96331 h 586467"/>
              <a:gd name="connsiteX82" fmla="*/ 1802652 w 12192001"/>
              <a:gd name="connsiteY82" fmla="*/ 175923 h 586467"/>
              <a:gd name="connsiteX83" fmla="*/ 1806063 w 12192001"/>
              <a:gd name="connsiteY83" fmla="*/ 205464 h 586467"/>
              <a:gd name="connsiteX84" fmla="*/ 1807120 w 12192001"/>
              <a:gd name="connsiteY84" fmla="*/ 218372 h 586467"/>
              <a:gd name="connsiteX85" fmla="*/ 1833582 w 12192001"/>
              <a:gd name="connsiteY85" fmla="*/ 218372 h 586467"/>
              <a:gd name="connsiteX86" fmla="*/ 1840098 w 12192001"/>
              <a:gd name="connsiteY86" fmla="*/ 206122 h 586467"/>
              <a:gd name="connsiteX87" fmla="*/ 1871895 w 12192001"/>
              <a:gd name="connsiteY87" fmla="*/ 156454 h 586467"/>
              <a:gd name="connsiteX88" fmla="*/ 1910419 w 12192001"/>
              <a:gd name="connsiteY88" fmla="*/ 109830 h 586467"/>
              <a:gd name="connsiteX89" fmla="*/ 1929777 w 12192001"/>
              <a:gd name="connsiteY89" fmla="*/ 89815 h 586467"/>
              <a:gd name="connsiteX90" fmla="*/ 1900138 w 12192001"/>
              <a:gd name="connsiteY90" fmla="*/ 163088 h 586467"/>
              <a:gd name="connsiteX91" fmla="*/ 1889221 w 12192001"/>
              <a:gd name="connsiteY91" fmla="*/ 214121 h 586467"/>
              <a:gd name="connsiteX92" fmla="*/ 1888711 w 12192001"/>
              <a:gd name="connsiteY92" fmla="*/ 218372 h 586467"/>
              <a:gd name="connsiteX93" fmla="*/ 1909838 w 12192001"/>
              <a:gd name="connsiteY93" fmla="*/ 218372 h 586467"/>
              <a:gd name="connsiteX94" fmla="*/ 1959225 w 12192001"/>
              <a:gd name="connsiteY94" fmla="*/ 141356 h 586467"/>
              <a:gd name="connsiteX95" fmla="*/ 1948856 w 12192001"/>
              <a:gd name="connsiteY95" fmla="*/ 218372 h 586467"/>
              <a:gd name="connsiteX96" fmla="*/ 1969879 w 12192001"/>
              <a:gd name="connsiteY96" fmla="*/ 218372 h 586467"/>
              <a:gd name="connsiteX97" fmla="*/ 1973188 w 12192001"/>
              <a:gd name="connsiteY97" fmla="*/ 199763 h 586467"/>
              <a:gd name="connsiteX98" fmla="*/ 1977821 w 12192001"/>
              <a:gd name="connsiteY98" fmla="*/ 134099 h 586467"/>
              <a:gd name="connsiteX99" fmla="*/ 1968999 w 12192001"/>
              <a:gd name="connsiteY99" fmla="*/ 68240 h 586467"/>
              <a:gd name="connsiteX100" fmla="*/ 1962145 w 12192001"/>
              <a:gd name="connsiteY100" fmla="*/ 46703 h 586467"/>
              <a:gd name="connsiteX101" fmla="*/ 1959289 w 12192001"/>
              <a:gd name="connsiteY101" fmla="*/ 38665 h 586467"/>
              <a:gd name="connsiteX102" fmla="*/ 1964557 w 12192001"/>
              <a:gd name="connsiteY102" fmla="*/ 46078 h 586467"/>
              <a:gd name="connsiteX103" fmla="*/ 1977948 w 12192001"/>
              <a:gd name="connsiteY103" fmla="*/ 66445 h 586467"/>
              <a:gd name="connsiteX104" fmla="*/ 2007524 w 12192001"/>
              <a:gd name="connsiteY104" fmla="*/ 131680 h 586467"/>
              <a:gd name="connsiteX105" fmla="*/ 2018313 w 12192001"/>
              <a:gd name="connsiteY105" fmla="*/ 171437 h 586467"/>
              <a:gd name="connsiteX106" fmla="*/ 2020154 w 12192001"/>
              <a:gd name="connsiteY106" fmla="*/ 161332 h 586467"/>
              <a:gd name="connsiteX107" fmla="*/ 2037988 w 12192001"/>
              <a:gd name="connsiteY107" fmla="*/ 100155 h 586467"/>
              <a:gd name="connsiteX108" fmla="*/ 2045921 w 12192001"/>
              <a:gd name="connsiteY108" fmla="*/ 80452 h 586467"/>
              <a:gd name="connsiteX109" fmla="*/ 2049095 w 12192001"/>
              <a:gd name="connsiteY109" fmla="*/ 73038 h 586467"/>
              <a:gd name="connsiteX110" fmla="*/ 2048460 w 12192001"/>
              <a:gd name="connsiteY110" fmla="*/ 80764 h 586467"/>
              <a:gd name="connsiteX111" fmla="*/ 2047254 w 12192001"/>
              <a:gd name="connsiteY111" fmla="*/ 101013 h 586467"/>
              <a:gd name="connsiteX112" fmla="*/ 2050047 w 12192001"/>
              <a:gd name="connsiteY112" fmla="*/ 161956 h 586467"/>
              <a:gd name="connsiteX113" fmla="*/ 2055585 w 12192001"/>
              <a:gd name="connsiteY113" fmla="*/ 194042 h 586467"/>
              <a:gd name="connsiteX114" fmla="*/ 2061555 w 12192001"/>
              <a:gd name="connsiteY114" fmla="*/ 218372 h 586467"/>
              <a:gd name="connsiteX115" fmla="*/ 2097672 w 12192001"/>
              <a:gd name="connsiteY115" fmla="*/ 218372 h 586467"/>
              <a:gd name="connsiteX116" fmla="*/ 2087302 w 12192001"/>
              <a:gd name="connsiteY116" fmla="*/ 141356 h 586467"/>
              <a:gd name="connsiteX117" fmla="*/ 2136689 w 12192001"/>
              <a:gd name="connsiteY117" fmla="*/ 218372 h 586467"/>
              <a:gd name="connsiteX118" fmla="*/ 2157816 w 12192001"/>
              <a:gd name="connsiteY118" fmla="*/ 218372 h 586467"/>
              <a:gd name="connsiteX119" fmla="*/ 2157306 w 12192001"/>
              <a:gd name="connsiteY119" fmla="*/ 214121 h 586467"/>
              <a:gd name="connsiteX120" fmla="*/ 2146390 w 12192001"/>
              <a:gd name="connsiteY120" fmla="*/ 163088 h 586467"/>
              <a:gd name="connsiteX121" fmla="*/ 2116751 w 12192001"/>
              <a:gd name="connsiteY121" fmla="*/ 89815 h 586467"/>
              <a:gd name="connsiteX122" fmla="*/ 2136108 w 12192001"/>
              <a:gd name="connsiteY122" fmla="*/ 109830 h 586467"/>
              <a:gd name="connsiteX123" fmla="*/ 2174632 w 12192001"/>
              <a:gd name="connsiteY123" fmla="*/ 156454 h 586467"/>
              <a:gd name="connsiteX124" fmla="*/ 2206429 w 12192001"/>
              <a:gd name="connsiteY124" fmla="*/ 206122 h 586467"/>
              <a:gd name="connsiteX125" fmla="*/ 2212945 w 12192001"/>
              <a:gd name="connsiteY125" fmla="*/ 218372 h 586467"/>
              <a:gd name="connsiteX126" fmla="*/ 2239408 w 12192001"/>
              <a:gd name="connsiteY126" fmla="*/ 218372 h 586467"/>
              <a:gd name="connsiteX127" fmla="*/ 2240465 w 12192001"/>
              <a:gd name="connsiteY127" fmla="*/ 205464 h 586467"/>
              <a:gd name="connsiteX128" fmla="*/ 2243875 w 12192001"/>
              <a:gd name="connsiteY128" fmla="*/ 175923 h 586467"/>
              <a:gd name="connsiteX129" fmla="*/ 2258409 w 12192001"/>
              <a:gd name="connsiteY129" fmla="*/ 96331 h 586467"/>
              <a:gd name="connsiteX130" fmla="*/ 2273768 w 12192001"/>
              <a:gd name="connsiteY130" fmla="*/ 175182 h 586467"/>
              <a:gd name="connsiteX131" fmla="*/ 2285830 w 12192001"/>
              <a:gd name="connsiteY131" fmla="*/ 218372 h 586467"/>
              <a:gd name="connsiteX132" fmla="*/ 2302794 w 12192001"/>
              <a:gd name="connsiteY132" fmla="*/ 218372 h 586467"/>
              <a:gd name="connsiteX133" fmla="*/ 2303371 w 12192001"/>
              <a:gd name="connsiteY133" fmla="*/ 211154 h 586467"/>
              <a:gd name="connsiteX134" fmla="*/ 2303788 w 12192001"/>
              <a:gd name="connsiteY134" fmla="*/ 206708 h 586467"/>
              <a:gd name="connsiteX135" fmla="*/ 2317750 w 12192001"/>
              <a:gd name="connsiteY135" fmla="*/ 118453 h 586467"/>
              <a:gd name="connsiteX136" fmla="*/ 2342122 w 12192001"/>
              <a:gd name="connsiteY136" fmla="*/ 32188 h 586467"/>
              <a:gd name="connsiteX137" fmla="*/ 2347643 w 12192001"/>
              <a:gd name="connsiteY137" fmla="*/ 119117 h 586467"/>
              <a:gd name="connsiteX138" fmla="*/ 2363573 w 12192001"/>
              <a:gd name="connsiteY138" fmla="*/ 204757 h 586467"/>
              <a:gd name="connsiteX139" fmla="*/ 2365434 w 12192001"/>
              <a:gd name="connsiteY139" fmla="*/ 212027 h 586467"/>
              <a:gd name="connsiteX140" fmla="*/ 2367185 w 12192001"/>
              <a:gd name="connsiteY140" fmla="*/ 218372 h 586467"/>
              <a:gd name="connsiteX141" fmla="*/ 2416218 w 12192001"/>
              <a:gd name="connsiteY141" fmla="*/ 218372 h 586467"/>
              <a:gd name="connsiteX142" fmla="*/ 2416251 w 12192001"/>
              <a:gd name="connsiteY142" fmla="*/ 217998 h 586467"/>
              <a:gd name="connsiteX143" fmla="*/ 2418980 w 12192001"/>
              <a:gd name="connsiteY143" fmla="*/ 166014 h 586467"/>
              <a:gd name="connsiteX144" fmla="*/ 2417520 w 12192001"/>
              <a:gd name="connsiteY144" fmla="*/ 89854 h 586467"/>
              <a:gd name="connsiteX145" fmla="*/ 2448746 w 12192001"/>
              <a:gd name="connsiteY145" fmla="*/ 163555 h 586467"/>
              <a:gd name="connsiteX146" fmla="*/ 2460313 w 12192001"/>
              <a:gd name="connsiteY146" fmla="*/ 196071 h 586467"/>
              <a:gd name="connsiteX147" fmla="*/ 2467496 w 12192001"/>
              <a:gd name="connsiteY147" fmla="*/ 218372 h 586467"/>
              <a:gd name="connsiteX148" fmla="*/ 2468701 w 12192001"/>
              <a:gd name="connsiteY148" fmla="*/ 218372 h 586467"/>
              <a:gd name="connsiteX149" fmla="*/ 2468548 w 12192001"/>
              <a:gd name="connsiteY149" fmla="*/ 215408 h 586467"/>
              <a:gd name="connsiteX150" fmla="*/ 2471213 w 12192001"/>
              <a:gd name="connsiteY150" fmla="*/ 129417 h 586467"/>
              <a:gd name="connsiteX151" fmla="*/ 2486826 w 12192001"/>
              <a:gd name="connsiteY151" fmla="*/ 45064 h 586467"/>
              <a:gd name="connsiteX152" fmla="*/ 2501106 w 12192001"/>
              <a:gd name="connsiteY152" fmla="*/ 128441 h 586467"/>
              <a:gd name="connsiteX153" fmla="*/ 2527762 w 12192001"/>
              <a:gd name="connsiteY153" fmla="*/ 209361 h 586467"/>
              <a:gd name="connsiteX154" fmla="*/ 2529452 w 12192001"/>
              <a:gd name="connsiteY154" fmla="*/ 213428 h 586467"/>
              <a:gd name="connsiteX155" fmla="*/ 2531596 w 12192001"/>
              <a:gd name="connsiteY155" fmla="*/ 218372 h 586467"/>
              <a:gd name="connsiteX156" fmla="*/ 2534943 w 12192001"/>
              <a:gd name="connsiteY156" fmla="*/ 218372 h 586467"/>
              <a:gd name="connsiteX157" fmla="*/ 2535288 w 12192001"/>
              <a:gd name="connsiteY157" fmla="*/ 215455 h 586467"/>
              <a:gd name="connsiteX158" fmla="*/ 2543883 w 12192001"/>
              <a:gd name="connsiteY158" fmla="*/ 161176 h 586467"/>
              <a:gd name="connsiteX159" fmla="*/ 2557846 w 12192001"/>
              <a:gd name="connsiteY159" fmla="*/ 102730 h 586467"/>
              <a:gd name="connsiteX160" fmla="*/ 2573776 w 12192001"/>
              <a:gd name="connsiteY160" fmla="*/ 160356 h 586467"/>
              <a:gd name="connsiteX161" fmla="*/ 2594276 w 12192001"/>
              <a:gd name="connsiteY161" fmla="*/ 216813 h 586467"/>
              <a:gd name="connsiteX162" fmla="*/ 2594916 w 12192001"/>
              <a:gd name="connsiteY162" fmla="*/ 218372 h 586467"/>
              <a:gd name="connsiteX163" fmla="*/ 2636053 w 12192001"/>
              <a:gd name="connsiteY163" fmla="*/ 218372 h 586467"/>
              <a:gd name="connsiteX164" fmla="*/ 2638351 w 12192001"/>
              <a:gd name="connsiteY164" fmla="*/ 212690 h 586467"/>
              <a:gd name="connsiteX165" fmla="*/ 2640099 w 12192001"/>
              <a:gd name="connsiteY165" fmla="*/ 207917 h 586467"/>
              <a:gd name="connsiteX166" fmla="*/ 2645874 w 12192001"/>
              <a:gd name="connsiteY166" fmla="*/ 189150 h 586467"/>
              <a:gd name="connsiteX167" fmla="*/ 2653935 w 12192001"/>
              <a:gd name="connsiteY167" fmla="*/ 146779 h 586467"/>
              <a:gd name="connsiteX168" fmla="*/ 2652983 w 12192001"/>
              <a:gd name="connsiteY168" fmla="*/ 83378 h 586467"/>
              <a:gd name="connsiteX169" fmla="*/ 2664026 w 12192001"/>
              <a:gd name="connsiteY169" fmla="*/ 102067 h 586467"/>
              <a:gd name="connsiteX170" fmla="*/ 2683764 w 12192001"/>
              <a:gd name="connsiteY170" fmla="*/ 144945 h 586467"/>
              <a:gd name="connsiteX171" fmla="*/ 2699821 w 12192001"/>
              <a:gd name="connsiteY171" fmla="*/ 210609 h 586467"/>
              <a:gd name="connsiteX172" fmla="*/ 2700448 w 12192001"/>
              <a:gd name="connsiteY172" fmla="*/ 216393 h 586467"/>
              <a:gd name="connsiteX173" fmla="*/ 2700597 w 12192001"/>
              <a:gd name="connsiteY173" fmla="*/ 218372 h 586467"/>
              <a:gd name="connsiteX174" fmla="*/ 2703300 w 12192001"/>
              <a:gd name="connsiteY174" fmla="*/ 218372 h 586467"/>
              <a:gd name="connsiteX175" fmla="*/ 2703796 w 12192001"/>
              <a:gd name="connsiteY175" fmla="*/ 211663 h 586467"/>
              <a:gd name="connsiteX176" fmla="*/ 2709722 w 12192001"/>
              <a:gd name="connsiteY176" fmla="*/ 166209 h 586467"/>
              <a:gd name="connsiteX177" fmla="*/ 2728826 w 12192001"/>
              <a:gd name="connsiteY177" fmla="*/ 89932 h 586467"/>
              <a:gd name="connsiteX178" fmla="*/ 2739615 w 12192001"/>
              <a:gd name="connsiteY178" fmla="*/ 165974 h 586467"/>
              <a:gd name="connsiteX179" fmla="*/ 2753467 w 12192001"/>
              <a:gd name="connsiteY179" fmla="*/ 217027 h 586467"/>
              <a:gd name="connsiteX180" fmla="*/ 2753920 w 12192001"/>
              <a:gd name="connsiteY180" fmla="*/ 218372 h 586467"/>
              <a:gd name="connsiteX181" fmla="*/ 2789410 w 12192001"/>
              <a:gd name="connsiteY181" fmla="*/ 218372 h 586467"/>
              <a:gd name="connsiteX182" fmla="*/ 2791912 w 12192001"/>
              <a:gd name="connsiteY182" fmla="*/ 188136 h 586467"/>
              <a:gd name="connsiteX183" fmla="*/ 2793625 w 12192001"/>
              <a:gd name="connsiteY183" fmla="*/ 109128 h 586467"/>
              <a:gd name="connsiteX184" fmla="*/ 2821678 w 12192001"/>
              <a:gd name="connsiteY184" fmla="*/ 186302 h 586467"/>
              <a:gd name="connsiteX185" fmla="*/ 2828278 w 12192001"/>
              <a:gd name="connsiteY185" fmla="*/ 207175 h 586467"/>
              <a:gd name="connsiteX186" fmla="*/ 2843066 w 12192001"/>
              <a:gd name="connsiteY186" fmla="*/ 44869 h 586467"/>
              <a:gd name="connsiteX187" fmla="*/ 2879943 w 12192001"/>
              <a:gd name="connsiteY187" fmla="*/ 218372 h 586467"/>
              <a:gd name="connsiteX188" fmla="*/ 2898970 w 12192001"/>
              <a:gd name="connsiteY188" fmla="*/ 218372 h 586467"/>
              <a:gd name="connsiteX189" fmla="*/ 2899425 w 12192001"/>
              <a:gd name="connsiteY189" fmla="*/ 214081 h 586467"/>
              <a:gd name="connsiteX190" fmla="*/ 2896886 w 12192001"/>
              <a:gd name="connsiteY190" fmla="*/ 147754 h 586467"/>
              <a:gd name="connsiteX191" fmla="*/ 2908056 w 12192001"/>
              <a:gd name="connsiteY191" fmla="*/ 167301 h 586467"/>
              <a:gd name="connsiteX192" fmla="*/ 2929127 w 12192001"/>
              <a:gd name="connsiteY192" fmla="*/ 211546 h 586467"/>
              <a:gd name="connsiteX193" fmla="*/ 2931509 w 12192001"/>
              <a:gd name="connsiteY193" fmla="*/ 218372 h 586467"/>
              <a:gd name="connsiteX194" fmla="*/ 2946730 w 12192001"/>
              <a:gd name="connsiteY194" fmla="*/ 218372 h 586467"/>
              <a:gd name="connsiteX195" fmla="*/ 2946835 w 12192001"/>
              <a:gd name="connsiteY195" fmla="*/ 216539 h 586467"/>
              <a:gd name="connsiteX196" fmla="*/ 2948421 w 12192001"/>
              <a:gd name="connsiteY196" fmla="*/ 193364 h 586467"/>
              <a:gd name="connsiteX197" fmla="*/ 2959909 w 12192001"/>
              <a:gd name="connsiteY197" fmla="*/ 123837 h 586467"/>
              <a:gd name="connsiteX198" fmla="*/ 2981234 w 12192001"/>
              <a:gd name="connsiteY198" fmla="*/ 56105 h 586467"/>
              <a:gd name="connsiteX199" fmla="*/ 2990373 w 12192001"/>
              <a:gd name="connsiteY199" fmla="*/ 34256 h 586467"/>
              <a:gd name="connsiteX200" fmla="*/ 2993927 w 12192001"/>
              <a:gd name="connsiteY200" fmla="*/ 26024 h 586467"/>
              <a:gd name="connsiteX201" fmla="*/ 2992912 w 12192001"/>
              <a:gd name="connsiteY201" fmla="*/ 34607 h 586467"/>
              <a:gd name="connsiteX202" fmla="*/ 2990500 w 12192001"/>
              <a:gd name="connsiteY202" fmla="*/ 57120 h 586467"/>
              <a:gd name="connsiteX203" fmla="*/ 2989738 w 12192001"/>
              <a:gd name="connsiteY203" fmla="*/ 125086 h 586467"/>
              <a:gd name="connsiteX204" fmla="*/ 2998941 w 12192001"/>
              <a:gd name="connsiteY204" fmla="*/ 192155 h 586467"/>
              <a:gd name="connsiteX205" fmla="*/ 3003955 w 12192001"/>
              <a:gd name="connsiteY205" fmla="*/ 213925 h 586467"/>
              <a:gd name="connsiteX206" fmla="*/ 3005052 w 12192001"/>
              <a:gd name="connsiteY206" fmla="*/ 218372 h 586467"/>
              <a:gd name="connsiteX207" fmla="*/ 3044889 w 12192001"/>
              <a:gd name="connsiteY207" fmla="*/ 218372 h 586467"/>
              <a:gd name="connsiteX208" fmla="*/ 3045197 w 12192001"/>
              <a:gd name="connsiteY208" fmla="*/ 217067 h 586467"/>
              <a:gd name="connsiteX209" fmla="*/ 3064439 w 12192001"/>
              <a:gd name="connsiteY209" fmla="*/ 114044 h 586467"/>
              <a:gd name="connsiteX210" fmla="*/ 3074721 w 12192001"/>
              <a:gd name="connsiteY210" fmla="*/ 0 h 586467"/>
              <a:gd name="connsiteX211" fmla="*/ 3094332 w 12192001"/>
              <a:gd name="connsiteY211" fmla="*/ 114161 h 586467"/>
              <a:gd name="connsiteX212" fmla="*/ 3101226 w 12192001"/>
              <a:gd name="connsiteY212" fmla="*/ 193476 h 586467"/>
              <a:gd name="connsiteX213" fmla="*/ 3102315 w 12192001"/>
              <a:gd name="connsiteY213" fmla="*/ 218372 h 586467"/>
              <a:gd name="connsiteX214" fmla="*/ 3131032 w 12192001"/>
              <a:gd name="connsiteY214" fmla="*/ 218372 h 586467"/>
              <a:gd name="connsiteX215" fmla="*/ 3131914 w 12192001"/>
              <a:gd name="connsiteY215" fmla="*/ 215700 h 586467"/>
              <a:gd name="connsiteX216" fmla="*/ 3165669 w 12192001"/>
              <a:gd name="connsiteY216" fmla="*/ 124188 h 586467"/>
              <a:gd name="connsiteX217" fmla="*/ 3209778 w 12192001"/>
              <a:gd name="connsiteY217" fmla="*/ 26180 h 586467"/>
              <a:gd name="connsiteX218" fmla="*/ 3204130 w 12192001"/>
              <a:gd name="connsiteY218" fmla="*/ 60007 h 586467"/>
              <a:gd name="connsiteX219" fmla="*/ 3208001 w 12192001"/>
              <a:gd name="connsiteY219" fmla="*/ 38509 h 586467"/>
              <a:gd name="connsiteX220" fmla="*/ 3223424 w 12192001"/>
              <a:gd name="connsiteY220" fmla="*/ 130002 h 586467"/>
              <a:gd name="connsiteX221" fmla="*/ 3241417 w 12192001"/>
              <a:gd name="connsiteY221" fmla="*/ 212982 h 586467"/>
              <a:gd name="connsiteX222" fmla="*/ 3242716 w 12192001"/>
              <a:gd name="connsiteY222" fmla="*/ 218372 h 586467"/>
              <a:gd name="connsiteX223" fmla="*/ 3258397 w 12192001"/>
              <a:gd name="connsiteY223" fmla="*/ 218372 h 586467"/>
              <a:gd name="connsiteX224" fmla="*/ 3259346 w 12192001"/>
              <a:gd name="connsiteY224" fmla="*/ 198436 h 586467"/>
              <a:gd name="connsiteX225" fmla="*/ 3253634 w 12192001"/>
              <a:gd name="connsiteY225" fmla="*/ 128597 h 586467"/>
              <a:gd name="connsiteX226" fmla="*/ 3288922 w 12192001"/>
              <a:gd name="connsiteY226" fmla="*/ 195393 h 586467"/>
              <a:gd name="connsiteX227" fmla="*/ 3297610 w 12192001"/>
              <a:gd name="connsiteY227" fmla="*/ 218372 h 586467"/>
              <a:gd name="connsiteX228" fmla="*/ 3340482 w 12192001"/>
              <a:gd name="connsiteY228" fmla="*/ 218372 h 586467"/>
              <a:gd name="connsiteX229" fmla="*/ 3343313 w 12192001"/>
              <a:gd name="connsiteY229" fmla="*/ 210843 h 586467"/>
              <a:gd name="connsiteX230" fmla="*/ 3362924 w 12192001"/>
              <a:gd name="connsiteY230" fmla="*/ 144282 h 586467"/>
              <a:gd name="connsiteX231" fmla="*/ 3374221 w 12192001"/>
              <a:gd name="connsiteY231" fmla="*/ 76237 h 586467"/>
              <a:gd name="connsiteX232" fmla="*/ 3376125 w 12192001"/>
              <a:gd name="connsiteY232" fmla="*/ 53569 h 586467"/>
              <a:gd name="connsiteX233" fmla="*/ 3376696 w 12192001"/>
              <a:gd name="connsiteY233" fmla="*/ 44947 h 586467"/>
              <a:gd name="connsiteX234" fmla="*/ 3378664 w 12192001"/>
              <a:gd name="connsiteY234" fmla="*/ 53452 h 586467"/>
              <a:gd name="connsiteX235" fmla="*/ 3383551 w 12192001"/>
              <a:gd name="connsiteY235" fmla="*/ 76043 h 586467"/>
              <a:gd name="connsiteX236" fmla="*/ 3392817 w 12192001"/>
              <a:gd name="connsiteY236" fmla="*/ 145335 h 586467"/>
              <a:gd name="connsiteX237" fmla="*/ 3393388 w 12192001"/>
              <a:gd name="connsiteY237" fmla="*/ 215486 h 586467"/>
              <a:gd name="connsiteX238" fmla="*/ 3393203 w 12192001"/>
              <a:gd name="connsiteY238" fmla="*/ 218372 h 586467"/>
              <a:gd name="connsiteX239" fmla="*/ 3451708 w 12192001"/>
              <a:gd name="connsiteY239" fmla="*/ 218372 h 586467"/>
              <a:gd name="connsiteX240" fmla="*/ 3450698 w 12192001"/>
              <a:gd name="connsiteY240" fmla="*/ 206300 h 586467"/>
              <a:gd name="connsiteX241" fmla="*/ 3449176 w 12192001"/>
              <a:gd name="connsiteY241" fmla="*/ 173193 h 586467"/>
              <a:gd name="connsiteX242" fmla="*/ 3451905 w 12192001"/>
              <a:gd name="connsiteY242" fmla="*/ 83495 h 586467"/>
              <a:gd name="connsiteX243" fmla="*/ 3478815 w 12192001"/>
              <a:gd name="connsiteY243" fmla="*/ 170501 h 586467"/>
              <a:gd name="connsiteX244" fmla="*/ 3491081 w 12192001"/>
              <a:gd name="connsiteY244" fmla="*/ 201907 h 586467"/>
              <a:gd name="connsiteX245" fmla="*/ 3498191 w 12192001"/>
              <a:gd name="connsiteY245" fmla="*/ 218372 h 586467"/>
              <a:gd name="connsiteX246" fmla="*/ 3556656 w 12192001"/>
              <a:gd name="connsiteY246" fmla="*/ 218372 h 586467"/>
              <a:gd name="connsiteX247" fmla="*/ 3557450 w 12192001"/>
              <a:gd name="connsiteY247" fmla="*/ 211428 h 586467"/>
              <a:gd name="connsiteX248" fmla="*/ 3558656 w 12192001"/>
              <a:gd name="connsiteY248" fmla="*/ 151851 h 586467"/>
              <a:gd name="connsiteX249" fmla="*/ 3550913 w 12192001"/>
              <a:gd name="connsiteY249" fmla="*/ 91844 h 586467"/>
              <a:gd name="connsiteX250" fmla="*/ 3546471 w 12192001"/>
              <a:gd name="connsiteY250" fmla="*/ 72102 h 586467"/>
              <a:gd name="connsiteX251" fmla="*/ 3544693 w 12192001"/>
              <a:gd name="connsiteY251" fmla="*/ 64689 h 586467"/>
              <a:gd name="connsiteX252" fmla="*/ 3548945 w 12192001"/>
              <a:gd name="connsiteY252" fmla="*/ 71595 h 586467"/>
              <a:gd name="connsiteX253" fmla="*/ 3559989 w 12192001"/>
              <a:gd name="connsiteY253" fmla="*/ 90284 h 586467"/>
              <a:gd name="connsiteX254" fmla="*/ 3588232 w 12192001"/>
              <a:gd name="connsiteY254" fmla="*/ 148730 h 586467"/>
              <a:gd name="connsiteX255" fmla="*/ 3607843 w 12192001"/>
              <a:gd name="connsiteY255" fmla="*/ 209438 h 586467"/>
              <a:gd name="connsiteX256" fmla="*/ 3609872 w 12192001"/>
              <a:gd name="connsiteY256" fmla="*/ 218372 h 586467"/>
              <a:gd name="connsiteX257" fmla="*/ 3665952 w 12192001"/>
              <a:gd name="connsiteY257" fmla="*/ 218372 h 586467"/>
              <a:gd name="connsiteX258" fmla="*/ 3669723 w 12192001"/>
              <a:gd name="connsiteY258" fmla="*/ 205264 h 586467"/>
              <a:gd name="connsiteX259" fmla="*/ 3687938 w 12192001"/>
              <a:gd name="connsiteY259" fmla="*/ 128402 h 586467"/>
              <a:gd name="connsiteX260" fmla="*/ 3699616 w 12192001"/>
              <a:gd name="connsiteY260" fmla="*/ 206239 h 586467"/>
              <a:gd name="connsiteX261" fmla="*/ 3700830 w 12192001"/>
              <a:gd name="connsiteY261" fmla="*/ 218372 h 586467"/>
              <a:gd name="connsiteX262" fmla="*/ 3714682 w 12192001"/>
              <a:gd name="connsiteY262" fmla="*/ 218372 h 586467"/>
              <a:gd name="connsiteX263" fmla="*/ 3714690 w 12192001"/>
              <a:gd name="connsiteY263" fmla="*/ 217583 h 586467"/>
              <a:gd name="connsiteX264" fmla="*/ 3715356 w 12192001"/>
              <a:gd name="connsiteY264" fmla="*/ 155479 h 586467"/>
              <a:gd name="connsiteX265" fmla="*/ 3714785 w 12192001"/>
              <a:gd name="connsiteY265" fmla="*/ 65001 h 586467"/>
              <a:gd name="connsiteX266" fmla="*/ 3745058 w 12192001"/>
              <a:gd name="connsiteY266" fmla="*/ 153177 h 586467"/>
              <a:gd name="connsiteX267" fmla="*/ 3764900 w 12192001"/>
              <a:gd name="connsiteY267" fmla="*/ 214048 h 586467"/>
              <a:gd name="connsiteX268" fmla="*/ 3766313 w 12192001"/>
              <a:gd name="connsiteY268" fmla="*/ 218372 h 586467"/>
              <a:gd name="connsiteX269" fmla="*/ 3795172 w 12192001"/>
              <a:gd name="connsiteY269" fmla="*/ 218372 h 586467"/>
              <a:gd name="connsiteX270" fmla="*/ 3793903 w 12192001"/>
              <a:gd name="connsiteY270" fmla="*/ 198810 h 586467"/>
              <a:gd name="connsiteX271" fmla="*/ 3792468 w 12192001"/>
              <a:gd name="connsiteY271" fmla="*/ 166014 h 586467"/>
              <a:gd name="connsiteX272" fmla="*/ 3792405 w 12192001"/>
              <a:gd name="connsiteY272" fmla="*/ 76940 h 586467"/>
              <a:gd name="connsiteX273" fmla="*/ 3822107 w 12192001"/>
              <a:gd name="connsiteY273" fmla="*/ 163244 h 586467"/>
              <a:gd name="connsiteX274" fmla="*/ 3834326 w 12192001"/>
              <a:gd name="connsiteY274" fmla="*/ 194605 h 586467"/>
              <a:gd name="connsiteX275" fmla="*/ 3844139 w 12192001"/>
              <a:gd name="connsiteY275" fmla="*/ 218372 h 586467"/>
              <a:gd name="connsiteX276" fmla="*/ 3906964 w 12192001"/>
              <a:gd name="connsiteY276" fmla="*/ 218372 h 586467"/>
              <a:gd name="connsiteX277" fmla="*/ 3907470 w 12192001"/>
              <a:gd name="connsiteY277" fmla="*/ 210570 h 586467"/>
              <a:gd name="connsiteX278" fmla="*/ 3912167 w 12192001"/>
              <a:gd name="connsiteY278" fmla="*/ 216188 h 586467"/>
              <a:gd name="connsiteX279" fmla="*/ 3914032 w 12192001"/>
              <a:gd name="connsiteY279" fmla="*/ 218372 h 586467"/>
              <a:gd name="connsiteX280" fmla="*/ 4022706 w 12192001"/>
              <a:gd name="connsiteY280" fmla="*/ 218372 h 586467"/>
              <a:gd name="connsiteX281" fmla="*/ 4029517 w 12192001"/>
              <a:gd name="connsiteY281" fmla="*/ 149315 h 586467"/>
              <a:gd name="connsiteX282" fmla="*/ 4033642 w 12192001"/>
              <a:gd name="connsiteY282" fmla="*/ 135308 h 586467"/>
              <a:gd name="connsiteX283" fmla="*/ 4037704 w 12192001"/>
              <a:gd name="connsiteY283" fmla="*/ 149315 h 586467"/>
              <a:gd name="connsiteX284" fmla="*/ 4044548 w 12192001"/>
              <a:gd name="connsiteY284" fmla="*/ 218372 h 586467"/>
              <a:gd name="connsiteX285" fmla="*/ 4153254 w 12192001"/>
              <a:gd name="connsiteY285" fmla="*/ 218372 h 586467"/>
              <a:gd name="connsiteX286" fmla="*/ 4155118 w 12192001"/>
              <a:gd name="connsiteY286" fmla="*/ 216188 h 586467"/>
              <a:gd name="connsiteX287" fmla="*/ 4159751 w 12192001"/>
              <a:gd name="connsiteY287" fmla="*/ 210648 h 586467"/>
              <a:gd name="connsiteX288" fmla="*/ 4160283 w 12192001"/>
              <a:gd name="connsiteY288" fmla="*/ 218372 h 586467"/>
              <a:gd name="connsiteX289" fmla="*/ 4223123 w 12192001"/>
              <a:gd name="connsiteY289" fmla="*/ 218372 h 586467"/>
              <a:gd name="connsiteX290" fmla="*/ 4232934 w 12192001"/>
              <a:gd name="connsiteY290" fmla="*/ 194605 h 586467"/>
              <a:gd name="connsiteX291" fmla="*/ 4245178 w 12192001"/>
              <a:gd name="connsiteY291" fmla="*/ 163244 h 586467"/>
              <a:gd name="connsiteX292" fmla="*/ 4274881 w 12192001"/>
              <a:gd name="connsiteY292" fmla="*/ 76940 h 586467"/>
              <a:gd name="connsiteX293" fmla="*/ 4274817 w 12192001"/>
              <a:gd name="connsiteY293" fmla="*/ 166014 h 586467"/>
              <a:gd name="connsiteX294" fmla="*/ 4273382 w 12192001"/>
              <a:gd name="connsiteY294" fmla="*/ 198810 h 586467"/>
              <a:gd name="connsiteX295" fmla="*/ 4272114 w 12192001"/>
              <a:gd name="connsiteY295" fmla="*/ 218372 h 586467"/>
              <a:gd name="connsiteX296" fmla="*/ 4302946 w 12192001"/>
              <a:gd name="connsiteY296" fmla="*/ 218372 h 586467"/>
              <a:gd name="connsiteX297" fmla="*/ 4345964 w 12192001"/>
              <a:gd name="connsiteY297" fmla="*/ 90946 h 586467"/>
              <a:gd name="connsiteX298" fmla="*/ 4350088 w 12192001"/>
              <a:gd name="connsiteY298" fmla="*/ 218372 h 586467"/>
              <a:gd name="connsiteX299" fmla="*/ 4366405 w 12192001"/>
              <a:gd name="connsiteY299" fmla="*/ 218372 h 586467"/>
              <a:gd name="connsiteX300" fmla="*/ 4367606 w 12192001"/>
              <a:gd name="connsiteY300" fmla="*/ 206239 h 586467"/>
              <a:gd name="connsiteX301" fmla="*/ 4379347 w 12192001"/>
              <a:gd name="connsiteY301" fmla="*/ 128402 h 586467"/>
              <a:gd name="connsiteX302" fmla="*/ 4397499 w 12192001"/>
              <a:gd name="connsiteY302" fmla="*/ 205264 h 586467"/>
              <a:gd name="connsiteX303" fmla="*/ 4401285 w 12192001"/>
              <a:gd name="connsiteY303" fmla="*/ 218372 h 586467"/>
              <a:gd name="connsiteX304" fmla="*/ 4457415 w 12192001"/>
              <a:gd name="connsiteY304" fmla="*/ 218372 h 586467"/>
              <a:gd name="connsiteX305" fmla="*/ 4459442 w 12192001"/>
              <a:gd name="connsiteY305" fmla="*/ 209438 h 586467"/>
              <a:gd name="connsiteX306" fmla="*/ 4479054 w 12192001"/>
              <a:gd name="connsiteY306" fmla="*/ 148730 h 586467"/>
              <a:gd name="connsiteX307" fmla="*/ 4507296 w 12192001"/>
              <a:gd name="connsiteY307" fmla="*/ 90284 h 586467"/>
              <a:gd name="connsiteX308" fmla="*/ 4518340 w 12192001"/>
              <a:gd name="connsiteY308" fmla="*/ 71595 h 586467"/>
              <a:gd name="connsiteX309" fmla="*/ 4522592 w 12192001"/>
              <a:gd name="connsiteY309" fmla="*/ 64689 h 586467"/>
              <a:gd name="connsiteX310" fmla="*/ 4520816 w 12192001"/>
              <a:gd name="connsiteY310" fmla="*/ 72102 h 586467"/>
              <a:gd name="connsiteX311" fmla="*/ 4516309 w 12192001"/>
              <a:gd name="connsiteY311" fmla="*/ 91844 h 586467"/>
              <a:gd name="connsiteX312" fmla="*/ 4508629 w 12192001"/>
              <a:gd name="connsiteY312" fmla="*/ 151851 h 586467"/>
              <a:gd name="connsiteX313" fmla="*/ 4509835 w 12192001"/>
              <a:gd name="connsiteY313" fmla="*/ 211428 h 586467"/>
              <a:gd name="connsiteX314" fmla="*/ 4510629 w 12192001"/>
              <a:gd name="connsiteY314" fmla="*/ 218372 h 586467"/>
              <a:gd name="connsiteX315" fmla="*/ 4569056 w 12192001"/>
              <a:gd name="connsiteY315" fmla="*/ 218372 h 586467"/>
              <a:gd name="connsiteX316" fmla="*/ 4576152 w 12192001"/>
              <a:gd name="connsiteY316" fmla="*/ 201907 h 586467"/>
              <a:gd name="connsiteX317" fmla="*/ 4588408 w 12192001"/>
              <a:gd name="connsiteY317" fmla="*/ 170501 h 586467"/>
              <a:gd name="connsiteX318" fmla="*/ 4615382 w 12192001"/>
              <a:gd name="connsiteY318" fmla="*/ 83495 h 586467"/>
              <a:gd name="connsiteX319" fmla="*/ 4618110 w 12192001"/>
              <a:gd name="connsiteY319" fmla="*/ 173193 h 586467"/>
              <a:gd name="connsiteX320" fmla="*/ 4616578 w 12192001"/>
              <a:gd name="connsiteY320" fmla="*/ 206300 h 586467"/>
              <a:gd name="connsiteX321" fmla="*/ 4615559 w 12192001"/>
              <a:gd name="connsiteY321" fmla="*/ 218372 h 586467"/>
              <a:gd name="connsiteX322" fmla="*/ 4674083 w 12192001"/>
              <a:gd name="connsiteY322" fmla="*/ 218372 h 586467"/>
              <a:gd name="connsiteX323" fmla="*/ 4673897 w 12192001"/>
              <a:gd name="connsiteY323" fmla="*/ 215486 h 586467"/>
              <a:gd name="connsiteX324" fmla="*/ 4674469 w 12192001"/>
              <a:gd name="connsiteY324" fmla="*/ 145335 h 586467"/>
              <a:gd name="connsiteX325" fmla="*/ 4683734 w 12192001"/>
              <a:gd name="connsiteY325" fmla="*/ 76043 h 586467"/>
              <a:gd name="connsiteX326" fmla="*/ 4688623 w 12192001"/>
              <a:gd name="connsiteY326" fmla="*/ 53452 h 586467"/>
              <a:gd name="connsiteX327" fmla="*/ 4690525 w 12192001"/>
              <a:gd name="connsiteY327" fmla="*/ 44947 h 586467"/>
              <a:gd name="connsiteX328" fmla="*/ 4691161 w 12192001"/>
              <a:gd name="connsiteY328" fmla="*/ 53569 h 586467"/>
              <a:gd name="connsiteX329" fmla="*/ 4693064 w 12192001"/>
              <a:gd name="connsiteY329" fmla="*/ 76237 h 586467"/>
              <a:gd name="connsiteX330" fmla="*/ 4704299 w 12192001"/>
              <a:gd name="connsiteY330" fmla="*/ 144282 h 586467"/>
              <a:gd name="connsiteX331" fmla="*/ 4723973 w 12192001"/>
              <a:gd name="connsiteY331" fmla="*/ 210843 h 586467"/>
              <a:gd name="connsiteX332" fmla="*/ 4726805 w 12192001"/>
              <a:gd name="connsiteY332" fmla="*/ 218372 h 586467"/>
              <a:gd name="connsiteX333" fmla="*/ 4769623 w 12192001"/>
              <a:gd name="connsiteY333" fmla="*/ 218372 h 586467"/>
              <a:gd name="connsiteX334" fmla="*/ 4778300 w 12192001"/>
              <a:gd name="connsiteY334" fmla="*/ 195393 h 586467"/>
              <a:gd name="connsiteX335" fmla="*/ 4813651 w 12192001"/>
              <a:gd name="connsiteY335" fmla="*/ 128597 h 586467"/>
              <a:gd name="connsiteX336" fmla="*/ 4807939 w 12192001"/>
              <a:gd name="connsiteY336" fmla="*/ 198436 h 586467"/>
              <a:gd name="connsiteX337" fmla="*/ 4808877 w 12192001"/>
              <a:gd name="connsiteY337" fmla="*/ 218372 h 586467"/>
              <a:gd name="connsiteX338" fmla="*/ 4824571 w 12192001"/>
              <a:gd name="connsiteY338" fmla="*/ 218372 h 586467"/>
              <a:gd name="connsiteX339" fmla="*/ 4825870 w 12192001"/>
              <a:gd name="connsiteY339" fmla="*/ 212982 h 586467"/>
              <a:gd name="connsiteX340" fmla="*/ 4843863 w 12192001"/>
              <a:gd name="connsiteY340" fmla="*/ 130002 h 586467"/>
              <a:gd name="connsiteX341" fmla="*/ 4859284 w 12192001"/>
              <a:gd name="connsiteY341" fmla="*/ 38509 h 586467"/>
              <a:gd name="connsiteX342" fmla="*/ 4863791 w 12192001"/>
              <a:gd name="connsiteY342" fmla="*/ 64025 h 586467"/>
              <a:gd name="connsiteX343" fmla="*/ 4857380 w 12192001"/>
              <a:gd name="connsiteY343" fmla="*/ 25985 h 586467"/>
              <a:gd name="connsiteX344" fmla="*/ 4901617 w 12192001"/>
              <a:gd name="connsiteY344" fmla="*/ 124188 h 586467"/>
              <a:gd name="connsiteX345" fmla="*/ 4935318 w 12192001"/>
              <a:gd name="connsiteY345" fmla="*/ 215700 h 586467"/>
              <a:gd name="connsiteX346" fmla="*/ 4936197 w 12192001"/>
              <a:gd name="connsiteY346" fmla="*/ 218372 h 586467"/>
              <a:gd name="connsiteX347" fmla="*/ 4964971 w 12192001"/>
              <a:gd name="connsiteY347" fmla="*/ 218372 h 586467"/>
              <a:gd name="connsiteX348" fmla="*/ 4966060 w 12192001"/>
              <a:gd name="connsiteY348" fmla="*/ 193476 h 586467"/>
              <a:gd name="connsiteX349" fmla="*/ 4972953 w 12192001"/>
              <a:gd name="connsiteY349" fmla="*/ 114161 h 586467"/>
              <a:gd name="connsiteX350" fmla="*/ 4992565 w 12192001"/>
              <a:gd name="connsiteY350" fmla="*/ 0 h 586467"/>
              <a:gd name="connsiteX351" fmla="*/ 5002846 w 12192001"/>
              <a:gd name="connsiteY351" fmla="*/ 114044 h 586467"/>
              <a:gd name="connsiteX352" fmla="*/ 5022089 w 12192001"/>
              <a:gd name="connsiteY352" fmla="*/ 217067 h 586467"/>
              <a:gd name="connsiteX353" fmla="*/ 5022398 w 12192001"/>
              <a:gd name="connsiteY353" fmla="*/ 218372 h 586467"/>
              <a:gd name="connsiteX354" fmla="*/ 5062234 w 12192001"/>
              <a:gd name="connsiteY354" fmla="*/ 218372 h 586467"/>
              <a:gd name="connsiteX355" fmla="*/ 5063332 w 12192001"/>
              <a:gd name="connsiteY355" fmla="*/ 213925 h 586467"/>
              <a:gd name="connsiteX356" fmla="*/ 5068344 w 12192001"/>
              <a:gd name="connsiteY356" fmla="*/ 192155 h 586467"/>
              <a:gd name="connsiteX357" fmla="*/ 5077547 w 12192001"/>
              <a:gd name="connsiteY357" fmla="*/ 125086 h 586467"/>
              <a:gd name="connsiteX358" fmla="*/ 5076786 w 12192001"/>
              <a:gd name="connsiteY358" fmla="*/ 57120 h 586467"/>
              <a:gd name="connsiteX359" fmla="*/ 5074374 w 12192001"/>
              <a:gd name="connsiteY359" fmla="*/ 34607 h 586467"/>
              <a:gd name="connsiteX360" fmla="*/ 5073359 w 12192001"/>
              <a:gd name="connsiteY360" fmla="*/ 26024 h 586467"/>
              <a:gd name="connsiteX361" fmla="*/ 5076912 w 12192001"/>
              <a:gd name="connsiteY361" fmla="*/ 34256 h 586467"/>
              <a:gd name="connsiteX362" fmla="*/ 5086053 w 12192001"/>
              <a:gd name="connsiteY362" fmla="*/ 56105 h 586467"/>
              <a:gd name="connsiteX363" fmla="*/ 5107376 w 12192001"/>
              <a:gd name="connsiteY363" fmla="*/ 123837 h 586467"/>
              <a:gd name="connsiteX364" fmla="*/ 5118801 w 12192001"/>
              <a:gd name="connsiteY364" fmla="*/ 193364 h 586467"/>
              <a:gd name="connsiteX365" fmla="*/ 5120451 w 12192001"/>
              <a:gd name="connsiteY365" fmla="*/ 216539 h 586467"/>
              <a:gd name="connsiteX366" fmla="*/ 5120556 w 12192001"/>
              <a:gd name="connsiteY366" fmla="*/ 218372 h 586467"/>
              <a:gd name="connsiteX367" fmla="*/ 5135777 w 12192001"/>
              <a:gd name="connsiteY367" fmla="*/ 218372 h 586467"/>
              <a:gd name="connsiteX368" fmla="*/ 5138159 w 12192001"/>
              <a:gd name="connsiteY368" fmla="*/ 211546 h 586467"/>
              <a:gd name="connsiteX369" fmla="*/ 5159229 w 12192001"/>
              <a:gd name="connsiteY369" fmla="*/ 167301 h 586467"/>
              <a:gd name="connsiteX370" fmla="*/ 5170399 w 12192001"/>
              <a:gd name="connsiteY370" fmla="*/ 147754 h 586467"/>
              <a:gd name="connsiteX371" fmla="*/ 5167860 w 12192001"/>
              <a:gd name="connsiteY371" fmla="*/ 214081 h 586467"/>
              <a:gd name="connsiteX372" fmla="*/ 5168316 w 12192001"/>
              <a:gd name="connsiteY372" fmla="*/ 218372 h 586467"/>
              <a:gd name="connsiteX373" fmla="*/ 5187343 w 12192001"/>
              <a:gd name="connsiteY373" fmla="*/ 218372 h 586467"/>
              <a:gd name="connsiteX374" fmla="*/ 5224219 w 12192001"/>
              <a:gd name="connsiteY374" fmla="*/ 44869 h 586467"/>
              <a:gd name="connsiteX375" fmla="*/ 5238944 w 12192001"/>
              <a:gd name="connsiteY375" fmla="*/ 207175 h 586467"/>
              <a:gd name="connsiteX376" fmla="*/ 5245608 w 12192001"/>
              <a:gd name="connsiteY376" fmla="*/ 186302 h 586467"/>
              <a:gd name="connsiteX377" fmla="*/ 5273660 w 12192001"/>
              <a:gd name="connsiteY377" fmla="*/ 109128 h 586467"/>
              <a:gd name="connsiteX378" fmla="*/ 5275374 w 12192001"/>
              <a:gd name="connsiteY378" fmla="*/ 188136 h 586467"/>
              <a:gd name="connsiteX379" fmla="*/ 5277877 w 12192001"/>
              <a:gd name="connsiteY379" fmla="*/ 218372 h 586467"/>
              <a:gd name="connsiteX380" fmla="*/ 5313344 w 12192001"/>
              <a:gd name="connsiteY380" fmla="*/ 218372 h 586467"/>
              <a:gd name="connsiteX381" fmla="*/ 5313796 w 12192001"/>
              <a:gd name="connsiteY381" fmla="*/ 217027 h 586467"/>
              <a:gd name="connsiteX382" fmla="*/ 5327670 w 12192001"/>
              <a:gd name="connsiteY382" fmla="*/ 165974 h 586467"/>
              <a:gd name="connsiteX383" fmla="*/ 5338396 w 12192001"/>
              <a:gd name="connsiteY383" fmla="*/ 89932 h 586467"/>
              <a:gd name="connsiteX384" fmla="*/ 5357563 w 12192001"/>
              <a:gd name="connsiteY384" fmla="*/ 166209 h 586467"/>
              <a:gd name="connsiteX385" fmla="*/ 5363466 w 12192001"/>
              <a:gd name="connsiteY385" fmla="*/ 211663 h 586467"/>
              <a:gd name="connsiteX386" fmla="*/ 5363961 w 12192001"/>
              <a:gd name="connsiteY386" fmla="*/ 218372 h 586467"/>
              <a:gd name="connsiteX387" fmla="*/ 5366689 w 12192001"/>
              <a:gd name="connsiteY387" fmla="*/ 218372 h 586467"/>
              <a:gd name="connsiteX388" fmla="*/ 5366838 w 12192001"/>
              <a:gd name="connsiteY388" fmla="*/ 216393 h 586467"/>
              <a:gd name="connsiteX389" fmla="*/ 5367464 w 12192001"/>
              <a:gd name="connsiteY389" fmla="*/ 210609 h 586467"/>
              <a:gd name="connsiteX390" fmla="*/ 5383521 w 12192001"/>
              <a:gd name="connsiteY390" fmla="*/ 144945 h 586467"/>
              <a:gd name="connsiteX391" fmla="*/ 5403260 w 12192001"/>
              <a:gd name="connsiteY391" fmla="*/ 102067 h 586467"/>
              <a:gd name="connsiteX392" fmla="*/ 5414303 w 12192001"/>
              <a:gd name="connsiteY392" fmla="*/ 83378 h 586467"/>
              <a:gd name="connsiteX393" fmla="*/ 5413351 w 12192001"/>
              <a:gd name="connsiteY393" fmla="*/ 146779 h 586467"/>
              <a:gd name="connsiteX394" fmla="*/ 5421411 w 12192001"/>
              <a:gd name="connsiteY394" fmla="*/ 189150 h 586467"/>
              <a:gd name="connsiteX395" fmla="*/ 5427187 w 12192001"/>
              <a:gd name="connsiteY395" fmla="*/ 207917 h 586467"/>
              <a:gd name="connsiteX396" fmla="*/ 5428935 w 12192001"/>
              <a:gd name="connsiteY396" fmla="*/ 212690 h 586467"/>
              <a:gd name="connsiteX397" fmla="*/ 5431232 w 12192001"/>
              <a:gd name="connsiteY397" fmla="*/ 218372 h 586467"/>
              <a:gd name="connsiteX398" fmla="*/ 5472367 w 12192001"/>
              <a:gd name="connsiteY398" fmla="*/ 218372 h 586467"/>
              <a:gd name="connsiteX399" fmla="*/ 5473010 w 12192001"/>
              <a:gd name="connsiteY399" fmla="*/ 216813 h 586467"/>
              <a:gd name="connsiteX400" fmla="*/ 5493509 w 12192001"/>
              <a:gd name="connsiteY400" fmla="*/ 160356 h 586467"/>
              <a:gd name="connsiteX401" fmla="*/ 5509440 w 12192001"/>
              <a:gd name="connsiteY401" fmla="*/ 102730 h 586467"/>
              <a:gd name="connsiteX402" fmla="*/ 5523402 w 12192001"/>
              <a:gd name="connsiteY402" fmla="*/ 161176 h 586467"/>
              <a:gd name="connsiteX403" fmla="*/ 5531998 w 12192001"/>
              <a:gd name="connsiteY403" fmla="*/ 215455 h 586467"/>
              <a:gd name="connsiteX404" fmla="*/ 5532342 w 12192001"/>
              <a:gd name="connsiteY404" fmla="*/ 218372 h 586467"/>
              <a:gd name="connsiteX405" fmla="*/ 5535689 w 12192001"/>
              <a:gd name="connsiteY405" fmla="*/ 218372 h 586467"/>
              <a:gd name="connsiteX406" fmla="*/ 5537834 w 12192001"/>
              <a:gd name="connsiteY406" fmla="*/ 213428 h 586467"/>
              <a:gd name="connsiteX407" fmla="*/ 5539523 w 12192001"/>
              <a:gd name="connsiteY407" fmla="*/ 209361 h 586467"/>
              <a:gd name="connsiteX408" fmla="*/ 5566179 w 12192001"/>
              <a:gd name="connsiteY408" fmla="*/ 128441 h 586467"/>
              <a:gd name="connsiteX409" fmla="*/ 5580460 w 12192001"/>
              <a:gd name="connsiteY409" fmla="*/ 45064 h 586467"/>
              <a:gd name="connsiteX410" fmla="*/ 5596072 w 12192001"/>
              <a:gd name="connsiteY410" fmla="*/ 129417 h 586467"/>
              <a:gd name="connsiteX411" fmla="*/ 5598738 w 12192001"/>
              <a:gd name="connsiteY411" fmla="*/ 215408 h 586467"/>
              <a:gd name="connsiteX412" fmla="*/ 5598560 w 12192001"/>
              <a:gd name="connsiteY412" fmla="*/ 218372 h 586467"/>
              <a:gd name="connsiteX413" fmla="*/ 5599732 w 12192001"/>
              <a:gd name="connsiteY413" fmla="*/ 218372 h 586467"/>
              <a:gd name="connsiteX414" fmla="*/ 5606941 w 12192001"/>
              <a:gd name="connsiteY414" fmla="*/ 196071 h 586467"/>
              <a:gd name="connsiteX415" fmla="*/ 5618539 w 12192001"/>
              <a:gd name="connsiteY415" fmla="*/ 163555 h 586467"/>
              <a:gd name="connsiteX416" fmla="*/ 5649765 w 12192001"/>
              <a:gd name="connsiteY416" fmla="*/ 89854 h 586467"/>
              <a:gd name="connsiteX417" fmla="*/ 5648242 w 12192001"/>
              <a:gd name="connsiteY417" fmla="*/ 166014 h 586467"/>
              <a:gd name="connsiteX418" fmla="*/ 5651027 w 12192001"/>
              <a:gd name="connsiteY418" fmla="*/ 217998 h 586467"/>
              <a:gd name="connsiteX419" fmla="*/ 5651060 w 12192001"/>
              <a:gd name="connsiteY419" fmla="*/ 218372 h 586467"/>
              <a:gd name="connsiteX420" fmla="*/ 5700101 w 12192001"/>
              <a:gd name="connsiteY420" fmla="*/ 218372 h 586467"/>
              <a:gd name="connsiteX421" fmla="*/ 5701852 w 12192001"/>
              <a:gd name="connsiteY421" fmla="*/ 212027 h 586467"/>
              <a:gd name="connsiteX422" fmla="*/ 5703712 w 12192001"/>
              <a:gd name="connsiteY422" fmla="*/ 204757 h 586467"/>
              <a:gd name="connsiteX423" fmla="*/ 5719643 w 12192001"/>
              <a:gd name="connsiteY423" fmla="*/ 119117 h 586467"/>
              <a:gd name="connsiteX424" fmla="*/ 5725164 w 12192001"/>
              <a:gd name="connsiteY424" fmla="*/ 32110 h 586467"/>
              <a:gd name="connsiteX425" fmla="*/ 5749535 w 12192001"/>
              <a:gd name="connsiteY425" fmla="*/ 118453 h 586467"/>
              <a:gd name="connsiteX426" fmla="*/ 5763498 w 12192001"/>
              <a:gd name="connsiteY426" fmla="*/ 206708 h 586467"/>
              <a:gd name="connsiteX427" fmla="*/ 5763916 w 12192001"/>
              <a:gd name="connsiteY427" fmla="*/ 211154 h 586467"/>
              <a:gd name="connsiteX428" fmla="*/ 5764492 w 12192001"/>
              <a:gd name="connsiteY428" fmla="*/ 218372 h 586467"/>
              <a:gd name="connsiteX429" fmla="*/ 5781430 w 12192001"/>
              <a:gd name="connsiteY429" fmla="*/ 218372 h 586467"/>
              <a:gd name="connsiteX430" fmla="*/ 5793518 w 12192001"/>
              <a:gd name="connsiteY430" fmla="*/ 175182 h 586467"/>
              <a:gd name="connsiteX431" fmla="*/ 5808877 w 12192001"/>
              <a:gd name="connsiteY431" fmla="*/ 96331 h 586467"/>
              <a:gd name="connsiteX432" fmla="*/ 5823410 w 12192001"/>
              <a:gd name="connsiteY432" fmla="*/ 175923 h 586467"/>
              <a:gd name="connsiteX433" fmla="*/ 5826821 w 12192001"/>
              <a:gd name="connsiteY433" fmla="*/ 205464 h 586467"/>
              <a:gd name="connsiteX434" fmla="*/ 5827878 w 12192001"/>
              <a:gd name="connsiteY434" fmla="*/ 218372 h 586467"/>
              <a:gd name="connsiteX435" fmla="*/ 5854340 w 12192001"/>
              <a:gd name="connsiteY435" fmla="*/ 218372 h 586467"/>
              <a:gd name="connsiteX436" fmla="*/ 5860856 w 12192001"/>
              <a:gd name="connsiteY436" fmla="*/ 206122 h 586467"/>
              <a:gd name="connsiteX437" fmla="*/ 5892590 w 12192001"/>
              <a:gd name="connsiteY437" fmla="*/ 156454 h 586467"/>
              <a:gd name="connsiteX438" fmla="*/ 5931114 w 12192001"/>
              <a:gd name="connsiteY438" fmla="*/ 109830 h 586467"/>
              <a:gd name="connsiteX439" fmla="*/ 5950535 w 12192001"/>
              <a:gd name="connsiteY439" fmla="*/ 89815 h 586467"/>
              <a:gd name="connsiteX440" fmla="*/ 5920896 w 12192001"/>
              <a:gd name="connsiteY440" fmla="*/ 163088 h 586467"/>
              <a:gd name="connsiteX441" fmla="*/ 5909979 w 12192001"/>
              <a:gd name="connsiteY441" fmla="*/ 214121 h 586467"/>
              <a:gd name="connsiteX442" fmla="*/ 5909469 w 12192001"/>
              <a:gd name="connsiteY442" fmla="*/ 218372 h 586467"/>
              <a:gd name="connsiteX443" fmla="*/ 5930597 w 12192001"/>
              <a:gd name="connsiteY443" fmla="*/ 218372 h 586467"/>
              <a:gd name="connsiteX444" fmla="*/ 5979984 w 12192001"/>
              <a:gd name="connsiteY444" fmla="*/ 141356 h 586467"/>
              <a:gd name="connsiteX445" fmla="*/ 5969615 w 12192001"/>
              <a:gd name="connsiteY445" fmla="*/ 218372 h 586467"/>
              <a:gd name="connsiteX446" fmla="*/ 5990637 w 12192001"/>
              <a:gd name="connsiteY446" fmla="*/ 218372 h 586467"/>
              <a:gd name="connsiteX447" fmla="*/ 5993946 w 12192001"/>
              <a:gd name="connsiteY447" fmla="*/ 199763 h 586467"/>
              <a:gd name="connsiteX448" fmla="*/ 5998579 w 12192001"/>
              <a:gd name="connsiteY448" fmla="*/ 134099 h 586467"/>
              <a:gd name="connsiteX449" fmla="*/ 5989757 w 12192001"/>
              <a:gd name="connsiteY449" fmla="*/ 68240 h 586467"/>
              <a:gd name="connsiteX450" fmla="*/ 5982903 w 12192001"/>
              <a:gd name="connsiteY450" fmla="*/ 46703 h 586467"/>
              <a:gd name="connsiteX451" fmla="*/ 5980047 w 12192001"/>
              <a:gd name="connsiteY451" fmla="*/ 38665 h 586467"/>
              <a:gd name="connsiteX452" fmla="*/ 5985315 w 12192001"/>
              <a:gd name="connsiteY452" fmla="*/ 46078 h 586467"/>
              <a:gd name="connsiteX453" fmla="*/ 5998706 w 12192001"/>
              <a:gd name="connsiteY453" fmla="*/ 66445 h 586467"/>
              <a:gd name="connsiteX454" fmla="*/ 6028282 w 12192001"/>
              <a:gd name="connsiteY454" fmla="*/ 131680 h 586467"/>
              <a:gd name="connsiteX455" fmla="*/ 6039071 w 12192001"/>
              <a:gd name="connsiteY455" fmla="*/ 171437 h 586467"/>
              <a:gd name="connsiteX456" fmla="*/ 6040848 w 12192001"/>
              <a:gd name="connsiteY456" fmla="*/ 161332 h 586467"/>
              <a:gd name="connsiteX457" fmla="*/ 6058746 w 12192001"/>
              <a:gd name="connsiteY457" fmla="*/ 100155 h 586467"/>
              <a:gd name="connsiteX458" fmla="*/ 6066679 w 12192001"/>
              <a:gd name="connsiteY458" fmla="*/ 80452 h 586467"/>
              <a:gd name="connsiteX459" fmla="*/ 6069789 w 12192001"/>
              <a:gd name="connsiteY459" fmla="*/ 73038 h 586467"/>
              <a:gd name="connsiteX460" fmla="*/ 6069218 w 12192001"/>
              <a:gd name="connsiteY460" fmla="*/ 80764 h 586467"/>
              <a:gd name="connsiteX461" fmla="*/ 6068012 w 12192001"/>
              <a:gd name="connsiteY461" fmla="*/ 101013 h 586467"/>
              <a:gd name="connsiteX462" fmla="*/ 6070806 w 12192001"/>
              <a:gd name="connsiteY462" fmla="*/ 161956 h 586467"/>
              <a:gd name="connsiteX463" fmla="*/ 6076319 w 12192001"/>
              <a:gd name="connsiteY463" fmla="*/ 194042 h 586467"/>
              <a:gd name="connsiteX464" fmla="*/ 6082310 w 12192001"/>
              <a:gd name="connsiteY464" fmla="*/ 218372 h 586467"/>
              <a:gd name="connsiteX465" fmla="*/ 6118430 w 12192001"/>
              <a:gd name="connsiteY465" fmla="*/ 218372 h 586467"/>
              <a:gd name="connsiteX466" fmla="*/ 6108060 w 12192001"/>
              <a:gd name="connsiteY466" fmla="*/ 141356 h 586467"/>
              <a:gd name="connsiteX467" fmla="*/ 6157447 w 12192001"/>
              <a:gd name="connsiteY467" fmla="*/ 218372 h 586467"/>
              <a:gd name="connsiteX468" fmla="*/ 6178574 w 12192001"/>
              <a:gd name="connsiteY468" fmla="*/ 218372 h 586467"/>
              <a:gd name="connsiteX469" fmla="*/ 6178064 w 12192001"/>
              <a:gd name="connsiteY469" fmla="*/ 214121 h 586467"/>
              <a:gd name="connsiteX470" fmla="*/ 6167084 w 12192001"/>
              <a:gd name="connsiteY470" fmla="*/ 163088 h 586467"/>
              <a:gd name="connsiteX471" fmla="*/ 6137509 w 12192001"/>
              <a:gd name="connsiteY471" fmla="*/ 89815 h 586467"/>
              <a:gd name="connsiteX472" fmla="*/ 6156866 w 12192001"/>
              <a:gd name="connsiteY472" fmla="*/ 109830 h 586467"/>
              <a:gd name="connsiteX473" fmla="*/ 6195390 w 12192001"/>
              <a:gd name="connsiteY473" fmla="*/ 156454 h 586467"/>
              <a:gd name="connsiteX474" fmla="*/ 6227124 w 12192001"/>
              <a:gd name="connsiteY474" fmla="*/ 206122 h 586467"/>
              <a:gd name="connsiteX475" fmla="*/ 6233681 w 12192001"/>
              <a:gd name="connsiteY475" fmla="*/ 218372 h 586467"/>
              <a:gd name="connsiteX476" fmla="*/ 6260148 w 12192001"/>
              <a:gd name="connsiteY476" fmla="*/ 218372 h 586467"/>
              <a:gd name="connsiteX477" fmla="*/ 6261196 w 12192001"/>
              <a:gd name="connsiteY477" fmla="*/ 205464 h 586467"/>
              <a:gd name="connsiteX478" fmla="*/ 6264569 w 12192001"/>
              <a:gd name="connsiteY478" fmla="*/ 175923 h 586467"/>
              <a:gd name="connsiteX479" fmla="*/ 6279167 w 12192001"/>
              <a:gd name="connsiteY479" fmla="*/ 96331 h 586467"/>
              <a:gd name="connsiteX480" fmla="*/ 6294526 w 12192001"/>
              <a:gd name="connsiteY480" fmla="*/ 175182 h 586467"/>
              <a:gd name="connsiteX481" fmla="*/ 6306569 w 12192001"/>
              <a:gd name="connsiteY481" fmla="*/ 218372 h 586467"/>
              <a:gd name="connsiteX482" fmla="*/ 6323511 w 12192001"/>
              <a:gd name="connsiteY482" fmla="*/ 218372 h 586467"/>
              <a:gd name="connsiteX483" fmla="*/ 6324075 w 12192001"/>
              <a:gd name="connsiteY483" fmla="*/ 211154 h 586467"/>
              <a:gd name="connsiteX484" fmla="*/ 6324482 w 12192001"/>
              <a:gd name="connsiteY484" fmla="*/ 206708 h 586467"/>
              <a:gd name="connsiteX485" fmla="*/ 6338445 w 12192001"/>
              <a:gd name="connsiteY485" fmla="*/ 118453 h 586467"/>
              <a:gd name="connsiteX486" fmla="*/ 6362879 w 12192001"/>
              <a:gd name="connsiteY486" fmla="*/ 32188 h 586467"/>
              <a:gd name="connsiteX487" fmla="*/ 6368401 w 12192001"/>
              <a:gd name="connsiteY487" fmla="*/ 119117 h 586467"/>
              <a:gd name="connsiteX488" fmla="*/ 6384268 w 12192001"/>
              <a:gd name="connsiteY488" fmla="*/ 204757 h 586467"/>
              <a:gd name="connsiteX489" fmla="*/ 6386138 w 12192001"/>
              <a:gd name="connsiteY489" fmla="*/ 212027 h 586467"/>
              <a:gd name="connsiteX490" fmla="*/ 6387896 w 12192001"/>
              <a:gd name="connsiteY490" fmla="*/ 218372 h 586467"/>
              <a:gd name="connsiteX491" fmla="*/ 6436976 w 12192001"/>
              <a:gd name="connsiteY491" fmla="*/ 218372 h 586467"/>
              <a:gd name="connsiteX492" fmla="*/ 6437009 w 12192001"/>
              <a:gd name="connsiteY492" fmla="*/ 217998 h 586467"/>
              <a:gd name="connsiteX493" fmla="*/ 6439738 w 12192001"/>
              <a:gd name="connsiteY493" fmla="*/ 166014 h 586467"/>
              <a:gd name="connsiteX494" fmla="*/ 6438278 w 12192001"/>
              <a:gd name="connsiteY494" fmla="*/ 89854 h 586467"/>
              <a:gd name="connsiteX495" fmla="*/ 6469441 w 12192001"/>
              <a:gd name="connsiteY495" fmla="*/ 163555 h 586467"/>
              <a:gd name="connsiteX496" fmla="*/ 6481063 w 12192001"/>
              <a:gd name="connsiteY496" fmla="*/ 196071 h 586467"/>
              <a:gd name="connsiteX497" fmla="*/ 6488253 w 12192001"/>
              <a:gd name="connsiteY497" fmla="*/ 218372 h 586467"/>
              <a:gd name="connsiteX498" fmla="*/ 6489459 w 12192001"/>
              <a:gd name="connsiteY498" fmla="*/ 218372 h 586467"/>
              <a:gd name="connsiteX499" fmla="*/ 6489306 w 12192001"/>
              <a:gd name="connsiteY499" fmla="*/ 215408 h 586467"/>
              <a:gd name="connsiteX500" fmla="*/ 6491971 w 12192001"/>
              <a:gd name="connsiteY500" fmla="*/ 129417 h 586467"/>
              <a:gd name="connsiteX501" fmla="*/ 6507584 w 12192001"/>
              <a:gd name="connsiteY501" fmla="*/ 45064 h 586467"/>
              <a:gd name="connsiteX502" fmla="*/ 6521864 w 12192001"/>
              <a:gd name="connsiteY502" fmla="*/ 128441 h 586467"/>
              <a:gd name="connsiteX503" fmla="*/ 6548457 w 12192001"/>
              <a:gd name="connsiteY503" fmla="*/ 209361 h 586467"/>
              <a:gd name="connsiteX504" fmla="*/ 6550179 w 12192001"/>
              <a:gd name="connsiteY504" fmla="*/ 213428 h 586467"/>
              <a:gd name="connsiteX505" fmla="*/ 6552337 w 12192001"/>
              <a:gd name="connsiteY505" fmla="*/ 218372 h 586467"/>
              <a:gd name="connsiteX506" fmla="*/ 6555643 w 12192001"/>
              <a:gd name="connsiteY506" fmla="*/ 218372 h 586467"/>
              <a:gd name="connsiteX507" fmla="*/ 6555993 w 12192001"/>
              <a:gd name="connsiteY507" fmla="*/ 215455 h 586467"/>
              <a:gd name="connsiteX508" fmla="*/ 6564641 w 12192001"/>
              <a:gd name="connsiteY508" fmla="*/ 161176 h 586467"/>
              <a:gd name="connsiteX509" fmla="*/ 6578604 w 12192001"/>
              <a:gd name="connsiteY509" fmla="*/ 102730 h 586467"/>
              <a:gd name="connsiteX510" fmla="*/ 6594534 w 12192001"/>
              <a:gd name="connsiteY510" fmla="*/ 160356 h 586467"/>
              <a:gd name="connsiteX511" fmla="*/ 6614970 w 12192001"/>
              <a:gd name="connsiteY511" fmla="*/ 216813 h 586467"/>
              <a:gd name="connsiteX512" fmla="*/ 6615614 w 12192001"/>
              <a:gd name="connsiteY512" fmla="*/ 218372 h 586467"/>
              <a:gd name="connsiteX513" fmla="*/ 6656796 w 12192001"/>
              <a:gd name="connsiteY513" fmla="*/ 218372 h 586467"/>
              <a:gd name="connsiteX514" fmla="*/ 6659100 w 12192001"/>
              <a:gd name="connsiteY514" fmla="*/ 212690 h 586467"/>
              <a:gd name="connsiteX515" fmla="*/ 6660857 w 12192001"/>
              <a:gd name="connsiteY515" fmla="*/ 207917 h 586467"/>
              <a:gd name="connsiteX516" fmla="*/ 6666633 w 12192001"/>
              <a:gd name="connsiteY516" fmla="*/ 189150 h 586467"/>
              <a:gd name="connsiteX517" fmla="*/ 6674693 w 12192001"/>
              <a:gd name="connsiteY517" fmla="*/ 146779 h 586467"/>
              <a:gd name="connsiteX518" fmla="*/ 6673741 w 12192001"/>
              <a:gd name="connsiteY518" fmla="*/ 83378 h 586467"/>
              <a:gd name="connsiteX519" fmla="*/ 6684784 w 12192001"/>
              <a:gd name="connsiteY519" fmla="*/ 102067 h 586467"/>
              <a:gd name="connsiteX520" fmla="*/ 6704522 w 12192001"/>
              <a:gd name="connsiteY520" fmla="*/ 144945 h 586467"/>
              <a:gd name="connsiteX521" fmla="*/ 6720579 w 12192001"/>
              <a:gd name="connsiteY521" fmla="*/ 210609 h 586467"/>
              <a:gd name="connsiteX522" fmla="*/ 6721206 w 12192001"/>
              <a:gd name="connsiteY522" fmla="*/ 216393 h 586467"/>
              <a:gd name="connsiteX523" fmla="*/ 6721355 w 12192001"/>
              <a:gd name="connsiteY523" fmla="*/ 218372 h 586467"/>
              <a:gd name="connsiteX524" fmla="*/ 6724058 w 12192001"/>
              <a:gd name="connsiteY524" fmla="*/ 218372 h 586467"/>
              <a:gd name="connsiteX525" fmla="*/ 6724555 w 12192001"/>
              <a:gd name="connsiteY525" fmla="*/ 211663 h 586467"/>
              <a:gd name="connsiteX526" fmla="*/ 6730480 w 12192001"/>
              <a:gd name="connsiteY526" fmla="*/ 166209 h 586467"/>
              <a:gd name="connsiteX527" fmla="*/ 6749583 w 12192001"/>
              <a:gd name="connsiteY527" fmla="*/ 89932 h 586467"/>
              <a:gd name="connsiteX528" fmla="*/ 6760373 w 12192001"/>
              <a:gd name="connsiteY528" fmla="*/ 165974 h 586467"/>
              <a:gd name="connsiteX529" fmla="*/ 6774193 w 12192001"/>
              <a:gd name="connsiteY529" fmla="*/ 217027 h 586467"/>
              <a:gd name="connsiteX530" fmla="*/ 6774644 w 12192001"/>
              <a:gd name="connsiteY530" fmla="*/ 218372 h 586467"/>
              <a:gd name="connsiteX531" fmla="*/ 6810105 w 12192001"/>
              <a:gd name="connsiteY531" fmla="*/ 218372 h 586467"/>
              <a:gd name="connsiteX532" fmla="*/ 6812607 w 12192001"/>
              <a:gd name="connsiteY532" fmla="*/ 188136 h 586467"/>
              <a:gd name="connsiteX533" fmla="*/ 6814320 w 12192001"/>
              <a:gd name="connsiteY533" fmla="*/ 109128 h 586467"/>
              <a:gd name="connsiteX534" fmla="*/ 6842436 w 12192001"/>
              <a:gd name="connsiteY534" fmla="*/ 186302 h 586467"/>
              <a:gd name="connsiteX535" fmla="*/ 6849036 w 12192001"/>
              <a:gd name="connsiteY535" fmla="*/ 207175 h 586467"/>
              <a:gd name="connsiteX536" fmla="*/ 6863824 w 12192001"/>
              <a:gd name="connsiteY536" fmla="*/ 44869 h 586467"/>
              <a:gd name="connsiteX537" fmla="*/ 6900702 w 12192001"/>
              <a:gd name="connsiteY537" fmla="*/ 218372 h 586467"/>
              <a:gd name="connsiteX538" fmla="*/ 6919664 w 12192001"/>
              <a:gd name="connsiteY538" fmla="*/ 218372 h 586467"/>
              <a:gd name="connsiteX539" fmla="*/ 6920119 w 12192001"/>
              <a:gd name="connsiteY539" fmla="*/ 214081 h 586467"/>
              <a:gd name="connsiteX540" fmla="*/ 6917644 w 12192001"/>
              <a:gd name="connsiteY540" fmla="*/ 147754 h 586467"/>
              <a:gd name="connsiteX541" fmla="*/ 6928751 w 12192001"/>
              <a:gd name="connsiteY541" fmla="*/ 167301 h 586467"/>
              <a:gd name="connsiteX542" fmla="*/ 6949822 w 12192001"/>
              <a:gd name="connsiteY542" fmla="*/ 211546 h 586467"/>
              <a:gd name="connsiteX543" fmla="*/ 6952204 w 12192001"/>
              <a:gd name="connsiteY543" fmla="*/ 218372 h 586467"/>
              <a:gd name="connsiteX544" fmla="*/ 6967487 w 12192001"/>
              <a:gd name="connsiteY544" fmla="*/ 218372 h 586467"/>
              <a:gd name="connsiteX545" fmla="*/ 6967592 w 12192001"/>
              <a:gd name="connsiteY545" fmla="*/ 216539 h 586467"/>
              <a:gd name="connsiteX546" fmla="*/ 6969179 w 12192001"/>
              <a:gd name="connsiteY546" fmla="*/ 193364 h 586467"/>
              <a:gd name="connsiteX547" fmla="*/ 6980603 w 12192001"/>
              <a:gd name="connsiteY547" fmla="*/ 123837 h 586467"/>
              <a:gd name="connsiteX548" fmla="*/ 7001992 w 12192001"/>
              <a:gd name="connsiteY548" fmla="*/ 56105 h 586467"/>
              <a:gd name="connsiteX549" fmla="*/ 7011131 w 12192001"/>
              <a:gd name="connsiteY549" fmla="*/ 34256 h 586467"/>
              <a:gd name="connsiteX550" fmla="*/ 7014685 w 12192001"/>
              <a:gd name="connsiteY550" fmla="*/ 26024 h 586467"/>
              <a:gd name="connsiteX551" fmla="*/ 7013606 w 12192001"/>
              <a:gd name="connsiteY551" fmla="*/ 34607 h 586467"/>
              <a:gd name="connsiteX552" fmla="*/ 7011258 w 12192001"/>
              <a:gd name="connsiteY552" fmla="*/ 57120 h 586467"/>
              <a:gd name="connsiteX553" fmla="*/ 7010496 w 12192001"/>
              <a:gd name="connsiteY553" fmla="*/ 125086 h 586467"/>
              <a:gd name="connsiteX554" fmla="*/ 7019636 w 12192001"/>
              <a:gd name="connsiteY554" fmla="*/ 192155 h 586467"/>
              <a:gd name="connsiteX555" fmla="*/ 7024713 w 12192001"/>
              <a:gd name="connsiteY555" fmla="*/ 213925 h 586467"/>
              <a:gd name="connsiteX556" fmla="*/ 7025810 w 12192001"/>
              <a:gd name="connsiteY556" fmla="*/ 218372 h 586467"/>
              <a:gd name="connsiteX557" fmla="*/ 7065645 w 12192001"/>
              <a:gd name="connsiteY557" fmla="*/ 218372 h 586467"/>
              <a:gd name="connsiteX558" fmla="*/ 7065953 w 12192001"/>
              <a:gd name="connsiteY558" fmla="*/ 217067 h 586467"/>
              <a:gd name="connsiteX559" fmla="*/ 7085133 w 12192001"/>
              <a:gd name="connsiteY559" fmla="*/ 114044 h 586467"/>
              <a:gd name="connsiteX560" fmla="*/ 7095478 w 12192001"/>
              <a:gd name="connsiteY560" fmla="*/ 0 h 586467"/>
              <a:gd name="connsiteX561" fmla="*/ 7115090 w 12192001"/>
              <a:gd name="connsiteY561" fmla="*/ 114161 h 586467"/>
              <a:gd name="connsiteX562" fmla="*/ 7121928 w 12192001"/>
              <a:gd name="connsiteY562" fmla="*/ 193476 h 586467"/>
              <a:gd name="connsiteX563" fmla="*/ 7123010 w 12192001"/>
              <a:gd name="connsiteY563" fmla="*/ 218372 h 586467"/>
              <a:gd name="connsiteX564" fmla="*/ 7151790 w 12192001"/>
              <a:gd name="connsiteY564" fmla="*/ 218372 h 586467"/>
              <a:gd name="connsiteX565" fmla="*/ 7152672 w 12192001"/>
              <a:gd name="connsiteY565" fmla="*/ 215700 h 586467"/>
              <a:gd name="connsiteX566" fmla="*/ 7186427 w 12192001"/>
              <a:gd name="connsiteY566" fmla="*/ 124188 h 586467"/>
              <a:gd name="connsiteX567" fmla="*/ 7230536 w 12192001"/>
              <a:gd name="connsiteY567" fmla="*/ 26180 h 586467"/>
              <a:gd name="connsiteX568" fmla="*/ 7224888 w 12192001"/>
              <a:gd name="connsiteY568" fmla="*/ 60007 h 586467"/>
              <a:gd name="connsiteX569" fmla="*/ 7228695 w 12192001"/>
              <a:gd name="connsiteY569" fmla="*/ 38509 h 586467"/>
              <a:gd name="connsiteX570" fmla="*/ 7244182 w 12192001"/>
              <a:gd name="connsiteY570" fmla="*/ 130002 h 586467"/>
              <a:gd name="connsiteX571" fmla="*/ 7262175 w 12192001"/>
              <a:gd name="connsiteY571" fmla="*/ 212982 h 586467"/>
              <a:gd name="connsiteX572" fmla="*/ 7263474 w 12192001"/>
              <a:gd name="connsiteY572" fmla="*/ 218372 h 586467"/>
              <a:gd name="connsiteX573" fmla="*/ 7279143 w 12192001"/>
              <a:gd name="connsiteY573" fmla="*/ 218372 h 586467"/>
              <a:gd name="connsiteX574" fmla="*/ 7280104 w 12192001"/>
              <a:gd name="connsiteY574" fmla="*/ 198436 h 586467"/>
              <a:gd name="connsiteX575" fmla="*/ 7274392 w 12192001"/>
              <a:gd name="connsiteY575" fmla="*/ 128597 h 586467"/>
              <a:gd name="connsiteX576" fmla="*/ 7309679 w 12192001"/>
              <a:gd name="connsiteY576" fmla="*/ 195393 h 586467"/>
              <a:gd name="connsiteX577" fmla="*/ 7318357 w 12192001"/>
              <a:gd name="connsiteY577" fmla="*/ 218372 h 586467"/>
              <a:gd name="connsiteX578" fmla="*/ 7361240 w 12192001"/>
              <a:gd name="connsiteY578" fmla="*/ 218372 h 586467"/>
              <a:gd name="connsiteX579" fmla="*/ 7364071 w 12192001"/>
              <a:gd name="connsiteY579" fmla="*/ 210843 h 586467"/>
              <a:gd name="connsiteX580" fmla="*/ 7383682 w 12192001"/>
              <a:gd name="connsiteY580" fmla="*/ 144282 h 586467"/>
              <a:gd name="connsiteX581" fmla="*/ 7394979 w 12192001"/>
              <a:gd name="connsiteY581" fmla="*/ 76237 h 586467"/>
              <a:gd name="connsiteX582" fmla="*/ 7396883 w 12192001"/>
              <a:gd name="connsiteY582" fmla="*/ 53569 h 586467"/>
              <a:gd name="connsiteX583" fmla="*/ 7397455 w 12192001"/>
              <a:gd name="connsiteY583" fmla="*/ 44947 h 586467"/>
              <a:gd name="connsiteX584" fmla="*/ 7399422 w 12192001"/>
              <a:gd name="connsiteY584" fmla="*/ 53452 h 586467"/>
              <a:gd name="connsiteX585" fmla="*/ 7404309 w 12192001"/>
              <a:gd name="connsiteY585" fmla="*/ 76043 h 586467"/>
              <a:gd name="connsiteX586" fmla="*/ 7413575 w 12192001"/>
              <a:gd name="connsiteY586" fmla="*/ 145335 h 586467"/>
              <a:gd name="connsiteX587" fmla="*/ 7414083 w 12192001"/>
              <a:gd name="connsiteY587" fmla="*/ 215486 h 586467"/>
              <a:gd name="connsiteX588" fmla="*/ 7413918 w 12192001"/>
              <a:gd name="connsiteY588" fmla="*/ 218372 h 586467"/>
              <a:gd name="connsiteX589" fmla="*/ 7472465 w 12192001"/>
              <a:gd name="connsiteY589" fmla="*/ 218372 h 586467"/>
              <a:gd name="connsiteX590" fmla="*/ 7471455 w 12192001"/>
              <a:gd name="connsiteY590" fmla="*/ 206300 h 586467"/>
              <a:gd name="connsiteX591" fmla="*/ 7469933 w 12192001"/>
              <a:gd name="connsiteY591" fmla="*/ 173193 h 586467"/>
              <a:gd name="connsiteX592" fmla="*/ 7472663 w 12192001"/>
              <a:gd name="connsiteY592" fmla="*/ 83495 h 586467"/>
              <a:gd name="connsiteX593" fmla="*/ 7499573 w 12192001"/>
              <a:gd name="connsiteY593" fmla="*/ 170501 h 586467"/>
              <a:gd name="connsiteX594" fmla="*/ 7511839 w 12192001"/>
              <a:gd name="connsiteY594" fmla="*/ 201907 h 586467"/>
              <a:gd name="connsiteX595" fmla="*/ 7518949 w 12192001"/>
              <a:gd name="connsiteY595" fmla="*/ 218372 h 586467"/>
              <a:gd name="connsiteX596" fmla="*/ 7577392 w 12192001"/>
              <a:gd name="connsiteY596" fmla="*/ 218372 h 586467"/>
              <a:gd name="connsiteX597" fmla="*/ 7578208 w 12192001"/>
              <a:gd name="connsiteY597" fmla="*/ 211428 h 586467"/>
              <a:gd name="connsiteX598" fmla="*/ 7579414 w 12192001"/>
              <a:gd name="connsiteY598" fmla="*/ 151851 h 586467"/>
              <a:gd name="connsiteX599" fmla="*/ 7571671 w 12192001"/>
              <a:gd name="connsiteY599" fmla="*/ 91844 h 586467"/>
              <a:gd name="connsiteX600" fmla="*/ 7567229 w 12192001"/>
              <a:gd name="connsiteY600" fmla="*/ 72102 h 586467"/>
              <a:gd name="connsiteX601" fmla="*/ 7565451 w 12192001"/>
              <a:gd name="connsiteY601" fmla="*/ 64689 h 586467"/>
              <a:gd name="connsiteX602" fmla="*/ 7569703 w 12192001"/>
              <a:gd name="connsiteY602" fmla="*/ 71595 h 586467"/>
              <a:gd name="connsiteX603" fmla="*/ 7580747 w 12192001"/>
              <a:gd name="connsiteY603" fmla="*/ 90284 h 586467"/>
              <a:gd name="connsiteX604" fmla="*/ 7608926 w 12192001"/>
              <a:gd name="connsiteY604" fmla="*/ 148730 h 586467"/>
              <a:gd name="connsiteX605" fmla="*/ 7628601 w 12192001"/>
              <a:gd name="connsiteY605" fmla="*/ 209438 h 586467"/>
              <a:gd name="connsiteX606" fmla="*/ 7630630 w 12192001"/>
              <a:gd name="connsiteY606" fmla="*/ 218372 h 586467"/>
              <a:gd name="connsiteX607" fmla="*/ 7686702 w 12192001"/>
              <a:gd name="connsiteY607" fmla="*/ 218372 h 586467"/>
              <a:gd name="connsiteX608" fmla="*/ 7690481 w 12192001"/>
              <a:gd name="connsiteY608" fmla="*/ 205264 h 586467"/>
              <a:gd name="connsiteX609" fmla="*/ 7691370 w 12192001"/>
              <a:gd name="connsiteY609" fmla="*/ 201908 h 586467"/>
              <a:gd name="connsiteX610" fmla="*/ 7698148 w 12192001"/>
              <a:gd name="connsiteY610" fmla="*/ 218372 h 586467"/>
              <a:gd name="connsiteX611" fmla="*/ 7838682 w 12192001"/>
              <a:gd name="connsiteY611" fmla="*/ 218372 h 586467"/>
              <a:gd name="connsiteX612" fmla="*/ 7843881 w 12192001"/>
              <a:gd name="connsiteY612" fmla="*/ 165858 h 586467"/>
              <a:gd name="connsiteX613" fmla="*/ 7855834 w 12192001"/>
              <a:gd name="connsiteY613" fmla="*/ 196415 h 586467"/>
              <a:gd name="connsiteX614" fmla="*/ 7864912 w 12192001"/>
              <a:gd name="connsiteY614" fmla="*/ 218372 h 586467"/>
              <a:gd name="connsiteX615" fmla="*/ 7949815 w 12192001"/>
              <a:gd name="connsiteY615" fmla="*/ 218372 h 586467"/>
              <a:gd name="connsiteX616" fmla="*/ 7951965 w 12192001"/>
              <a:gd name="connsiteY616" fmla="*/ 212091 h 586467"/>
              <a:gd name="connsiteX617" fmla="*/ 7954144 w 12192001"/>
              <a:gd name="connsiteY617" fmla="*/ 218372 h 586467"/>
              <a:gd name="connsiteX618" fmla="*/ 8039018 w 12192001"/>
              <a:gd name="connsiteY618" fmla="*/ 218372 h 586467"/>
              <a:gd name="connsiteX619" fmla="*/ 8048097 w 12192001"/>
              <a:gd name="connsiteY619" fmla="*/ 196415 h 586467"/>
              <a:gd name="connsiteX620" fmla="*/ 8060049 w 12192001"/>
              <a:gd name="connsiteY620" fmla="*/ 165858 h 586467"/>
              <a:gd name="connsiteX621" fmla="*/ 8065249 w 12192001"/>
              <a:gd name="connsiteY621" fmla="*/ 218372 h 586467"/>
              <a:gd name="connsiteX622" fmla="*/ 8205783 w 12192001"/>
              <a:gd name="connsiteY622" fmla="*/ 218372 h 586467"/>
              <a:gd name="connsiteX623" fmla="*/ 8212560 w 12192001"/>
              <a:gd name="connsiteY623" fmla="*/ 201908 h 586467"/>
              <a:gd name="connsiteX624" fmla="*/ 8213449 w 12192001"/>
              <a:gd name="connsiteY624" fmla="*/ 205264 h 586467"/>
              <a:gd name="connsiteX625" fmla="*/ 8217235 w 12192001"/>
              <a:gd name="connsiteY625" fmla="*/ 218372 h 586467"/>
              <a:gd name="connsiteX626" fmla="*/ 8273329 w 12192001"/>
              <a:gd name="connsiteY626" fmla="*/ 218372 h 586467"/>
              <a:gd name="connsiteX627" fmla="*/ 8275329 w 12192001"/>
              <a:gd name="connsiteY627" fmla="*/ 209438 h 586467"/>
              <a:gd name="connsiteX628" fmla="*/ 8295004 w 12192001"/>
              <a:gd name="connsiteY628" fmla="*/ 148730 h 586467"/>
              <a:gd name="connsiteX629" fmla="*/ 8323183 w 12192001"/>
              <a:gd name="connsiteY629" fmla="*/ 90284 h 586467"/>
              <a:gd name="connsiteX630" fmla="*/ 8334290 w 12192001"/>
              <a:gd name="connsiteY630" fmla="*/ 71595 h 586467"/>
              <a:gd name="connsiteX631" fmla="*/ 8338478 w 12192001"/>
              <a:gd name="connsiteY631" fmla="*/ 64689 h 586467"/>
              <a:gd name="connsiteX632" fmla="*/ 8336702 w 12192001"/>
              <a:gd name="connsiteY632" fmla="*/ 72102 h 586467"/>
              <a:gd name="connsiteX633" fmla="*/ 8332259 w 12192001"/>
              <a:gd name="connsiteY633" fmla="*/ 91844 h 586467"/>
              <a:gd name="connsiteX634" fmla="*/ 8324579 w 12192001"/>
              <a:gd name="connsiteY634" fmla="*/ 151851 h 586467"/>
              <a:gd name="connsiteX635" fmla="*/ 8325785 w 12192001"/>
              <a:gd name="connsiteY635" fmla="*/ 211428 h 586467"/>
              <a:gd name="connsiteX636" fmla="*/ 8326579 w 12192001"/>
              <a:gd name="connsiteY636" fmla="*/ 218372 h 586467"/>
              <a:gd name="connsiteX637" fmla="*/ 8385005 w 12192001"/>
              <a:gd name="connsiteY637" fmla="*/ 218372 h 586467"/>
              <a:gd name="connsiteX638" fmla="*/ 8392101 w 12192001"/>
              <a:gd name="connsiteY638" fmla="*/ 201907 h 586467"/>
              <a:gd name="connsiteX639" fmla="*/ 8404357 w 12192001"/>
              <a:gd name="connsiteY639" fmla="*/ 170501 h 586467"/>
              <a:gd name="connsiteX640" fmla="*/ 8431330 w 12192001"/>
              <a:gd name="connsiteY640" fmla="*/ 83495 h 586467"/>
              <a:gd name="connsiteX641" fmla="*/ 8433996 w 12192001"/>
              <a:gd name="connsiteY641" fmla="*/ 173193 h 586467"/>
              <a:gd name="connsiteX642" fmla="*/ 8432500 w 12192001"/>
              <a:gd name="connsiteY642" fmla="*/ 206300 h 586467"/>
              <a:gd name="connsiteX643" fmla="*/ 8431489 w 12192001"/>
              <a:gd name="connsiteY643" fmla="*/ 218372 h 586467"/>
              <a:gd name="connsiteX644" fmla="*/ 8490012 w 12192001"/>
              <a:gd name="connsiteY644" fmla="*/ 218372 h 586467"/>
              <a:gd name="connsiteX645" fmla="*/ 8489847 w 12192001"/>
              <a:gd name="connsiteY645" fmla="*/ 215486 h 586467"/>
              <a:gd name="connsiteX646" fmla="*/ 8490355 w 12192001"/>
              <a:gd name="connsiteY646" fmla="*/ 145335 h 586467"/>
              <a:gd name="connsiteX647" fmla="*/ 8499621 w 12192001"/>
              <a:gd name="connsiteY647" fmla="*/ 76043 h 586467"/>
              <a:gd name="connsiteX648" fmla="*/ 8504508 w 12192001"/>
              <a:gd name="connsiteY648" fmla="*/ 53452 h 586467"/>
              <a:gd name="connsiteX649" fmla="*/ 8506476 w 12192001"/>
              <a:gd name="connsiteY649" fmla="*/ 44947 h 586467"/>
              <a:gd name="connsiteX650" fmla="*/ 8507110 w 12192001"/>
              <a:gd name="connsiteY650" fmla="*/ 53569 h 586467"/>
              <a:gd name="connsiteX651" fmla="*/ 8508951 w 12192001"/>
              <a:gd name="connsiteY651" fmla="*/ 76237 h 586467"/>
              <a:gd name="connsiteX652" fmla="*/ 8520247 w 12192001"/>
              <a:gd name="connsiteY652" fmla="*/ 144282 h 586467"/>
              <a:gd name="connsiteX653" fmla="*/ 8539859 w 12192001"/>
              <a:gd name="connsiteY653" fmla="*/ 210843 h 586467"/>
              <a:gd name="connsiteX654" fmla="*/ 8542690 w 12192001"/>
              <a:gd name="connsiteY654" fmla="*/ 218372 h 586467"/>
              <a:gd name="connsiteX655" fmla="*/ 8585573 w 12192001"/>
              <a:gd name="connsiteY655" fmla="*/ 218372 h 586467"/>
              <a:gd name="connsiteX656" fmla="*/ 8594250 w 12192001"/>
              <a:gd name="connsiteY656" fmla="*/ 195393 h 586467"/>
              <a:gd name="connsiteX657" fmla="*/ 8629538 w 12192001"/>
              <a:gd name="connsiteY657" fmla="*/ 128597 h 586467"/>
              <a:gd name="connsiteX658" fmla="*/ 8623826 w 12192001"/>
              <a:gd name="connsiteY658" fmla="*/ 198436 h 586467"/>
              <a:gd name="connsiteX659" fmla="*/ 8624788 w 12192001"/>
              <a:gd name="connsiteY659" fmla="*/ 218372 h 586467"/>
              <a:gd name="connsiteX660" fmla="*/ 8640457 w 12192001"/>
              <a:gd name="connsiteY660" fmla="*/ 218372 h 586467"/>
              <a:gd name="connsiteX661" fmla="*/ 8641755 w 12192001"/>
              <a:gd name="connsiteY661" fmla="*/ 212982 h 586467"/>
              <a:gd name="connsiteX662" fmla="*/ 8659748 w 12192001"/>
              <a:gd name="connsiteY662" fmla="*/ 130002 h 586467"/>
              <a:gd name="connsiteX663" fmla="*/ 8675234 w 12192001"/>
              <a:gd name="connsiteY663" fmla="*/ 38509 h 586467"/>
              <a:gd name="connsiteX664" fmla="*/ 8679042 w 12192001"/>
              <a:gd name="connsiteY664" fmla="*/ 60046 h 586467"/>
              <a:gd name="connsiteX665" fmla="*/ 8673330 w 12192001"/>
              <a:gd name="connsiteY665" fmla="*/ 25985 h 586467"/>
              <a:gd name="connsiteX666" fmla="*/ 8717503 w 12192001"/>
              <a:gd name="connsiteY666" fmla="*/ 124188 h 586467"/>
              <a:gd name="connsiteX667" fmla="*/ 8751267 w 12192001"/>
              <a:gd name="connsiteY667" fmla="*/ 215700 h 586467"/>
              <a:gd name="connsiteX668" fmla="*/ 8752146 w 12192001"/>
              <a:gd name="connsiteY668" fmla="*/ 218372 h 586467"/>
              <a:gd name="connsiteX669" fmla="*/ 8780919 w 12192001"/>
              <a:gd name="connsiteY669" fmla="*/ 218372 h 586467"/>
              <a:gd name="connsiteX670" fmla="*/ 8782001 w 12192001"/>
              <a:gd name="connsiteY670" fmla="*/ 193476 h 586467"/>
              <a:gd name="connsiteX671" fmla="*/ 8788840 w 12192001"/>
              <a:gd name="connsiteY671" fmla="*/ 114161 h 586467"/>
              <a:gd name="connsiteX672" fmla="*/ 8808451 w 12192001"/>
              <a:gd name="connsiteY672" fmla="*/ 0 h 586467"/>
              <a:gd name="connsiteX673" fmla="*/ 8818796 w 12192001"/>
              <a:gd name="connsiteY673" fmla="*/ 114044 h 586467"/>
              <a:gd name="connsiteX674" fmla="*/ 8837976 w 12192001"/>
              <a:gd name="connsiteY674" fmla="*/ 217067 h 586467"/>
              <a:gd name="connsiteX675" fmla="*/ 8838284 w 12192001"/>
              <a:gd name="connsiteY675" fmla="*/ 218372 h 586467"/>
              <a:gd name="connsiteX676" fmla="*/ 8878119 w 12192001"/>
              <a:gd name="connsiteY676" fmla="*/ 218372 h 586467"/>
              <a:gd name="connsiteX677" fmla="*/ 8879217 w 12192001"/>
              <a:gd name="connsiteY677" fmla="*/ 213925 h 586467"/>
              <a:gd name="connsiteX678" fmla="*/ 8884294 w 12192001"/>
              <a:gd name="connsiteY678" fmla="*/ 192155 h 586467"/>
              <a:gd name="connsiteX679" fmla="*/ 8893433 w 12192001"/>
              <a:gd name="connsiteY679" fmla="*/ 125086 h 586467"/>
              <a:gd name="connsiteX680" fmla="*/ 8892735 w 12192001"/>
              <a:gd name="connsiteY680" fmla="*/ 57120 h 586467"/>
              <a:gd name="connsiteX681" fmla="*/ 8890324 w 12192001"/>
              <a:gd name="connsiteY681" fmla="*/ 34607 h 586467"/>
              <a:gd name="connsiteX682" fmla="*/ 8889244 w 12192001"/>
              <a:gd name="connsiteY682" fmla="*/ 26024 h 586467"/>
              <a:gd name="connsiteX683" fmla="*/ 8892862 w 12192001"/>
              <a:gd name="connsiteY683" fmla="*/ 34256 h 586467"/>
              <a:gd name="connsiteX684" fmla="*/ 8901938 w 12192001"/>
              <a:gd name="connsiteY684" fmla="*/ 56105 h 586467"/>
              <a:gd name="connsiteX685" fmla="*/ 8923326 w 12192001"/>
              <a:gd name="connsiteY685" fmla="*/ 123837 h 586467"/>
              <a:gd name="connsiteX686" fmla="*/ 8934750 w 12192001"/>
              <a:gd name="connsiteY686" fmla="*/ 193364 h 586467"/>
              <a:gd name="connsiteX687" fmla="*/ 8936401 w 12192001"/>
              <a:gd name="connsiteY687" fmla="*/ 216539 h 586467"/>
              <a:gd name="connsiteX688" fmla="*/ 8936493 w 12192001"/>
              <a:gd name="connsiteY688" fmla="*/ 218372 h 586467"/>
              <a:gd name="connsiteX689" fmla="*/ 8951725 w 12192001"/>
              <a:gd name="connsiteY689" fmla="*/ 218372 h 586467"/>
              <a:gd name="connsiteX690" fmla="*/ 8954107 w 12192001"/>
              <a:gd name="connsiteY690" fmla="*/ 211546 h 586467"/>
              <a:gd name="connsiteX691" fmla="*/ 8975179 w 12192001"/>
              <a:gd name="connsiteY691" fmla="*/ 167301 h 586467"/>
              <a:gd name="connsiteX692" fmla="*/ 8986286 w 12192001"/>
              <a:gd name="connsiteY692" fmla="*/ 147754 h 586467"/>
              <a:gd name="connsiteX693" fmla="*/ 8983810 w 12192001"/>
              <a:gd name="connsiteY693" fmla="*/ 214081 h 586467"/>
              <a:gd name="connsiteX694" fmla="*/ 8984266 w 12192001"/>
              <a:gd name="connsiteY694" fmla="*/ 218372 h 586467"/>
              <a:gd name="connsiteX695" fmla="*/ 9003229 w 12192001"/>
              <a:gd name="connsiteY695" fmla="*/ 218372 h 586467"/>
              <a:gd name="connsiteX696" fmla="*/ 9040105 w 12192001"/>
              <a:gd name="connsiteY696" fmla="*/ 44869 h 586467"/>
              <a:gd name="connsiteX697" fmla="*/ 9054893 w 12192001"/>
              <a:gd name="connsiteY697" fmla="*/ 207175 h 586467"/>
              <a:gd name="connsiteX698" fmla="*/ 9061494 w 12192001"/>
              <a:gd name="connsiteY698" fmla="*/ 186302 h 586467"/>
              <a:gd name="connsiteX699" fmla="*/ 9089610 w 12192001"/>
              <a:gd name="connsiteY699" fmla="*/ 109128 h 586467"/>
              <a:gd name="connsiteX700" fmla="*/ 9091323 w 12192001"/>
              <a:gd name="connsiteY700" fmla="*/ 188136 h 586467"/>
              <a:gd name="connsiteX701" fmla="*/ 9093825 w 12192001"/>
              <a:gd name="connsiteY701" fmla="*/ 218372 h 586467"/>
              <a:gd name="connsiteX702" fmla="*/ 9129285 w 12192001"/>
              <a:gd name="connsiteY702" fmla="*/ 218372 h 586467"/>
              <a:gd name="connsiteX703" fmla="*/ 9129737 w 12192001"/>
              <a:gd name="connsiteY703" fmla="*/ 217027 h 586467"/>
              <a:gd name="connsiteX704" fmla="*/ 9143557 w 12192001"/>
              <a:gd name="connsiteY704" fmla="*/ 165974 h 586467"/>
              <a:gd name="connsiteX705" fmla="*/ 9154346 w 12192001"/>
              <a:gd name="connsiteY705" fmla="*/ 89932 h 586467"/>
              <a:gd name="connsiteX706" fmla="*/ 9173513 w 12192001"/>
              <a:gd name="connsiteY706" fmla="*/ 166209 h 586467"/>
              <a:gd name="connsiteX707" fmla="*/ 9179384 w 12192001"/>
              <a:gd name="connsiteY707" fmla="*/ 211663 h 586467"/>
              <a:gd name="connsiteX708" fmla="*/ 9179877 w 12192001"/>
              <a:gd name="connsiteY708" fmla="*/ 218372 h 586467"/>
              <a:gd name="connsiteX709" fmla="*/ 9182596 w 12192001"/>
              <a:gd name="connsiteY709" fmla="*/ 218372 h 586467"/>
              <a:gd name="connsiteX710" fmla="*/ 9182747 w 12192001"/>
              <a:gd name="connsiteY710" fmla="*/ 216393 h 586467"/>
              <a:gd name="connsiteX711" fmla="*/ 9183350 w 12192001"/>
              <a:gd name="connsiteY711" fmla="*/ 210609 h 586467"/>
              <a:gd name="connsiteX712" fmla="*/ 9199471 w 12192001"/>
              <a:gd name="connsiteY712" fmla="*/ 144945 h 586467"/>
              <a:gd name="connsiteX713" fmla="*/ 9219145 w 12192001"/>
              <a:gd name="connsiteY713" fmla="*/ 102067 h 586467"/>
              <a:gd name="connsiteX714" fmla="*/ 9230189 w 12192001"/>
              <a:gd name="connsiteY714" fmla="*/ 83378 h 586467"/>
              <a:gd name="connsiteX715" fmla="*/ 9229237 w 12192001"/>
              <a:gd name="connsiteY715" fmla="*/ 146779 h 586467"/>
              <a:gd name="connsiteX716" fmla="*/ 9237360 w 12192001"/>
              <a:gd name="connsiteY716" fmla="*/ 189150 h 586467"/>
              <a:gd name="connsiteX717" fmla="*/ 9243073 w 12192001"/>
              <a:gd name="connsiteY717" fmla="*/ 207917 h 586467"/>
              <a:gd name="connsiteX718" fmla="*/ 9244830 w 12192001"/>
              <a:gd name="connsiteY718" fmla="*/ 212690 h 586467"/>
              <a:gd name="connsiteX719" fmla="*/ 9247134 w 12192001"/>
              <a:gd name="connsiteY719" fmla="*/ 218372 h 586467"/>
              <a:gd name="connsiteX720" fmla="*/ 9288315 w 12192001"/>
              <a:gd name="connsiteY720" fmla="*/ 218372 h 586467"/>
              <a:gd name="connsiteX721" fmla="*/ 9288959 w 12192001"/>
              <a:gd name="connsiteY721" fmla="*/ 216813 h 586467"/>
              <a:gd name="connsiteX722" fmla="*/ 9309396 w 12192001"/>
              <a:gd name="connsiteY722" fmla="*/ 160356 h 586467"/>
              <a:gd name="connsiteX723" fmla="*/ 9325326 w 12192001"/>
              <a:gd name="connsiteY723" fmla="*/ 102730 h 586467"/>
              <a:gd name="connsiteX724" fmla="*/ 9339289 w 12192001"/>
              <a:gd name="connsiteY724" fmla="*/ 161176 h 586467"/>
              <a:gd name="connsiteX725" fmla="*/ 9347937 w 12192001"/>
              <a:gd name="connsiteY725" fmla="*/ 215455 h 586467"/>
              <a:gd name="connsiteX726" fmla="*/ 9348288 w 12192001"/>
              <a:gd name="connsiteY726" fmla="*/ 218372 h 586467"/>
              <a:gd name="connsiteX727" fmla="*/ 9351606 w 12192001"/>
              <a:gd name="connsiteY727" fmla="*/ 218372 h 586467"/>
              <a:gd name="connsiteX728" fmla="*/ 9353775 w 12192001"/>
              <a:gd name="connsiteY728" fmla="*/ 213428 h 586467"/>
              <a:gd name="connsiteX729" fmla="*/ 9355473 w 12192001"/>
              <a:gd name="connsiteY729" fmla="*/ 209361 h 586467"/>
              <a:gd name="connsiteX730" fmla="*/ 9382065 w 12192001"/>
              <a:gd name="connsiteY730" fmla="*/ 128441 h 586467"/>
              <a:gd name="connsiteX731" fmla="*/ 9396345 w 12192001"/>
              <a:gd name="connsiteY731" fmla="*/ 45064 h 586467"/>
              <a:gd name="connsiteX732" fmla="*/ 9411958 w 12192001"/>
              <a:gd name="connsiteY732" fmla="*/ 129417 h 586467"/>
              <a:gd name="connsiteX733" fmla="*/ 9414624 w 12192001"/>
              <a:gd name="connsiteY733" fmla="*/ 215408 h 586467"/>
              <a:gd name="connsiteX734" fmla="*/ 9414472 w 12192001"/>
              <a:gd name="connsiteY734" fmla="*/ 218372 h 586467"/>
              <a:gd name="connsiteX735" fmla="*/ 9415681 w 12192001"/>
              <a:gd name="connsiteY735" fmla="*/ 218372 h 586467"/>
              <a:gd name="connsiteX736" fmla="*/ 9422890 w 12192001"/>
              <a:gd name="connsiteY736" fmla="*/ 196071 h 586467"/>
              <a:gd name="connsiteX737" fmla="*/ 9434489 w 12192001"/>
              <a:gd name="connsiteY737" fmla="*/ 163555 h 586467"/>
              <a:gd name="connsiteX738" fmla="*/ 9465652 w 12192001"/>
              <a:gd name="connsiteY738" fmla="*/ 89854 h 586467"/>
              <a:gd name="connsiteX739" fmla="*/ 9464191 w 12192001"/>
              <a:gd name="connsiteY739" fmla="*/ 166014 h 586467"/>
              <a:gd name="connsiteX740" fmla="*/ 9466953 w 12192001"/>
              <a:gd name="connsiteY740" fmla="*/ 217998 h 586467"/>
              <a:gd name="connsiteX741" fmla="*/ 9466986 w 12192001"/>
              <a:gd name="connsiteY741" fmla="*/ 218372 h 586467"/>
              <a:gd name="connsiteX742" fmla="*/ 9516051 w 12192001"/>
              <a:gd name="connsiteY742" fmla="*/ 218372 h 586467"/>
              <a:gd name="connsiteX743" fmla="*/ 9517802 w 12192001"/>
              <a:gd name="connsiteY743" fmla="*/ 212027 h 586467"/>
              <a:gd name="connsiteX744" fmla="*/ 9519662 w 12192001"/>
              <a:gd name="connsiteY744" fmla="*/ 204757 h 586467"/>
              <a:gd name="connsiteX745" fmla="*/ 9535592 w 12192001"/>
              <a:gd name="connsiteY745" fmla="*/ 119117 h 586467"/>
              <a:gd name="connsiteX746" fmla="*/ 9541050 w 12192001"/>
              <a:gd name="connsiteY746" fmla="*/ 32188 h 586467"/>
              <a:gd name="connsiteX747" fmla="*/ 9565485 w 12192001"/>
              <a:gd name="connsiteY747" fmla="*/ 118453 h 586467"/>
              <a:gd name="connsiteX748" fmla="*/ 9579447 w 12192001"/>
              <a:gd name="connsiteY748" fmla="*/ 206708 h 586467"/>
              <a:gd name="connsiteX749" fmla="*/ 9579856 w 12192001"/>
              <a:gd name="connsiteY749" fmla="*/ 211154 h 586467"/>
              <a:gd name="connsiteX750" fmla="*/ 9580423 w 12192001"/>
              <a:gd name="connsiteY750" fmla="*/ 218372 h 586467"/>
              <a:gd name="connsiteX751" fmla="*/ 9597379 w 12192001"/>
              <a:gd name="connsiteY751" fmla="*/ 218372 h 586467"/>
              <a:gd name="connsiteX752" fmla="*/ 9609467 w 12192001"/>
              <a:gd name="connsiteY752" fmla="*/ 175182 h 586467"/>
              <a:gd name="connsiteX753" fmla="*/ 9624763 w 12192001"/>
              <a:gd name="connsiteY753" fmla="*/ 96331 h 586467"/>
              <a:gd name="connsiteX754" fmla="*/ 9639361 w 12192001"/>
              <a:gd name="connsiteY754" fmla="*/ 175923 h 586467"/>
              <a:gd name="connsiteX755" fmla="*/ 9642735 w 12192001"/>
              <a:gd name="connsiteY755" fmla="*/ 205464 h 586467"/>
              <a:gd name="connsiteX756" fmla="*/ 9643782 w 12192001"/>
              <a:gd name="connsiteY756" fmla="*/ 218372 h 586467"/>
              <a:gd name="connsiteX757" fmla="*/ 9670266 w 12192001"/>
              <a:gd name="connsiteY757" fmla="*/ 218372 h 586467"/>
              <a:gd name="connsiteX758" fmla="*/ 9676805 w 12192001"/>
              <a:gd name="connsiteY758" fmla="*/ 206122 h 586467"/>
              <a:gd name="connsiteX759" fmla="*/ 9708539 w 12192001"/>
              <a:gd name="connsiteY759" fmla="*/ 156454 h 586467"/>
              <a:gd name="connsiteX760" fmla="*/ 9747064 w 12192001"/>
              <a:gd name="connsiteY760" fmla="*/ 109830 h 586467"/>
              <a:gd name="connsiteX761" fmla="*/ 9766422 w 12192001"/>
              <a:gd name="connsiteY761" fmla="*/ 89815 h 586467"/>
              <a:gd name="connsiteX762" fmla="*/ 9736846 w 12192001"/>
              <a:gd name="connsiteY762" fmla="*/ 163088 h 586467"/>
              <a:gd name="connsiteX763" fmla="*/ 9725930 w 12192001"/>
              <a:gd name="connsiteY763" fmla="*/ 214121 h 586467"/>
              <a:gd name="connsiteX764" fmla="*/ 9725406 w 12192001"/>
              <a:gd name="connsiteY764" fmla="*/ 218372 h 586467"/>
              <a:gd name="connsiteX765" fmla="*/ 9746483 w 12192001"/>
              <a:gd name="connsiteY765" fmla="*/ 218372 h 586467"/>
              <a:gd name="connsiteX766" fmla="*/ 9795870 w 12192001"/>
              <a:gd name="connsiteY766" fmla="*/ 141356 h 586467"/>
              <a:gd name="connsiteX767" fmla="*/ 9785500 w 12192001"/>
              <a:gd name="connsiteY767" fmla="*/ 218372 h 586467"/>
              <a:gd name="connsiteX768" fmla="*/ 9806524 w 12192001"/>
              <a:gd name="connsiteY768" fmla="*/ 218372 h 586467"/>
              <a:gd name="connsiteX769" fmla="*/ 9809833 w 12192001"/>
              <a:gd name="connsiteY769" fmla="*/ 199763 h 586467"/>
              <a:gd name="connsiteX770" fmla="*/ 9814466 w 12192001"/>
              <a:gd name="connsiteY770" fmla="*/ 134099 h 586467"/>
              <a:gd name="connsiteX771" fmla="*/ 9805644 w 12192001"/>
              <a:gd name="connsiteY771" fmla="*/ 68240 h 586467"/>
              <a:gd name="connsiteX772" fmla="*/ 9798790 w 12192001"/>
              <a:gd name="connsiteY772" fmla="*/ 46703 h 586467"/>
              <a:gd name="connsiteX773" fmla="*/ 9795933 w 12192001"/>
              <a:gd name="connsiteY773" fmla="*/ 38665 h 586467"/>
              <a:gd name="connsiteX774" fmla="*/ 9801201 w 12192001"/>
              <a:gd name="connsiteY774" fmla="*/ 46078 h 586467"/>
              <a:gd name="connsiteX775" fmla="*/ 9814656 w 12192001"/>
              <a:gd name="connsiteY775" fmla="*/ 66445 h 586467"/>
              <a:gd name="connsiteX776" fmla="*/ 9844231 w 12192001"/>
              <a:gd name="connsiteY776" fmla="*/ 131680 h 586467"/>
              <a:gd name="connsiteX777" fmla="*/ 9854958 w 12192001"/>
              <a:gd name="connsiteY777" fmla="*/ 171437 h 586467"/>
              <a:gd name="connsiteX778" fmla="*/ 9856798 w 12192001"/>
              <a:gd name="connsiteY778" fmla="*/ 161332 h 586467"/>
              <a:gd name="connsiteX779" fmla="*/ 9874696 w 12192001"/>
              <a:gd name="connsiteY779" fmla="*/ 100155 h 586467"/>
              <a:gd name="connsiteX780" fmla="*/ 9882629 w 12192001"/>
              <a:gd name="connsiteY780" fmla="*/ 80452 h 586467"/>
              <a:gd name="connsiteX781" fmla="*/ 9885739 w 12192001"/>
              <a:gd name="connsiteY781" fmla="*/ 73038 h 586467"/>
              <a:gd name="connsiteX782" fmla="*/ 9885168 w 12192001"/>
              <a:gd name="connsiteY782" fmla="*/ 80764 h 586467"/>
              <a:gd name="connsiteX783" fmla="*/ 9883962 w 12192001"/>
              <a:gd name="connsiteY783" fmla="*/ 101013 h 586467"/>
              <a:gd name="connsiteX784" fmla="*/ 9886691 w 12192001"/>
              <a:gd name="connsiteY784" fmla="*/ 161956 h 586467"/>
              <a:gd name="connsiteX785" fmla="*/ 9892236 w 12192001"/>
              <a:gd name="connsiteY785" fmla="*/ 194042 h 586467"/>
              <a:gd name="connsiteX786" fmla="*/ 9898256 w 12192001"/>
              <a:gd name="connsiteY786" fmla="*/ 218372 h 586467"/>
              <a:gd name="connsiteX787" fmla="*/ 9934341 w 12192001"/>
              <a:gd name="connsiteY787" fmla="*/ 218372 h 586467"/>
              <a:gd name="connsiteX788" fmla="*/ 9924010 w 12192001"/>
              <a:gd name="connsiteY788" fmla="*/ 141356 h 586467"/>
              <a:gd name="connsiteX789" fmla="*/ 9973397 w 12192001"/>
              <a:gd name="connsiteY789" fmla="*/ 218372 h 586467"/>
              <a:gd name="connsiteX790" fmla="*/ 9994468 w 12192001"/>
              <a:gd name="connsiteY790" fmla="*/ 218372 h 586467"/>
              <a:gd name="connsiteX791" fmla="*/ 9993950 w 12192001"/>
              <a:gd name="connsiteY791" fmla="*/ 214121 h 586467"/>
              <a:gd name="connsiteX792" fmla="*/ 9983033 w 12192001"/>
              <a:gd name="connsiteY792" fmla="*/ 163088 h 586467"/>
              <a:gd name="connsiteX793" fmla="*/ 9953458 w 12192001"/>
              <a:gd name="connsiteY793" fmla="*/ 89815 h 586467"/>
              <a:gd name="connsiteX794" fmla="*/ 9972815 w 12192001"/>
              <a:gd name="connsiteY794" fmla="*/ 109830 h 586467"/>
              <a:gd name="connsiteX795" fmla="*/ 10011340 w 12192001"/>
              <a:gd name="connsiteY795" fmla="*/ 156454 h 586467"/>
              <a:gd name="connsiteX796" fmla="*/ 10043074 w 12192001"/>
              <a:gd name="connsiteY796" fmla="*/ 206122 h 586467"/>
              <a:gd name="connsiteX797" fmla="*/ 10049590 w 12192001"/>
              <a:gd name="connsiteY797" fmla="*/ 218372 h 586467"/>
              <a:gd name="connsiteX798" fmla="*/ 10076072 w 12192001"/>
              <a:gd name="connsiteY798" fmla="*/ 218372 h 586467"/>
              <a:gd name="connsiteX799" fmla="*/ 10077119 w 12192001"/>
              <a:gd name="connsiteY799" fmla="*/ 205464 h 586467"/>
              <a:gd name="connsiteX800" fmla="*/ 10080519 w 12192001"/>
              <a:gd name="connsiteY800" fmla="*/ 175923 h 586467"/>
              <a:gd name="connsiteX801" fmla="*/ 10095053 w 12192001"/>
              <a:gd name="connsiteY801" fmla="*/ 96331 h 586467"/>
              <a:gd name="connsiteX802" fmla="*/ 10110412 w 12192001"/>
              <a:gd name="connsiteY802" fmla="*/ 175182 h 586467"/>
              <a:gd name="connsiteX803" fmla="*/ 10122500 w 12192001"/>
              <a:gd name="connsiteY803" fmla="*/ 218372 h 586467"/>
              <a:gd name="connsiteX804" fmla="*/ 10139456 w 12192001"/>
              <a:gd name="connsiteY804" fmla="*/ 218372 h 586467"/>
              <a:gd name="connsiteX805" fmla="*/ 10140023 w 12192001"/>
              <a:gd name="connsiteY805" fmla="*/ 211154 h 586467"/>
              <a:gd name="connsiteX806" fmla="*/ 10140432 w 12192001"/>
              <a:gd name="connsiteY806" fmla="*/ 206708 h 586467"/>
              <a:gd name="connsiteX807" fmla="*/ 10154394 w 12192001"/>
              <a:gd name="connsiteY807" fmla="*/ 118453 h 586467"/>
              <a:gd name="connsiteX808" fmla="*/ 10178830 w 12192001"/>
              <a:gd name="connsiteY808" fmla="*/ 32188 h 586467"/>
              <a:gd name="connsiteX809" fmla="*/ 10184288 w 12192001"/>
              <a:gd name="connsiteY809" fmla="*/ 119117 h 586467"/>
              <a:gd name="connsiteX810" fmla="*/ 10200218 w 12192001"/>
              <a:gd name="connsiteY810" fmla="*/ 204757 h 586467"/>
              <a:gd name="connsiteX811" fmla="*/ 10202078 w 12192001"/>
              <a:gd name="connsiteY811" fmla="*/ 212027 h 586467"/>
              <a:gd name="connsiteX812" fmla="*/ 10203829 w 12192001"/>
              <a:gd name="connsiteY812" fmla="*/ 218372 h 586467"/>
              <a:gd name="connsiteX813" fmla="*/ 10252893 w 12192001"/>
              <a:gd name="connsiteY813" fmla="*/ 218372 h 586467"/>
              <a:gd name="connsiteX814" fmla="*/ 10252927 w 12192001"/>
              <a:gd name="connsiteY814" fmla="*/ 217998 h 586467"/>
              <a:gd name="connsiteX815" fmla="*/ 10255688 w 12192001"/>
              <a:gd name="connsiteY815" fmla="*/ 166014 h 586467"/>
              <a:gd name="connsiteX816" fmla="*/ 10254228 w 12192001"/>
              <a:gd name="connsiteY816" fmla="*/ 89854 h 586467"/>
              <a:gd name="connsiteX817" fmla="*/ 10285390 w 12192001"/>
              <a:gd name="connsiteY817" fmla="*/ 163555 h 586467"/>
              <a:gd name="connsiteX818" fmla="*/ 10296989 w 12192001"/>
              <a:gd name="connsiteY818" fmla="*/ 196071 h 586467"/>
              <a:gd name="connsiteX819" fmla="*/ 10304198 w 12192001"/>
              <a:gd name="connsiteY819" fmla="*/ 218372 h 586467"/>
              <a:gd name="connsiteX820" fmla="*/ 10305369 w 12192001"/>
              <a:gd name="connsiteY820" fmla="*/ 218372 h 586467"/>
              <a:gd name="connsiteX821" fmla="*/ 10305192 w 12192001"/>
              <a:gd name="connsiteY821" fmla="*/ 215408 h 586467"/>
              <a:gd name="connsiteX822" fmla="*/ 10307921 w 12192001"/>
              <a:gd name="connsiteY822" fmla="*/ 129417 h 586467"/>
              <a:gd name="connsiteX823" fmla="*/ 10323534 w 12192001"/>
              <a:gd name="connsiteY823" fmla="*/ 45064 h 586467"/>
              <a:gd name="connsiteX824" fmla="*/ 10337814 w 12192001"/>
              <a:gd name="connsiteY824" fmla="*/ 128441 h 586467"/>
              <a:gd name="connsiteX825" fmla="*/ 10364407 w 12192001"/>
              <a:gd name="connsiteY825" fmla="*/ 209361 h 586467"/>
              <a:gd name="connsiteX826" fmla="*/ 10366097 w 12192001"/>
              <a:gd name="connsiteY826" fmla="*/ 213428 h 586467"/>
              <a:gd name="connsiteX827" fmla="*/ 10368241 w 12192001"/>
              <a:gd name="connsiteY827" fmla="*/ 218372 h 586467"/>
              <a:gd name="connsiteX828" fmla="*/ 10371592 w 12192001"/>
              <a:gd name="connsiteY828" fmla="*/ 218372 h 586467"/>
              <a:gd name="connsiteX829" fmla="*/ 10371942 w 12192001"/>
              <a:gd name="connsiteY829" fmla="*/ 215455 h 586467"/>
              <a:gd name="connsiteX830" fmla="*/ 10380527 w 12192001"/>
              <a:gd name="connsiteY830" fmla="*/ 161176 h 586467"/>
              <a:gd name="connsiteX831" fmla="*/ 10394554 w 12192001"/>
              <a:gd name="connsiteY831" fmla="*/ 102730 h 586467"/>
              <a:gd name="connsiteX832" fmla="*/ 10410420 w 12192001"/>
              <a:gd name="connsiteY832" fmla="*/ 160356 h 586467"/>
              <a:gd name="connsiteX833" fmla="*/ 10430920 w 12192001"/>
              <a:gd name="connsiteY833" fmla="*/ 216813 h 586467"/>
              <a:gd name="connsiteX834" fmla="*/ 10431563 w 12192001"/>
              <a:gd name="connsiteY834" fmla="*/ 218372 h 586467"/>
              <a:gd name="connsiteX835" fmla="*/ 10472741 w 12192001"/>
              <a:gd name="connsiteY835" fmla="*/ 218372 h 586467"/>
              <a:gd name="connsiteX836" fmla="*/ 10475049 w 12192001"/>
              <a:gd name="connsiteY836" fmla="*/ 212690 h 586467"/>
              <a:gd name="connsiteX837" fmla="*/ 10476807 w 12192001"/>
              <a:gd name="connsiteY837" fmla="*/ 207917 h 586467"/>
              <a:gd name="connsiteX838" fmla="*/ 10482519 w 12192001"/>
              <a:gd name="connsiteY838" fmla="*/ 189150 h 586467"/>
              <a:gd name="connsiteX839" fmla="*/ 10490643 w 12192001"/>
              <a:gd name="connsiteY839" fmla="*/ 146779 h 586467"/>
              <a:gd name="connsiteX840" fmla="*/ 10489627 w 12192001"/>
              <a:gd name="connsiteY840" fmla="*/ 83378 h 586467"/>
              <a:gd name="connsiteX841" fmla="*/ 10500670 w 12192001"/>
              <a:gd name="connsiteY841" fmla="*/ 102067 h 586467"/>
              <a:gd name="connsiteX842" fmla="*/ 10520408 w 12192001"/>
              <a:gd name="connsiteY842" fmla="*/ 144945 h 586467"/>
              <a:gd name="connsiteX843" fmla="*/ 10536466 w 12192001"/>
              <a:gd name="connsiteY843" fmla="*/ 210609 h 586467"/>
              <a:gd name="connsiteX844" fmla="*/ 10537093 w 12192001"/>
              <a:gd name="connsiteY844" fmla="*/ 216393 h 586467"/>
              <a:gd name="connsiteX845" fmla="*/ 10537241 w 12192001"/>
              <a:gd name="connsiteY845" fmla="*/ 218372 h 586467"/>
              <a:gd name="connsiteX846" fmla="*/ 10539984 w 12192001"/>
              <a:gd name="connsiteY846" fmla="*/ 218372 h 586467"/>
              <a:gd name="connsiteX847" fmla="*/ 10540472 w 12192001"/>
              <a:gd name="connsiteY847" fmla="*/ 211663 h 586467"/>
              <a:gd name="connsiteX848" fmla="*/ 10546366 w 12192001"/>
              <a:gd name="connsiteY848" fmla="*/ 166209 h 586467"/>
              <a:gd name="connsiteX849" fmla="*/ 10565533 w 12192001"/>
              <a:gd name="connsiteY849" fmla="*/ 89932 h 586467"/>
              <a:gd name="connsiteX850" fmla="*/ 10576323 w 12192001"/>
              <a:gd name="connsiteY850" fmla="*/ 165974 h 586467"/>
              <a:gd name="connsiteX851" fmla="*/ 10590143 w 12192001"/>
              <a:gd name="connsiteY851" fmla="*/ 217027 h 586467"/>
              <a:gd name="connsiteX852" fmla="*/ 10590594 w 12192001"/>
              <a:gd name="connsiteY852" fmla="*/ 218372 h 586467"/>
              <a:gd name="connsiteX853" fmla="*/ 10626054 w 12192001"/>
              <a:gd name="connsiteY853" fmla="*/ 218372 h 586467"/>
              <a:gd name="connsiteX854" fmla="*/ 10628556 w 12192001"/>
              <a:gd name="connsiteY854" fmla="*/ 188136 h 586467"/>
              <a:gd name="connsiteX855" fmla="*/ 10630270 w 12192001"/>
              <a:gd name="connsiteY855" fmla="*/ 109128 h 586467"/>
              <a:gd name="connsiteX856" fmla="*/ 10658385 w 12192001"/>
              <a:gd name="connsiteY856" fmla="*/ 186302 h 586467"/>
              <a:gd name="connsiteX857" fmla="*/ 10664986 w 12192001"/>
              <a:gd name="connsiteY857" fmla="*/ 207175 h 586467"/>
              <a:gd name="connsiteX858" fmla="*/ 10679710 w 12192001"/>
              <a:gd name="connsiteY858" fmla="*/ 44869 h 586467"/>
              <a:gd name="connsiteX859" fmla="*/ 10716644 w 12192001"/>
              <a:gd name="connsiteY859" fmla="*/ 218372 h 586467"/>
              <a:gd name="connsiteX860" fmla="*/ 10735613 w 12192001"/>
              <a:gd name="connsiteY860" fmla="*/ 218372 h 586467"/>
              <a:gd name="connsiteX861" fmla="*/ 10736069 w 12192001"/>
              <a:gd name="connsiteY861" fmla="*/ 214081 h 586467"/>
              <a:gd name="connsiteX862" fmla="*/ 10733530 w 12192001"/>
              <a:gd name="connsiteY862" fmla="*/ 147754 h 586467"/>
              <a:gd name="connsiteX863" fmla="*/ 10744700 w 12192001"/>
              <a:gd name="connsiteY863" fmla="*/ 167301 h 586467"/>
              <a:gd name="connsiteX864" fmla="*/ 10765772 w 12192001"/>
              <a:gd name="connsiteY864" fmla="*/ 211546 h 586467"/>
              <a:gd name="connsiteX865" fmla="*/ 10768154 w 12192001"/>
              <a:gd name="connsiteY865" fmla="*/ 218372 h 586467"/>
              <a:gd name="connsiteX866" fmla="*/ 10783387 w 12192001"/>
              <a:gd name="connsiteY866" fmla="*/ 218372 h 586467"/>
              <a:gd name="connsiteX867" fmla="*/ 10783479 w 12192001"/>
              <a:gd name="connsiteY867" fmla="*/ 216539 h 586467"/>
              <a:gd name="connsiteX868" fmla="*/ 10785129 w 12192001"/>
              <a:gd name="connsiteY868" fmla="*/ 193364 h 586467"/>
              <a:gd name="connsiteX869" fmla="*/ 10796553 w 12192001"/>
              <a:gd name="connsiteY869" fmla="*/ 123837 h 586467"/>
              <a:gd name="connsiteX870" fmla="*/ 10817941 w 12192001"/>
              <a:gd name="connsiteY870" fmla="*/ 56105 h 586467"/>
              <a:gd name="connsiteX871" fmla="*/ 10827018 w 12192001"/>
              <a:gd name="connsiteY871" fmla="*/ 34256 h 586467"/>
              <a:gd name="connsiteX872" fmla="*/ 10830635 w 12192001"/>
              <a:gd name="connsiteY872" fmla="*/ 26024 h 586467"/>
              <a:gd name="connsiteX873" fmla="*/ 10829556 w 12192001"/>
              <a:gd name="connsiteY873" fmla="*/ 34607 h 586467"/>
              <a:gd name="connsiteX874" fmla="*/ 10827144 w 12192001"/>
              <a:gd name="connsiteY874" fmla="*/ 57120 h 586467"/>
              <a:gd name="connsiteX875" fmla="*/ 10826446 w 12192001"/>
              <a:gd name="connsiteY875" fmla="*/ 125086 h 586467"/>
              <a:gd name="connsiteX876" fmla="*/ 10835585 w 12192001"/>
              <a:gd name="connsiteY876" fmla="*/ 192155 h 586467"/>
              <a:gd name="connsiteX877" fmla="*/ 10840662 w 12192001"/>
              <a:gd name="connsiteY877" fmla="*/ 213925 h 586467"/>
              <a:gd name="connsiteX878" fmla="*/ 10841760 w 12192001"/>
              <a:gd name="connsiteY878" fmla="*/ 218372 h 586467"/>
              <a:gd name="connsiteX879" fmla="*/ 10881540 w 12192001"/>
              <a:gd name="connsiteY879" fmla="*/ 218372 h 586467"/>
              <a:gd name="connsiteX880" fmla="*/ 10881850 w 12192001"/>
              <a:gd name="connsiteY880" fmla="*/ 217067 h 586467"/>
              <a:gd name="connsiteX881" fmla="*/ 10901083 w 12192001"/>
              <a:gd name="connsiteY881" fmla="*/ 114044 h 586467"/>
              <a:gd name="connsiteX882" fmla="*/ 10911428 w 12192001"/>
              <a:gd name="connsiteY882" fmla="*/ 0 h 586467"/>
              <a:gd name="connsiteX883" fmla="*/ 10930976 w 12192001"/>
              <a:gd name="connsiteY883" fmla="*/ 114161 h 586467"/>
              <a:gd name="connsiteX884" fmla="*/ 10937870 w 12192001"/>
              <a:gd name="connsiteY884" fmla="*/ 193476 h 586467"/>
              <a:gd name="connsiteX885" fmla="*/ 10938958 w 12192001"/>
              <a:gd name="connsiteY885" fmla="*/ 218372 h 586467"/>
              <a:gd name="connsiteX886" fmla="*/ 10967734 w 12192001"/>
              <a:gd name="connsiteY886" fmla="*/ 218372 h 586467"/>
              <a:gd name="connsiteX887" fmla="*/ 10968613 w 12192001"/>
              <a:gd name="connsiteY887" fmla="*/ 215700 h 586467"/>
              <a:gd name="connsiteX888" fmla="*/ 11002377 w 12192001"/>
              <a:gd name="connsiteY888" fmla="*/ 124188 h 586467"/>
              <a:gd name="connsiteX889" fmla="*/ 11046486 w 12192001"/>
              <a:gd name="connsiteY889" fmla="*/ 26180 h 586467"/>
              <a:gd name="connsiteX890" fmla="*/ 11040837 w 12192001"/>
              <a:gd name="connsiteY890" fmla="*/ 60007 h 586467"/>
              <a:gd name="connsiteX891" fmla="*/ 11044645 w 12192001"/>
              <a:gd name="connsiteY891" fmla="*/ 38509 h 586467"/>
              <a:gd name="connsiteX892" fmla="*/ 11060132 w 12192001"/>
              <a:gd name="connsiteY892" fmla="*/ 130002 h 586467"/>
              <a:gd name="connsiteX893" fmla="*/ 11078071 w 12192001"/>
              <a:gd name="connsiteY893" fmla="*/ 212982 h 586467"/>
              <a:gd name="connsiteX894" fmla="*/ 11079362 w 12192001"/>
              <a:gd name="connsiteY894" fmla="*/ 218372 h 586467"/>
              <a:gd name="connsiteX895" fmla="*/ 11095052 w 12192001"/>
              <a:gd name="connsiteY895" fmla="*/ 218372 h 586467"/>
              <a:gd name="connsiteX896" fmla="*/ 11095990 w 12192001"/>
              <a:gd name="connsiteY896" fmla="*/ 198436 h 586467"/>
              <a:gd name="connsiteX897" fmla="*/ 11090342 w 12192001"/>
              <a:gd name="connsiteY897" fmla="*/ 128597 h 586467"/>
              <a:gd name="connsiteX898" fmla="*/ 11125629 w 12192001"/>
              <a:gd name="connsiteY898" fmla="*/ 195393 h 586467"/>
              <a:gd name="connsiteX899" fmla="*/ 11134306 w 12192001"/>
              <a:gd name="connsiteY899" fmla="*/ 218372 h 586467"/>
              <a:gd name="connsiteX900" fmla="*/ 11177178 w 12192001"/>
              <a:gd name="connsiteY900" fmla="*/ 218372 h 586467"/>
              <a:gd name="connsiteX901" fmla="*/ 11180021 w 12192001"/>
              <a:gd name="connsiteY901" fmla="*/ 210843 h 586467"/>
              <a:gd name="connsiteX902" fmla="*/ 11199632 w 12192001"/>
              <a:gd name="connsiteY902" fmla="*/ 144282 h 586467"/>
              <a:gd name="connsiteX903" fmla="*/ 11210866 w 12192001"/>
              <a:gd name="connsiteY903" fmla="*/ 76237 h 586467"/>
              <a:gd name="connsiteX904" fmla="*/ 11212769 w 12192001"/>
              <a:gd name="connsiteY904" fmla="*/ 53569 h 586467"/>
              <a:gd name="connsiteX905" fmla="*/ 11213404 w 12192001"/>
              <a:gd name="connsiteY905" fmla="*/ 44947 h 586467"/>
              <a:gd name="connsiteX906" fmla="*/ 11215371 w 12192001"/>
              <a:gd name="connsiteY906" fmla="*/ 53452 h 586467"/>
              <a:gd name="connsiteX907" fmla="*/ 11220258 w 12192001"/>
              <a:gd name="connsiteY907" fmla="*/ 76043 h 586467"/>
              <a:gd name="connsiteX908" fmla="*/ 11229524 w 12192001"/>
              <a:gd name="connsiteY908" fmla="*/ 145335 h 586467"/>
              <a:gd name="connsiteX909" fmla="*/ 11230033 w 12192001"/>
              <a:gd name="connsiteY909" fmla="*/ 215486 h 586467"/>
              <a:gd name="connsiteX910" fmla="*/ 11229847 w 12192001"/>
              <a:gd name="connsiteY910" fmla="*/ 218372 h 586467"/>
              <a:gd name="connsiteX911" fmla="*/ 11288371 w 12192001"/>
              <a:gd name="connsiteY911" fmla="*/ 218372 h 586467"/>
              <a:gd name="connsiteX912" fmla="*/ 11287352 w 12192001"/>
              <a:gd name="connsiteY912" fmla="*/ 206300 h 586467"/>
              <a:gd name="connsiteX913" fmla="*/ 11285820 w 12192001"/>
              <a:gd name="connsiteY913" fmla="*/ 173193 h 586467"/>
              <a:gd name="connsiteX914" fmla="*/ 11288549 w 12192001"/>
              <a:gd name="connsiteY914" fmla="*/ 83495 h 586467"/>
              <a:gd name="connsiteX915" fmla="*/ 11315522 w 12192001"/>
              <a:gd name="connsiteY915" fmla="*/ 170501 h 586467"/>
              <a:gd name="connsiteX916" fmla="*/ 11327778 w 12192001"/>
              <a:gd name="connsiteY916" fmla="*/ 201907 h 586467"/>
              <a:gd name="connsiteX917" fmla="*/ 11334875 w 12192001"/>
              <a:gd name="connsiteY917" fmla="*/ 218372 h 586467"/>
              <a:gd name="connsiteX918" fmla="*/ 11393301 w 12192001"/>
              <a:gd name="connsiteY918" fmla="*/ 218372 h 586467"/>
              <a:gd name="connsiteX919" fmla="*/ 11394095 w 12192001"/>
              <a:gd name="connsiteY919" fmla="*/ 211428 h 586467"/>
              <a:gd name="connsiteX920" fmla="*/ 11395300 w 12192001"/>
              <a:gd name="connsiteY920" fmla="*/ 151851 h 586467"/>
              <a:gd name="connsiteX921" fmla="*/ 11387621 w 12192001"/>
              <a:gd name="connsiteY921" fmla="*/ 91844 h 586467"/>
              <a:gd name="connsiteX922" fmla="*/ 11383115 w 12192001"/>
              <a:gd name="connsiteY922" fmla="*/ 72102 h 586467"/>
              <a:gd name="connsiteX923" fmla="*/ 11381401 w 12192001"/>
              <a:gd name="connsiteY923" fmla="*/ 64689 h 586467"/>
              <a:gd name="connsiteX924" fmla="*/ 11385590 w 12192001"/>
              <a:gd name="connsiteY924" fmla="*/ 71595 h 586467"/>
              <a:gd name="connsiteX925" fmla="*/ 11396697 w 12192001"/>
              <a:gd name="connsiteY925" fmla="*/ 90284 h 586467"/>
              <a:gd name="connsiteX926" fmla="*/ 11424876 w 12192001"/>
              <a:gd name="connsiteY926" fmla="*/ 148730 h 586467"/>
              <a:gd name="connsiteX927" fmla="*/ 11444550 w 12192001"/>
              <a:gd name="connsiteY927" fmla="*/ 209438 h 586467"/>
              <a:gd name="connsiteX928" fmla="*/ 11446551 w 12192001"/>
              <a:gd name="connsiteY928" fmla="*/ 218372 h 586467"/>
              <a:gd name="connsiteX929" fmla="*/ 11502645 w 12192001"/>
              <a:gd name="connsiteY929" fmla="*/ 218372 h 586467"/>
              <a:gd name="connsiteX930" fmla="*/ 11506431 w 12192001"/>
              <a:gd name="connsiteY930" fmla="*/ 205264 h 586467"/>
              <a:gd name="connsiteX931" fmla="*/ 11524582 w 12192001"/>
              <a:gd name="connsiteY931" fmla="*/ 128402 h 586467"/>
              <a:gd name="connsiteX932" fmla="*/ 11536324 w 12192001"/>
              <a:gd name="connsiteY932" fmla="*/ 206239 h 586467"/>
              <a:gd name="connsiteX933" fmla="*/ 11537526 w 12192001"/>
              <a:gd name="connsiteY933" fmla="*/ 218372 h 586467"/>
              <a:gd name="connsiteX934" fmla="*/ 11551326 w 12192001"/>
              <a:gd name="connsiteY934" fmla="*/ 218372 h 586467"/>
              <a:gd name="connsiteX935" fmla="*/ 11551334 w 12192001"/>
              <a:gd name="connsiteY935" fmla="*/ 217583 h 586467"/>
              <a:gd name="connsiteX936" fmla="*/ 11552000 w 12192001"/>
              <a:gd name="connsiteY936" fmla="*/ 155479 h 586467"/>
              <a:gd name="connsiteX937" fmla="*/ 11551492 w 12192001"/>
              <a:gd name="connsiteY937" fmla="*/ 65001 h 586467"/>
              <a:gd name="connsiteX938" fmla="*/ 11581766 w 12192001"/>
              <a:gd name="connsiteY938" fmla="*/ 153177 h 586467"/>
              <a:gd name="connsiteX939" fmla="*/ 11601576 w 12192001"/>
              <a:gd name="connsiteY939" fmla="*/ 214048 h 586467"/>
              <a:gd name="connsiteX940" fmla="*/ 11602984 w 12192001"/>
              <a:gd name="connsiteY940" fmla="*/ 218372 h 586467"/>
              <a:gd name="connsiteX941" fmla="*/ 11631817 w 12192001"/>
              <a:gd name="connsiteY941" fmla="*/ 218372 h 586467"/>
              <a:gd name="connsiteX942" fmla="*/ 11630548 w 12192001"/>
              <a:gd name="connsiteY942" fmla="*/ 198810 h 586467"/>
              <a:gd name="connsiteX943" fmla="*/ 11629113 w 12192001"/>
              <a:gd name="connsiteY943" fmla="*/ 166014 h 586467"/>
              <a:gd name="connsiteX944" fmla="*/ 11629049 w 12192001"/>
              <a:gd name="connsiteY944" fmla="*/ 76940 h 586467"/>
              <a:gd name="connsiteX945" fmla="*/ 11658815 w 12192001"/>
              <a:gd name="connsiteY945" fmla="*/ 163244 h 586467"/>
              <a:gd name="connsiteX946" fmla="*/ 11671033 w 12192001"/>
              <a:gd name="connsiteY946" fmla="*/ 194605 h 586467"/>
              <a:gd name="connsiteX947" fmla="*/ 11680846 w 12192001"/>
              <a:gd name="connsiteY947" fmla="*/ 218372 h 586467"/>
              <a:gd name="connsiteX948" fmla="*/ 11743666 w 12192001"/>
              <a:gd name="connsiteY948" fmla="*/ 218372 h 586467"/>
              <a:gd name="connsiteX949" fmla="*/ 11744495 w 12192001"/>
              <a:gd name="connsiteY949" fmla="*/ 206668 h 586467"/>
              <a:gd name="connsiteX950" fmla="*/ 11752429 w 12192001"/>
              <a:gd name="connsiteY950" fmla="*/ 216188 h 586467"/>
              <a:gd name="connsiteX951" fmla="*/ 11754285 w 12192001"/>
              <a:gd name="connsiteY951" fmla="*/ 218372 h 586467"/>
              <a:gd name="connsiteX952" fmla="*/ 11846181 w 12192001"/>
              <a:gd name="connsiteY952" fmla="*/ 218372 h 586467"/>
              <a:gd name="connsiteX953" fmla="*/ 11871620 w 12192001"/>
              <a:gd name="connsiteY953" fmla="*/ 130704 h 586467"/>
              <a:gd name="connsiteX954" fmla="*/ 11872127 w 12192001"/>
              <a:gd name="connsiteY954" fmla="*/ 129182 h 586467"/>
              <a:gd name="connsiteX955" fmla="*/ 11872572 w 12192001"/>
              <a:gd name="connsiteY955" fmla="*/ 130704 h 586467"/>
              <a:gd name="connsiteX956" fmla="*/ 11898010 w 12192001"/>
              <a:gd name="connsiteY956" fmla="*/ 218372 h 586467"/>
              <a:gd name="connsiteX957" fmla="*/ 11989902 w 12192001"/>
              <a:gd name="connsiteY957" fmla="*/ 218372 h 586467"/>
              <a:gd name="connsiteX958" fmla="*/ 11991762 w 12192001"/>
              <a:gd name="connsiteY958" fmla="*/ 216188 h 586467"/>
              <a:gd name="connsiteX959" fmla="*/ 11999696 w 12192001"/>
              <a:gd name="connsiteY959" fmla="*/ 206668 h 586467"/>
              <a:gd name="connsiteX960" fmla="*/ 12000526 w 12192001"/>
              <a:gd name="connsiteY960" fmla="*/ 218372 h 586467"/>
              <a:gd name="connsiteX961" fmla="*/ 12063384 w 12192001"/>
              <a:gd name="connsiteY961" fmla="*/ 218372 h 586467"/>
              <a:gd name="connsiteX962" fmla="*/ 12073195 w 12192001"/>
              <a:gd name="connsiteY962" fmla="*/ 194605 h 586467"/>
              <a:gd name="connsiteX963" fmla="*/ 12085440 w 12192001"/>
              <a:gd name="connsiteY963" fmla="*/ 163244 h 586467"/>
              <a:gd name="connsiteX964" fmla="*/ 12115142 w 12192001"/>
              <a:gd name="connsiteY964" fmla="*/ 76940 h 586467"/>
              <a:gd name="connsiteX965" fmla="*/ 12115079 w 12192001"/>
              <a:gd name="connsiteY965" fmla="*/ 166014 h 586467"/>
              <a:gd name="connsiteX966" fmla="*/ 12113644 w 12192001"/>
              <a:gd name="connsiteY966" fmla="*/ 198810 h 586467"/>
              <a:gd name="connsiteX967" fmla="*/ 12112375 w 12192001"/>
              <a:gd name="connsiteY967" fmla="*/ 218372 h 586467"/>
              <a:gd name="connsiteX968" fmla="*/ 12143208 w 12192001"/>
              <a:gd name="connsiteY968" fmla="*/ 218372 h 586467"/>
              <a:gd name="connsiteX969" fmla="*/ 12186225 w 12192001"/>
              <a:gd name="connsiteY969" fmla="*/ 90946 h 586467"/>
              <a:gd name="connsiteX970" fmla="*/ 12190350 w 12192001"/>
              <a:gd name="connsiteY970" fmla="*/ 218372 h 586467"/>
              <a:gd name="connsiteX971" fmla="*/ 12192000 w 12192001"/>
              <a:gd name="connsiteY971" fmla="*/ 218372 h 586467"/>
              <a:gd name="connsiteX972" fmla="*/ 12192000 w 12192001"/>
              <a:gd name="connsiteY972" fmla="*/ 269100 h 586467"/>
              <a:gd name="connsiteX973" fmla="*/ 12192001 w 12192001"/>
              <a:gd name="connsiteY973" fmla="*/ 269133 h 586467"/>
              <a:gd name="connsiteX974" fmla="*/ 12192000 w 12192001"/>
              <a:gd name="connsiteY974" fmla="*/ 269133 h 586467"/>
              <a:gd name="connsiteX975" fmla="*/ 12192000 w 12192001"/>
              <a:gd name="connsiteY975" fmla="*/ 586467 h 586467"/>
              <a:gd name="connsiteX976" fmla="*/ 0 w 12192001"/>
              <a:gd name="connsiteY976" fmla="*/ 586467 h 586467"/>
              <a:gd name="connsiteX977" fmla="*/ 0 w 12192001"/>
              <a:gd name="connsiteY977" fmla="*/ 218372 h 586467"/>
              <a:gd name="connsiteX978" fmla="*/ 6411 w 12192001"/>
              <a:gd name="connsiteY978" fmla="*/ 218372 h 586467"/>
              <a:gd name="connsiteX979" fmla="*/ 6411 w 12192001"/>
              <a:gd name="connsiteY979" fmla="*/ 173349 h 586467"/>
              <a:gd name="connsiteX980" fmla="*/ 10854 w 12192001"/>
              <a:gd name="connsiteY980" fmla="*/ 128402 h 586467"/>
              <a:gd name="connsiteX981" fmla="*/ 36978 w 12192001"/>
              <a:gd name="connsiteY981" fmla="*/ 218372 h 586467"/>
              <a:gd name="connsiteX982" fmla="*/ 112885 w 12192001"/>
              <a:gd name="connsiteY982" fmla="*/ 218372 h 586467"/>
              <a:gd name="connsiteX983" fmla="*/ 126293 w 12192001"/>
              <a:gd name="connsiteY983" fmla="*/ 176753 h 586467"/>
              <a:gd name="connsiteX984" fmla="*/ 132647 w 12192001"/>
              <a:gd name="connsiteY984" fmla="*/ 154075 h 586467"/>
              <a:gd name="connsiteX985" fmla="*/ 135630 w 12192001"/>
              <a:gd name="connsiteY985" fmla="*/ 177133 h 586467"/>
              <a:gd name="connsiteX986" fmla="*/ 139271 w 12192001"/>
              <a:gd name="connsiteY986" fmla="*/ 218372 h 586467"/>
              <a:gd name="connsiteX987" fmla="*/ 202325 w 12192001"/>
              <a:gd name="connsiteY987" fmla="*/ 218372 h 586467"/>
              <a:gd name="connsiteX988" fmla="*/ 212138 w 12192001"/>
              <a:gd name="connsiteY988" fmla="*/ 194605 h 586467"/>
              <a:gd name="connsiteX989" fmla="*/ 224356 w 12192001"/>
              <a:gd name="connsiteY989" fmla="*/ 163244 h 586467"/>
              <a:gd name="connsiteX990" fmla="*/ 254059 w 12192001"/>
              <a:gd name="connsiteY990" fmla="*/ 76940 h 586467"/>
              <a:gd name="connsiteX991" fmla="*/ 254059 w 12192001"/>
              <a:gd name="connsiteY991" fmla="*/ 166014 h 586467"/>
              <a:gd name="connsiteX992" fmla="*/ 252624 w 12192001"/>
              <a:gd name="connsiteY992" fmla="*/ 198810 h 586467"/>
              <a:gd name="connsiteX993" fmla="*/ 251355 w 12192001"/>
              <a:gd name="connsiteY993" fmla="*/ 218372 h 586467"/>
              <a:gd name="connsiteX994" fmla="*/ 282201 w 12192001"/>
              <a:gd name="connsiteY994" fmla="*/ 218372 h 586467"/>
              <a:gd name="connsiteX995" fmla="*/ 325269 w 12192001"/>
              <a:gd name="connsiteY995" fmla="*/ 90946 h 586467"/>
              <a:gd name="connsiteX996" fmla="*/ 329344 w 12192001"/>
              <a:gd name="connsiteY996" fmla="*/ 218372 h 586467"/>
              <a:gd name="connsiteX997" fmla="*/ 345697 w 12192001"/>
              <a:gd name="connsiteY997" fmla="*/ 218372 h 586467"/>
              <a:gd name="connsiteX998" fmla="*/ 346911 w 12192001"/>
              <a:gd name="connsiteY998" fmla="*/ 206239 h 586467"/>
              <a:gd name="connsiteX999" fmla="*/ 358589 w 12192001"/>
              <a:gd name="connsiteY999" fmla="*/ 128402 h 586467"/>
              <a:gd name="connsiteX1000" fmla="*/ 376804 w 12192001"/>
              <a:gd name="connsiteY1000" fmla="*/ 205264 h 586467"/>
              <a:gd name="connsiteX1001" fmla="*/ 380576 w 12192001"/>
              <a:gd name="connsiteY1001" fmla="*/ 218372 h 586467"/>
              <a:gd name="connsiteX1002" fmla="*/ 436656 w 12192001"/>
              <a:gd name="connsiteY1002" fmla="*/ 218372 h 586467"/>
              <a:gd name="connsiteX1003" fmla="*/ 438684 w 12192001"/>
              <a:gd name="connsiteY1003" fmla="*/ 209438 h 586467"/>
              <a:gd name="connsiteX1004" fmla="*/ 458296 w 12192001"/>
              <a:gd name="connsiteY1004" fmla="*/ 148730 h 586467"/>
              <a:gd name="connsiteX1005" fmla="*/ 486538 w 12192001"/>
              <a:gd name="connsiteY1005" fmla="*/ 90284 h 586467"/>
              <a:gd name="connsiteX1006" fmla="*/ 497582 w 12192001"/>
              <a:gd name="connsiteY1006" fmla="*/ 71595 h 586467"/>
              <a:gd name="connsiteX1007" fmla="*/ 501834 w 12192001"/>
              <a:gd name="connsiteY1007" fmla="*/ 64689 h 586467"/>
              <a:gd name="connsiteX1008" fmla="*/ 500057 w 12192001"/>
              <a:gd name="connsiteY1008" fmla="*/ 72102 h 586467"/>
              <a:gd name="connsiteX1009" fmla="*/ 495614 w 12192001"/>
              <a:gd name="connsiteY1009" fmla="*/ 91844 h 586467"/>
              <a:gd name="connsiteX1010" fmla="*/ 487871 w 12192001"/>
              <a:gd name="connsiteY1010" fmla="*/ 151851 h 586467"/>
              <a:gd name="connsiteX1011" fmla="*/ 489077 w 12192001"/>
              <a:gd name="connsiteY1011" fmla="*/ 211428 h 586467"/>
              <a:gd name="connsiteX1012" fmla="*/ 489871 w 12192001"/>
              <a:gd name="connsiteY1012" fmla="*/ 218372 h 586467"/>
              <a:gd name="connsiteX1013" fmla="*/ 548337 w 12192001"/>
              <a:gd name="connsiteY1013" fmla="*/ 218372 h 586467"/>
              <a:gd name="connsiteX1014" fmla="*/ 555447 w 12192001"/>
              <a:gd name="connsiteY1014" fmla="*/ 201907 h 586467"/>
              <a:gd name="connsiteX1015" fmla="*/ 567713 w 12192001"/>
              <a:gd name="connsiteY1015" fmla="*/ 170501 h 586467"/>
              <a:gd name="connsiteX1016" fmla="*/ 594623 w 12192001"/>
              <a:gd name="connsiteY1016" fmla="*/ 83495 h 586467"/>
              <a:gd name="connsiteX1017" fmla="*/ 597352 w 12192001"/>
              <a:gd name="connsiteY1017" fmla="*/ 173193 h 586467"/>
              <a:gd name="connsiteX1018" fmla="*/ 595830 w 12192001"/>
              <a:gd name="connsiteY1018" fmla="*/ 206300 h 586467"/>
              <a:gd name="connsiteX1019" fmla="*/ 594820 w 12192001"/>
              <a:gd name="connsiteY1019" fmla="*/ 218372 h 586467"/>
              <a:gd name="connsiteX1020" fmla="*/ 653324 w 12192001"/>
              <a:gd name="connsiteY1020" fmla="*/ 218372 h 586467"/>
              <a:gd name="connsiteX1021" fmla="*/ 653139 w 12192001"/>
              <a:gd name="connsiteY1021" fmla="*/ 215486 h 586467"/>
              <a:gd name="connsiteX1022" fmla="*/ 653710 w 12192001"/>
              <a:gd name="connsiteY1022" fmla="*/ 145335 h 586467"/>
              <a:gd name="connsiteX1023" fmla="*/ 662977 w 12192001"/>
              <a:gd name="connsiteY1023" fmla="*/ 76043 h 586467"/>
              <a:gd name="connsiteX1024" fmla="*/ 667864 w 12192001"/>
              <a:gd name="connsiteY1024" fmla="*/ 53452 h 586467"/>
              <a:gd name="connsiteX1025" fmla="*/ 669831 w 12192001"/>
              <a:gd name="connsiteY1025" fmla="*/ 44947 h 586467"/>
              <a:gd name="connsiteX1026" fmla="*/ 670402 w 12192001"/>
              <a:gd name="connsiteY1026" fmla="*/ 53569 h 586467"/>
              <a:gd name="connsiteX1027" fmla="*/ 672306 w 12192001"/>
              <a:gd name="connsiteY1027" fmla="*/ 76237 h 586467"/>
              <a:gd name="connsiteX1028" fmla="*/ 683603 w 12192001"/>
              <a:gd name="connsiteY1028" fmla="*/ 144282 h 586467"/>
              <a:gd name="connsiteX1029" fmla="*/ 703215 w 12192001"/>
              <a:gd name="connsiteY1029" fmla="*/ 210843 h 586467"/>
              <a:gd name="connsiteX1030" fmla="*/ 706046 w 12192001"/>
              <a:gd name="connsiteY1030" fmla="*/ 218372 h 586467"/>
              <a:gd name="connsiteX1031" fmla="*/ 748929 w 12192001"/>
              <a:gd name="connsiteY1031" fmla="*/ 218372 h 586467"/>
              <a:gd name="connsiteX1032" fmla="*/ 757606 w 12192001"/>
              <a:gd name="connsiteY1032" fmla="*/ 195393 h 586467"/>
              <a:gd name="connsiteX1033" fmla="*/ 792893 w 12192001"/>
              <a:gd name="connsiteY1033" fmla="*/ 128597 h 586467"/>
              <a:gd name="connsiteX1034" fmla="*/ 787181 w 12192001"/>
              <a:gd name="connsiteY1034" fmla="*/ 198436 h 586467"/>
              <a:gd name="connsiteX1035" fmla="*/ 788131 w 12192001"/>
              <a:gd name="connsiteY1035" fmla="*/ 218372 h 586467"/>
              <a:gd name="connsiteX1036" fmla="*/ 803813 w 12192001"/>
              <a:gd name="connsiteY1036" fmla="*/ 218372 h 586467"/>
              <a:gd name="connsiteX1037" fmla="*/ 805111 w 12192001"/>
              <a:gd name="connsiteY1037" fmla="*/ 212982 h 586467"/>
              <a:gd name="connsiteX1038" fmla="*/ 823104 w 12192001"/>
              <a:gd name="connsiteY1038" fmla="*/ 130002 h 586467"/>
              <a:gd name="connsiteX1039" fmla="*/ 838526 w 12192001"/>
              <a:gd name="connsiteY1039" fmla="*/ 38509 h 586467"/>
              <a:gd name="connsiteX1040" fmla="*/ 842398 w 12192001"/>
              <a:gd name="connsiteY1040" fmla="*/ 60046 h 586467"/>
              <a:gd name="connsiteX1041" fmla="*/ 836686 w 12192001"/>
              <a:gd name="connsiteY1041" fmla="*/ 25985 h 586467"/>
              <a:gd name="connsiteX1042" fmla="*/ 880859 w 12192001"/>
              <a:gd name="connsiteY1042" fmla="*/ 124188 h 586467"/>
              <a:gd name="connsiteX1043" fmla="*/ 914613 w 12192001"/>
              <a:gd name="connsiteY1043" fmla="*/ 215700 h 586467"/>
              <a:gd name="connsiteX1044" fmla="*/ 915495 w 12192001"/>
              <a:gd name="connsiteY1044" fmla="*/ 218372 h 586467"/>
              <a:gd name="connsiteX1045" fmla="*/ 944266 w 12192001"/>
              <a:gd name="connsiteY1045" fmla="*/ 218372 h 586467"/>
              <a:gd name="connsiteX1046" fmla="*/ 945333 w 12192001"/>
              <a:gd name="connsiteY1046" fmla="*/ 193476 h 586467"/>
              <a:gd name="connsiteX1047" fmla="*/ 952195 w 12192001"/>
              <a:gd name="connsiteY1047" fmla="*/ 114161 h 586467"/>
              <a:gd name="connsiteX1048" fmla="*/ 971807 w 12192001"/>
              <a:gd name="connsiteY1048" fmla="*/ 0 h 58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</a:cxnLst>
            <a:rect l="l" t="t" r="r" b="b"/>
            <a:pathLst>
              <a:path w="12192001" h="586467">
                <a:moveTo>
                  <a:pt x="971807" y="0"/>
                </a:moveTo>
                <a:cubicBezTo>
                  <a:pt x="971807" y="0"/>
                  <a:pt x="973838" y="57354"/>
                  <a:pt x="982152" y="114044"/>
                </a:cubicBezTo>
                <a:cubicBezTo>
                  <a:pt x="987911" y="156620"/>
                  <a:pt x="997099" y="198692"/>
                  <a:pt x="1001332" y="217067"/>
                </a:cubicBezTo>
                <a:lnTo>
                  <a:pt x="1001641" y="218372"/>
                </a:lnTo>
                <a:lnTo>
                  <a:pt x="1041475" y="218372"/>
                </a:lnTo>
                <a:lnTo>
                  <a:pt x="1042572" y="213925"/>
                </a:lnTo>
                <a:cubicBezTo>
                  <a:pt x="1043715" y="208697"/>
                  <a:pt x="1046000" y="201206"/>
                  <a:pt x="1047650" y="192155"/>
                </a:cubicBezTo>
                <a:cubicBezTo>
                  <a:pt x="1051521" y="174051"/>
                  <a:pt x="1054948" y="149705"/>
                  <a:pt x="1056789" y="125086"/>
                </a:cubicBezTo>
                <a:cubicBezTo>
                  <a:pt x="1058058" y="100506"/>
                  <a:pt x="1057741" y="75730"/>
                  <a:pt x="1056027" y="57120"/>
                </a:cubicBezTo>
                <a:cubicBezTo>
                  <a:pt x="1055583" y="47756"/>
                  <a:pt x="1054187" y="40070"/>
                  <a:pt x="1053616" y="34607"/>
                </a:cubicBezTo>
                <a:cubicBezTo>
                  <a:pt x="1052981" y="29145"/>
                  <a:pt x="1052600" y="26024"/>
                  <a:pt x="1052600" y="26024"/>
                </a:cubicBezTo>
                <a:cubicBezTo>
                  <a:pt x="1052600" y="26024"/>
                  <a:pt x="1053869" y="29028"/>
                  <a:pt x="1056154" y="34256"/>
                </a:cubicBezTo>
                <a:cubicBezTo>
                  <a:pt x="1058312" y="39524"/>
                  <a:pt x="1061993" y="46975"/>
                  <a:pt x="1065294" y="56105"/>
                </a:cubicBezTo>
                <a:cubicBezTo>
                  <a:pt x="1072529" y="74248"/>
                  <a:pt x="1080399" y="98867"/>
                  <a:pt x="1086618" y="123837"/>
                </a:cubicBezTo>
                <a:cubicBezTo>
                  <a:pt x="1092394" y="148846"/>
                  <a:pt x="1096456" y="174246"/>
                  <a:pt x="1098106" y="193364"/>
                </a:cubicBezTo>
                <a:cubicBezTo>
                  <a:pt x="1099248" y="202962"/>
                  <a:pt x="1099248" y="210921"/>
                  <a:pt x="1099693" y="216539"/>
                </a:cubicBezTo>
                <a:lnTo>
                  <a:pt x="1099798" y="218372"/>
                </a:lnTo>
                <a:lnTo>
                  <a:pt x="1115028" y="218372"/>
                </a:lnTo>
                <a:lnTo>
                  <a:pt x="1117400" y="211546"/>
                </a:lnTo>
                <a:cubicBezTo>
                  <a:pt x="1124127" y="195159"/>
                  <a:pt x="1131997" y="179123"/>
                  <a:pt x="1138471" y="167301"/>
                </a:cubicBezTo>
                <a:cubicBezTo>
                  <a:pt x="1144881" y="155440"/>
                  <a:pt x="1149641" y="147754"/>
                  <a:pt x="1149641" y="147754"/>
                </a:cubicBezTo>
                <a:cubicBezTo>
                  <a:pt x="1149641" y="147754"/>
                  <a:pt x="1145072" y="181191"/>
                  <a:pt x="1147102" y="214081"/>
                </a:cubicBezTo>
                <a:lnTo>
                  <a:pt x="1147558" y="218372"/>
                </a:lnTo>
                <a:lnTo>
                  <a:pt x="1166585" y="218372"/>
                </a:lnTo>
                <a:lnTo>
                  <a:pt x="1203461" y="44869"/>
                </a:lnTo>
                <a:lnTo>
                  <a:pt x="1218249" y="207175"/>
                </a:lnTo>
                <a:cubicBezTo>
                  <a:pt x="1220280" y="200348"/>
                  <a:pt x="1222501" y="193325"/>
                  <a:pt x="1224849" y="186302"/>
                </a:cubicBezTo>
                <a:cubicBezTo>
                  <a:pt x="1237352" y="147325"/>
                  <a:pt x="1252965" y="109128"/>
                  <a:pt x="1252965" y="109128"/>
                </a:cubicBezTo>
                <a:cubicBezTo>
                  <a:pt x="1252965" y="109128"/>
                  <a:pt x="1252140" y="148808"/>
                  <a:pt x="1254615" y="188136"/>
                </a:cubicBezTo>
                <a:lnTo>
                  <a:pt x="1257131" y="218372"/>
                </a:lnTo>
                <a:lnTo>
                  <a:pt x="1292608" y="218372"/>
                </a:lnTo>
                <a:lnTo>
                  <a:pt x="1293061" y="217027"/>
                </a:lnTo>
                <a:cubicBezTo>
                  <a:pt x="1297488" y="203254"/>
                  <a:pt x="1302914" y="184780"/>
                  <a:pt x="1306912" y="165974"/>
                </a:cubicBezTo>
                <a:cubicBezTo>
                  <a:pt x="1315226" y="128441"/>
                  <a:pt x="1317702" y="89932"/>
                  <a:pt x="1317702" y="89932"/>
                </a:cubicBezTo>
                <a:cubicBezTo>
                  <a:pt x="1317702" y="89932"/>
                  <a:pt x="1330205" y="127466"/>
                  <a:pt x="1336805" y="166209"/>
                </a:cubicBezTo>
                <a:cubicBezTo>
                  <a:pt x="1339693" y="182166"/>
                  <a:pt x="1341550" y="198261"/>
                  <a:pt x="1342732" y="211663"/>
                </a:cubicBezTo>
                <a:lnTo>
                  <a:pt x="1343228" y="218372"/>
                </a:lnTo>
                <a:lnTo>
                  <a:pt x="1345931" y="218372"/>
                </a:lnTo>
                <a:lnTo>
                  <a:pt x="1346080" y="216393"/>
                </a:lnTo>
                <a:cubicBezTo>
                  <a:pt x="1346437" y="212706"/>
                  <a:pt x="1346706" y="210609"/>
                  <a:pt x="1346706" y="210609"/>
                </a:cubicBezTo>
                <a:cubicBezTo>
                  <a:pt x="1346706" y="210609"/>
                  <a:pt x="1350704" y="176860"/>
                  <a:pt x="1362763" y="144945"/>
                </a:cubicBezTo>
                <a:cubicBezTo>
                  <a:pt x="1368856" y="128948"/>
                  <a:pt x="1376091" y="113420"/>
                  <a:pt x="1382501" y="102067"/>
                </a:cubicBezTo>
                <a:cubicBezTo>
                  <a:pt x="1388848" y="90713"/>
                  <a:pt x="1393545" y="83378"/>
                  <a:pt x="1393545" y="83378"/>
                </a:cubicBezTo>
                <a:cubicBezTo>
                  <a:pt x="1393545" y="83378"/>
                  <a:pt x="1388975" y="115527"/>
                  <a:pt x="1392593" y="146779"/>
                </a:cubicBezTo>
                <a:cubicBezTo>
                  <a:pt x="1394433" y="162424"/>
                  <a:pt x="1397416" y="177797"/>
                  <a:pt x="1400653" y="189150"/>
                </a:cubicBezTo>
                <a:cubicBezTo>
                  <a:pt x="1403826" y="200504"/>
                  <a:pt x="1406428" y="207917"/>
                  <a:pt x="1406428" y="207917"/>
                </a:cubicBezTo>
                <a:cubicBezTo>
                  <a:pt x="1406428" y="207917"/>
                  <a:pt x="1407027" y="209660"/>
                  <a:pt x="1408177" y="212690"/>
                </a:cubicBezTo>
                <a:lnTo>
                  <a:pt x="1410474" y="218372"/>
                </a:lnTo>
                <a:lnTo>
                  <a:pt x="1451672" y="218372"/>
                </a:lnTo>
                <a:lnTo>
                  <a:pt x="1452315" y="216813"/>
                </a:lnTo>
                <a:cubicBezTo>
                  <a:pt x="1452315" y="216813"/>
                  <a:pt x="1463676" y="188955"/>
                  <a:pt x="1472751" y="160356"/>
                </a:cubicBezTo>
                <a:cubicBezTo>
                  <a:pt x="1481954" y="131874"/>
                  <a:pt x="1488682" y="102730"/>
                  <a:pt x="1488682" y="102730"/>
                </a:cubicBezTo>
                <a:cubicBezTo>
                  <a:pt x="1488682" y="102730"/>
                  <a:pt x="1496932" y="131641"/>
                  <a:pt x="1502644" y="161176"/>
                </a:cubicBezTo>
                <a:cubicBezTo>
                  <a:pt x="1507072" y="183269"/>
                  <a:pt x="1510035" y="205647"/>
                  <a:pt x="1511239" y="215455"/>
                </a:cubicBezTo>
                <a:lnTo>
                  <a:pt x="1511584" y="218372"/>
                </a:lnTo>
                <a:lnTo>
                  <a:pt x="1514931" y="218372"/>
                </a:lnTo>
                <a:lnTo>
                  <a:pt x="1517075" y="213428"/>
                </a:lnTo>
                <a:cubicBezTo>
                  <a:pt x="1518178" y="210814"/>
                  <a:pt x="1518765" y="209361"/>
                  <a:pt x="1518765" y="209361"/>
                </a:cubicBezTo>
                <a:cubicBezTo>
                  <a:pt x="1518765" y="209361"/>
                  <a:pt x="1535266" y="169681"/>
                  <a:pt x="1545421" y="128441"/>
                </a:cubicBezTo>
                <a:cubicBezTo>
                  <a:pt x="1555893" y="87358"/>
                  <a:pt x="1559701" y="45064"/>
                  <a:pt x="1559701" y="45064"/>
                </a:cubicBezTo>
                <a:cubicBezTo>
                  <a:pt x="1559701" y="45064"/>
                  <a:pt x="1570871" y="86655"/>
                  <a:pt x="1575314" y="129417"/>
                </a:cubicBezTo>
                <a:cubicBezTo>
                  <a:pt x="1580137" y="172061"/>
                  <a:pt x="1577980" y="215408"/>
                  <a:pt x="1577980" y="215408"/>
                </a:cubicBezTo>
                <a:lnTo>
                  <a:pt x="1577828" y="218372"/>
                </a:lnTo>
                <a:lnTo>
                  <a:pt x="1579032" y="218372"/>
                </a:lnTo>
                <a:lnTo>
                  <a:pt x="1586215" y="196071"/>
                </a:lnTo>
                <a:cubicBezTo>
                  <a:pt x="1589642" y="185854"/>
                  <a:pt x="1593561" y="174675"/>
                  <a:pt x="1597781" y="163555"/>
                </a:cubicBezTo>
                <a:cubicBezTo>
                  <a:pt x="1611807" y="126218"/>
                  <a:pt x="1629007" y="89854"/>
                  <a:pt x="1629007" y="89854"/>
                </a:cubicBezTo>
                <a:cubicBezTo>
                  <a:pt x="1629007" y="89854"/>
                  <a:pt x="1626532" y="128090"/>
                  <a:pt x="1627547" y="166014"/>
                </a:cubicBezTo>
                <a:cubicBezTo>
                  <a:pt x="1627928" y="184995"/>
                  <a:pt x="1629150" y="203869"/>
                  <a:pt x="1630276" y="217998"/>
                </a:cubicBezTo>
                <a:lnTo>
                  <a:pt x="1630309" y="218372"/>
                </a:lnTo>
                <a:lnTo>
                  <a:pt x="1679389" y="218372"/>
                </a:lnTo>
                <a:lnTo>
                  <a:pt x="1681147" y="212027"/>
                </a:lnTo>
                <a:cubicBezTo>
                  <a:pt x="1682367" y="207407"/>
                  <a:pt x="1683017" y="204757"/>
                  <a:pt x="1683017" y="204757"/>
                </a:cubicBezTo>
                <a:cubicBezTo>
                  <a:pt x="1683017" y="204757"/>
                  <a:pt x="1693680" y="162424"/>
                  <a:pt x="1698884" y="119117"/>
                </a:cubicBezTo>
                <a:cubicBezTo>
                  <a:pt x="1704342" y="76901"/>
                  <a:pt x="1704406" y="34062"/>
                  <a:pt x="1704406" y="32188"/>
                </a:cubicBezTo>
                <a:cubicBezTo>
                  <a:pt x="1705167" y="34256"/>
                  <a:pt x="1719574" y="75770"/>
                  <a:pt x="1728777" y="118453"/>
                </a:cubicBezTo>
                <a:cubicBezTo>
                  <a:pt x="1738614" y="162151"/>
                  <a:pt x="1742740" y="206708"/>
                  <a:pt x="1742740" y="206708"/>
                </a:cubicBezTo>
                <a:cubicBezTo>
                  <a:pt x="1742740" y="206708"/>
                  <a:pt x="1742903" y="208288"/>
                  <a:pt x="1743158" y="211154"/>
                </a:cubicBezTo>
                <a:lnTo>
                  <a:pt x="1743734" y="218372"/>
                </a:lnTo>
                <a:lnTo>
                  <a:pt x="1760697" y="218372"/>
                </a:lnTo>
                <a:lnTo>
                  <a:pt x="1772760" y="175182"/>
                </a:lnTo>
                <a:cubicBezTo>
                  <a:pt x="1782470" y="136127"/>
                  <a:pt x="1788119" y="96331"/>
                  <a:pt x="1788119" y="96331"/>
                </a:cubicBezTo>
                <a:cubicBezTo>
                  <a:pt x="1788119" y="96331"/>
                  <a:pt x="1797448" y="135776"/>
                  <a:pt x="1802652" y="175923"/>
                </a:cubicBezTo>
                <a:cubicBezTo>
                  <a:pt x="1804033" y="185951"/>
                  <a:pt x="1805155" y="196012"/>
                  <a:pt x="1806063" y="205464"/>
                </a:cubicBezTo>
                <a:lnTo>
                  <a:pt x="1807120" y="218372"/>
                </a:lnTo>
                <a:lnTo>
                  <a:pt x="1833582" y="218372"/>
                </a:lnTo>
                <a:lnTo>
                  <a:pt x="1840098" y="206122"/>
                </a:lnTo>
                <a:cubicBezTo>
                  <a:pt x="1847714" y="192193"/>
                  <a:pt x="1859265" y="174051"/>
                  <a:pt x="1871895" y="156454"/>
                </a:cubicBezTo>
                <a:cubicBezTo>
                  <a:pt x="1884906" y="138975"/>
                  <a:pt x="1898932" y="122043"/>
                  <a:pt x="1910419" y="109830"/>
                </a:cubicBezTo>
                <a:cubicBezTo>
                  <a:pt x="1920955" y="98438"/>
                  <a:pt x="1928698" y="90830"/>
                  <a:pt x="1929777" y="89815"/>
                </a:cubicBezTo>
                <a:cubicBezTo>
                  <a:pt x="1928634" y="91961"/>
                  <a:pt x="1910356" y="127193"/>
                  <a:pt x="1900138" y="163088"/>
                </a:cubicBezTo>
                <a:cubicBezTo>
                  <a:pt x="1894997" y="181659"/>
                  <a:pt x="1891062" y="200192"/>
                  <a:pt x="1889221" y="214121"/>
                </a:cubicBezTo>
                <a:lnTo>
                  <a:pt x="1888711" y="218372"/>
                </a:lnTo>
                <a:lnTo>
                  <a:pt x="1909838" y="218372"/>
                </a:lnTo>
                <a:lnTo>
                  <a:pt x="1959225" y="141356"/>
                </a:lnTo>
                <a:lnTo>
                  <a:pt x="1948856" y="218372"/>
                </a:lnTo>
                <a:lnTo>
                  <a:pt x="1969879" y="218372"/>
                </a:lnTo>
                <a:lnTo>
                  <a:pt x="1973188" y="199763"/>
                </a:lnTo>
                <a:cubicBezTo>
                  <a:pt x="1975663" y="181971"/>
                  <a:pt x="1978392" y="158093"/>
                  <a:pt x="1977821" y="134099"/>
                </a:cubicBezTo>
                <a:cubicBezTo>
                  <a:pt x="1977060" y="110221"/>
                  <a:pt x="1974394" y="85992"/>
                  <a:pt x="1968999" y="68240"/>
                </a:cubicBezTo>
                <a:cubicBezTo>
                  <a:pt x="1967159" y="59149"/>
                  <a:pt x="1963859" y="51930"/>
                  <a:pt x="1962145" y="46703"/>
                </a:cubicBezTo>
                <a:cubicBezTo>
                  <a:pt x="1960558" y="42137"/>
                  <a:pt x="1959479" y="39289"/>
                  <a:pt x="1959289" y="38665"/>
                </a:cubicBezTo>
                <a:cubicBezTo>
                  <a:pt x="1959797" y="39329"/>
                  <a:pt x="1961574" y="41943"/>
                  <a:pt x="1964557" y="46078"/>
                </a:cubicBezTo>
                <a:cubicBezTo>
                  <a:pt x="1967794" y="50955"/>
                  <a:pt x="1973379" y="57744"/>
                  <a:pt x="1977948" y="66445"/>
                </a:cubicBezTo>
                <a:cubicBezTo>
                  <a:pt x="1988864" y="83456"/>
                  <a:pt x="1999146" y="107334"/>
                  <a:pt x="2007524" y="131680"/>
                </a:cubicBezTo>
                <a:cubicBezTo>
                  <a:pt x="2012093" y="145179"/>
                  <a:pt x="2015584" y="158757"/>
                  <a:pt x="2018313" y="171437"/>
                </a:cubicBezTo>
                <a:cubicBezTo>
                  <a:pt x="2018884" y="168082"/>
                  <a:pt x="2019456" y="164726"/>
                  <a:pt x="2020154" y="161332"/>
                </a:cubicBezTo>
                <a:cubicBezTo>
                  <a:pt x="2025104" y="138741"/>
                  <a:pt x="2031705" y="116502"/>
                  <a:pt x="2037988" y="100155"/>
                </a:cubicBezTo>
                <a:cubicBezTo>
                  <a:pt x="2040781" y="91922"/>
                  <a:pt x="2044081" y="85211"/>
                  <a:pt x="2045921" y="80452"/>
                </a:cubicBezTo>
                <a:cubicBezTo>
                  <a:pt x="2047952" y="75730"/>
                  <a:pt x="2049095" y="73038"/>
                  <a:pt x="2049095" y="73038"/>
                </a:cubicBezTo>
                <a:cubicBezTo>
                  <a:pt x="2049095" y="73038"/>
                  <a:pt x="2048841" y="75848"/>
                  <a:pt x="2048460" y="80764"/>
                </a:cubicBezTo>
                <a:cubicBezTo>
                  <a:pt x="2048270" y="85679"/>
                  <a:pt x="2047254" y="92625"/>
                  <a:pt x="2047254" y="101013"/>
                </a:cubicBezTo>
                <a:cubicBezTo>
                  <a:pt x="2046556" y="117751"/>
                  <a:pt x="2047508" y="139990"/>
                  <a:pt x="2050047" y="161956"/>
                </a:cubicBezTo>
                <a:cubicBezTo>
                  <a:pt x="2051570" y="172959"/>
                  <a:pt x="2053474" y="183873"/>
                  <a:pt x="2055585" y="194042"/>
                </a:cubicBezTo>
                <a:lnTo>
                  <a:pt x="2061555" y="218372"/>
                </a:lnTo>
                <a:lnTo>
                  <a:pt x="2097672" y="218372"/>
                </a:lnTo>
                <a:lnTo>
                  <a:pt x="2087302" y="141356"/>
                </a:lnTo>
                <a:lnTo>
                  <a:pt x="2136689" y="218372"/>
                </a:lnTo>
                <a:lnTo>
                  <a:pt x="2157816" y="218372"/>
                </a:lnTo>
                <a:lnTo>
                  <a:pt x="2157306" y="214121"/>
                </a:lnTo>
                <a:cubicBezTo>
                  <a:pt x="2155465" y="200192"/>
                  <a:pt x="2151530" y="181659"/>
                  <a:pt x="2146390" y="163088"/>
                </a:cubicBezTo>
                <a:cubicBezTo>
                  <a:pt x="2136171" y="127193"/>
                  <a:pt x="2117893" y="91961"/>
                  <a:pt x="2116751" y="89815"/>
                </a:cubicBezTo>
                <a:cubicBezTo>
                  <a:pt x="2117829" y="90830"/>
                  <a:pt x="2125572" y="98438"/>
                  <a:pt x="2136108" y="109830"/>
                </a:cubicBezTo>
                <a:cubicBezTo>
                  <a:pt x="2147595" y="122043"/>
                  <a:pt x="2161685" y="138975"/>
                  <a:pt x="2174632" y="156454"/>
                </a:cubicBezTo>
                <a:cubicBezTo>
                  <a:pt x="2187262" y="174051"/>
                  <a:pt x="2198813" y="192193"/>
                  <a:pt x="2206429" y="206122"/>
                </a:cubicBezTo>
                <a:lnTo>
                  <a:pt x="2212945" y="218372"/>
                </a:lnTo>
                <a:lnTo>
                  <a:pt x="2239408" y="218372"/>
                </a:lnTo>
                <a:lnTo>
                  <a:pt x="2240465" y="205464"/>
                </a:lnTo>
                <a:cubicBezTo>
                  <a:pt x="2241372" y="196012"/>
                  <a:pt x="2242495" y="185951"/>
                  <a:pt x="2243875" y="175923"/>
                </a:cubicBezTo>
                <a:cubicBezTo>
                  <a:pt x="2249079" y="135776"/>
                  <a:pt x="2258409" y="96331"/>
                  <a:pt x="2258409" y="96331"/>
                </a:cubicBezTo>
                <a:cubicBezTo>
                  <a:pt x="2258409" y="96331"/>
                  <a:pt x="2264057" y="136127"/>
                  <a:pt x="2273768" y="175182"/>
                </a:cubicBezTo>
                <a:lnTo>
                  <a:pt x="2285830" y="218372"/>
                </a:lnTo>
                <a:lnTo>
                  <a:pt x="2302794" y="218372"/>
                </a:lnTo>
                <a:lnTo>
                  <a:pt x="2303371" y="211154"/>
                </a:lnTo>
                <a:cubicBezTo>
                  <a:pt x="2303626" y="208288"/>
                  <a:pt x="2303788" y="206708"/>
                  <a:pt x="2303788" y="206708"/>
                </a:cubicBezTo>
                <a:cubicBezTo>
                  <a:pt x="2303788" y="206708"/>
                  <a:pt x="2307913" y="162151"/>
                  <a:pt x="2317750" y="118453"/>
                </a:cubicBezTo>
                <a:cubicBezTo>
                  <a:pt x="2326953" y="75770"/>
                  <a:pt x="2341360" y="34256"/>
                  <a:pt x="2342122" y="32188"/>
                </a:cubicBezTo>
                <a:cubicBezTo>
                  <a:pt x="2342122" y="34062"/>
                  <a:pt x="2342122" y="76901"/>
                  <a:pt x="2347643" y="119117"/>
                </a:cubicBezTo>
                <a:cubicBezTo>
                  <a:pt x="2352847" y="162424"/>
                  <a:pt x="2363573" y="204757"/>
                  <a:pt x="2363573" y="204757"/>
                </a:cubicBezTo>
                <a:cubicBezTo>
                  <a:pt x="2363573" y="204757"/>
                  <a:pt x="2364220" y="207407"/>
                  <a:pt x="2365434" y="212027"/>
                </a:cubicBezTo>
                <a:lnTo>
                  <a:pt x="2367185" y="218372"/>
                </a:lnTo>
                <a:lnTo>
                  <a:pt x="2416218" y="218372"/>
                </a:lnTo>
                <a:lnTo>
                  <a:pt x="2416251" y="217998"/>
                </a:lnTo>
                <a:cubicBezTo>
                  <a:pt x="2417378" y="203869"/>
                  <a:pt x="2418600" y="184995"/>
                  <a:pt x="2418980" y="166014"/>
                </a:cubicBezTo>
                <a:cubicBezTo>
                  <a:pt x="2419996" y="128090"/>
                  <a:pt x="2417520" y="89854"/>
                  <a:pt x="2417520" y="89854"/>
                </a:cubicBezTo>
                <a:cubicBezTo>
                  <a:pt x="2417520" y="89854"/>
                  <a:pt x="2434720" y="126218"/>
                  <a:pt x="2448746" y="163555"/>
                </a:cubicBezTo>
                <a:cubicBezTo>
                  <a:pt x="2452967" y="174675"/>
                  <a:pt x="2456886" y="185854"/>
                  <a:pt x="2460313" y="196071"/>
                </a:cubicBezTo>
                <a:lnTo>
                  <a:pt x="2467496" y="218372"/>
                </a:lnTo>
                <a:lnTo>
                  <a:pt x="2468701" y="218372"/>
                </a:lnTo>
                <a:lnTo>
                  <a:pt x="2468548" y="215408"/>
                </a:lnTo>
                <a:cubicBezTo>
                  <a:pt x="2468548" y="215408"/>
                  <a:pt x="2466390" y="172061"/>
                  <a:pt x="2471213" y="129417"/>
                </a:cubicBezTo>
                <a:cubicBezTo>
                  <a:pt x="2475656" y="86655"/>
                  <a:pt x="2486826" y="45064"/>
                  <a:pt x="2486826" y="45064"/>
                </a:cubicBezTo>
                <a:cubicBezTo>
                  <a:pt x="2486826" y="45064"/>
                  <a:pt x="2490634" y="87358"/>
                  <a:pt x="2501106" y="128441"/>
                </a:cubicBezTo>
                <a:cubicBezTo>
                  <a:pt x="2511261" y="169681"/>
                  <a:pt x="2527762" y="209361"/>
                  <a:pt x="2527762" y="209361"/>
                </a:cubicBezTo>
                <a:cubicBezTo>
                  <a:pt x="2527762" y="209361"/>
                  <a:pt x="2528350" y="210814"/>
                  <a:pt x="2529452" y="213428"/>
                </a:cubicBezTo>
                <a:lnTo>
                  <a:pt x="2531596" y="218372"/>
                </a:lnTo>
                <a:lnTo>
                  <a:pt x="2534943" y="218372"/>
                </a:lnTo>
                <a:lnTo>
                  <a:pt x="2535288" y="215455"/>
                </a:lnTo>
                <a:cubicBezTo>
                  <a:pt x="2536493" y="205647"/>
                  <a:pt x="2539457" y="183269"/>
                  <a:pt x="2543883" y="161176"/>
                </a:cubicBezTo>
                <a:cubicBezTo>
                  <a:pt x="2549595" y="131641"/>
                  <a:pt x="2557846" y="102730"/>
                  <a:pt x="2557846" y="102730"/>
                </a:cubicBezTo>
                <a:cubicBezTo>
                  <a:pt x="2557846" y="102730"/>
                  <a:pt x="2564573" y="131874"/>
                  <a:pt x="2573776" y="160356"/>
                </a:cubicBezTo>
                <a:cubicBezTo>
                  <a:pt x="2582852" y="188955"/>
                  <a:pt x="2594276" y="216813"/>
                  <a:pt x="2594276" y="216813"/>
                </a:cubicBezTo>
                <a:lnTo>
                  <a:pt x="2594916" y="218372"/>
                </a:lnTo>
                <a:lnTo>
                  <a:pt x="2636053" y="218372"/>
                </a:lnTo>
                <a:lnTo>
                  <a:pt x="2638351" y="212690"/>
                </a:lnTo>
                <a:cubicBezTo>
                  <a:pt x="2639500" y="209660"/>
                  <a:pt x="2640099" y="207917"/>
                  <a:pt x="2640099" y="207917"/>
                </a:cubicBezTo>
                <a:cubicBezTo>
                  <a:pt x="2640099" y="207917"/>
                  <a:pt x="2642701" y="200504"/>
                  <a:pt x="2645874" y="189150"/>
                </a:cubicBezTo>
                <a:cubicBezTo>
                  <a:pt x="2649111" y="177797"/>
                  <a:pt x="2652094" y="162424"/>
                  <a:pt x="2653935" y="146779"/>
                </a:cubicBezTo>
                <a:cubicBezTo>
                  <a:pt x="2657552" y="115527"/>
                  <a:pt x="2652983" y="83378"/>
                  <a:pt x="2652983" y="83378"/>
                </a:cubicBezTo>
                <a:cubicBezTo>
                  <a:pt x="2652983" y="83378"/>
                  <a:pt x="2657679" y="90713"/>
                  <a:pt x="2664026" y="102067"/>
                </a:cubicBezTo>
                <a:cubicBezTo>
                  <a:pt x="2670436" y="113420"/>
                  <a:pt x="2677671" y="128948"/>
                  <a:pt x="2683764" y="144945"/>
                </a:cubicBezTo>
                <a:cubicBezTo>
                  <a:pt x="2695823" y="176860"/>
                  <a:pt x="2699821" y="210609"/>
                  <a:pt x="2699821" y="210609"/>
                </a:cubicBezTo>
                <a:cubicBezTo>
                  <a:pt x="2699821" y="210609"/>
                  <a:pt x="2700091" y="212706"/>
                  <a:pt x="2700448" y="216393"/>
                </a:cubicBezTo>
                <a:lnTo>
                  <a:pt x="2700597" y="218372"/>
                </a:lnTo>
                <a:lnTo>
                  <a:pt x="2703300" y="218372"/>
                </a:lnTo>
                <a:lnTo>
                  <a:pt x="2703796" y="211663"/>
                </a:lnTo>
                <a:cubicBezTo>
                  <a:pt x="2704978" y="198261"/>
                  <a:pt x="2706835" y="182166"/>
                  <a:pt x="2709722" y="166209"/>
                </a:cubicBezTo>
                <a:cubicBezTo>
                  <a:pt x="2716323" y="127466"/>
                  <a:pt x="2728826" y="89932"/>
                  <a:pt x="2728826" y="89932"/>
                </a:cubicBezTo>
                <a:cubicBezTo>
                  <a:pt x="2728826" y="89932"/>
                  <a:pt x="2731301" y="128441"/>
                  <a:pt x="2739615" y="165974"/>
                </a:cubicBezTo>
                <a:cubicBezTo>
                  <a:pt x="2743614" y="184780"/>
                  <a:pt x="2749040" y="203254"/>
                  <a:pt x="2753467" y="217027"/>
                </a:cubicBezTo>
                <a:lnTo>
                  <a:pt x="2753920" y="218372"/>
                </a:lnTo>
                <a:lnTo>
                  <a:pt x="2789410" y="218372"/>
                </a:lnTo>
                <a:lnTo>
                  <a:pt x="2791912" y="188136"/>
                </a:lnTo>
                <a:cubicBezTo>
                  <a:pt x="2794387" y="148808"/>
                  <a:pt x="2793625" y="109128"/>
                  <a:pt x="2793625" y="109128"/>
                </a:cubicBezTo>
                <a:cubicBezTo>
                  <a:pt x="2793625" y="109128"/>
                  <a:pt x="2809175" y="147325"/>
                  <a:pt x="2821678" y="186302"/>
                </a:cubicBezTo>
                <a:cubicBezTo>
                  <a:pt x="2824026" y="193325"/>
                  <a:pt x="2826247" y="200348"/>
                  <a:pt x="2828278" y="207175"/>
                </a:cubicBezTo>
                <a:lnTo>
                  <a:pt x="2843066" y="44869"/>
                </a:lnTo>
                <a:lnTo>
                  <a:pt x="2879943" y="218372"/>
                </a:lnTo>
                <a:lnTo>
                  <a:pt x="2898970" y="218372"/>
                </a:lnTo>
                <a:lnTo>
                  <a:pt x="2899425" y="214081"/>
                </a:lnTo>
                <a:cubicBezTo>
                  <a:pt x="2901456" y="181191"/>
                  <a:pt x="2896886" y="147754"/>
                  <a:pt x="2896886" y="147754"/>
                </a:cubicBezTo>
                <a:cubicBezTo>
                  <a:pt x="2896886" y="147754"/>
                  <a:pt x="2901646" y="155440"/>
                  <a:pt x="2908056" y="167301"/>
                </a:cubicBezTo>
                <a:cubicBezTo>
                  <a:pt x="2914530" y="179123"/>
                  <a:pt x="2922400" y="195159"/>
                  <a:pt x="2929127" y="211546"/>
                </a:cubicBezTo>
                <a:lnTo>
                  <a:pt x="2931509" y="218372"/>
                </a:lnTo>
                <a:lnTo>
                  <a:pt x="2946730" y="218372"/>
                </a:lnTo>
                <a:lnTo>
                  <a:pt x="2946835" y="216539"/>
                </a:lnTo>
                <a:cubicBezTo>
                  <a:pt x="2947279" y="210921"/>
                  <a:pt x="2947279" y="202962"/>
                  <a:pt x="2948421" y="193364"/>
                </a:cubicBezTo>
                <a:cubicBezTo>
                  <a:pt x="2950071" y="174246"/>
                  <a:pt x="2954197" y="148846"/>
                  <a:pt x="2959909" y="123837"/>
                </a:cubicBezTo>
                <a:cubicBezTo>
                  <a:pt x="2966129" y="98867"/>
                  <a:pt x="2973998" y="74248"/>
                  <a:pt x="2981234" y="56105"/>
                </a:cubicBezTo>
                <a:cubicBezTo>
                  <a:pt x="2984534" y="46975"/>
                  <a:pt x="2988215" y="39524"/>
                  <a:pt x="2990373" y="34256"/>
                </a:cubicBezTo>
                <a:cubicBezTo>
                  <a:pt x="2992658" y="29028"/>
                  <a:pt x="2993927" y="26024"/>
                  <a:pt x="2993927" y="26024"/>
                </a:cubicBezTo>
                <a:cubicBezTo>
                  <a:pt x="2993927" y="26024"/>
                  <a:pt x="2993546" y="29145"/>
                  <a:pt x="2992912" y="34607"/>
                </a:cubicBezTo>
                <a:cubicBezTo>
                  <a:pt x="2992404" y="40070"/>
                  <a:pt x="2990944" y="47756"/>
                  <a:pt x="2990500" y="57120"/>
                </a:cubicBezTo>
                <a:cubicBezTo>
                  <a:pt x="2988786" y="75730"/>
                  <a:pt x="2988469" y="100506"/>
                  <a:pt x="2989738" y="125086"/>
                </a:cubicBezTo>
                <a:cubicBezTo>
                  <a:pt x="2991579" y="149705"/>
                  <a:pt x="2995006" y="174051"/>
                  <a:pt x="2998941" y="192155"/>
                </a:cubicBezTo>
                <a:cubicBezTo>
                  <a:pt x="3000528" y="201206"/>
                  <a:pt x="3002812" y="208697"/>
                  <a:pt x="3003955" y="213925"/>
                </a:cubicBezTo>
                <a:lnTo>
                  <a:pt x="3005052" y="218372"/>
                </a:lnTo>
                <a:lnTo>
                  <a:pt x="3044889" y="218372"/>
                </a:lnTo>
                <a:lnTo>
                  <a:pt x="3045197" y="217067"/>
                </a:lnTo>
                <a:cubicBezTo>
                  <a:pt x="3049434" y="198692"/>
                  <a:pt x="3058632" y="156620"/>
                  <a:pt x="3064439" y="114044"/>
                </a:cubicBezTo>
                <a:cubicBezTo>
                  <a:pt x="3072690" y="57354"/>
                  <a:pt x="3074721" y="0"/>
                  <a:pt x="3074721" y="0"/>
                </a:cubicBezTo>
                <a:cubicBezTo>
                  <a:pt x="3074721" y="0"/>
                  <a:pt x="3087604" y="56652"/>
                  <a:pt x="3094332" y="114161"/>
                </a:cubicBezTo>
                <a:cubicBezTo>
                  <a:pt x="3097982" y="142897"/>
                  <a:pt x="3100060" y="171778"/>
                  <a:pt x="3101226" y="193476"/>
                </a:cubicBezTo>
                <a:lnTo>
                  <a:pt x="3102315" y="218372"/>
                </a:lnTo>
                <a:lnTo>
                  <a:pt x="3131032" y="218372"/>
                </a:lnTo>
                <a:lnTo>
                  <a:pt x="3131914" y="215700"/>
                </a:lnTo>
                <a:cubicBezTo>
                  <a:pt x="3137454" y="199143"/>
                  <a:pt x="3150437" y="161381"/>
                  <a:pt x="3165669" y="124188"/>
                </a:cubicBezTo>
                <a:cubicBezTo>
                  <a:pt x="3185026" y="76355"/>
                  <a:pt x="3208065" y="29574"/>
                  <a:pt x="3209778" y="26180"/>
                </a:cubicBezTo>
                <a:cubicBezTo>
                  <a:pt x="3209461" y="27936"/>
                  <a:pt x="3207113" y="41123"/>
                  <a:pt x="3204130" y="60007"/>
                </a:cubicBezTo>
                <a:cubicBezTo>
                  <a:pt x="3206415" y="46859"/>
                  <a:pt x="3208001" y="38509"/>
                  <a:pt x="3208001" y="38509"/>
                </a:cubicBezTo>
                <a:cubicBezTo>
                  <a:pt x="3208001" y="38509"/>
                  <a:pt x="3214538" y="84431"/>
                  <a:pt x="3223424" y="130002"/>
                </a:cubicBezTo>
                <a:cubicBezTo>
                  <a:pt x="3229993" y="164180"/>
                  <a:pt x="3237883" y="198138"/>
                  <a:pt x="3241417" y="212982"/>
                </a:cubicBezTo>
                <a:lnTo>
                  <a:pt x="3242716" y="218372"/>
                </a:lnTo>
                <a:lnTo>
                  <a:pt x="3258397" y="218372"/>
                </a:lnTo>
                <a:lnTo>
                  <a:pt x="3259346" y="198436"/>
                </a:lnTo>
                <a:cubicBezTo>
                  <a:pt x="3259536" y="163712"/>
                  <a:pt x="3253634" y="128597"/>
                  <a:pt x="3253634" y="128597"/>
                </a:cubicBezTo>
                <a:cubicBezTo>
                  <a:pt x="3253634" y="128597"/>
                  <a:pt x="3274007" y="161020"/>
                  <a:pt x="3288922" y="195393"/>
                </a:cubicBezTo>
                <a:lnTo>
                  <a:pt x="3297610" y="218372"/>
                </a:lnTo>
                <a:lnTo>
                  <a:pt x="3340482" y="218372"/>
                </a:lnTo>
                <a:lnTo>
                  <a:pt x="3343313" y="210843"/>
                </a:lnTo>
                <a:cubicBezTo>
                  <a:pt x="3349850" y="192935"/>
                  <a:pt x="3357085" y="168784"/>
                  <a:pt x="3362924" y="144282"/>
                </a:cubicBezTo>
                <a:cubicBezTo>
                  <a:pt x="3368382" y="119741"/>
                  <a:pt x="3372380" y="94965"/>
                  <a:pt x="3374221" y="76237"/>
                </a:cubicBezTo>
                <a:cubicBezTo>
                  <a:pt x="3375427" y="66874"/>
                  <a:pt x="3375617" y="59071"/>
                  <a:pt x="3376125" y="53569"/>
                </a:cubicBezTo>
                <a:cubicBezTo>
                  <a:pt x="3376506" y="48068"/>
                  <a:pt x="3376696" y="44947"/>
                  <a:pt x="3376696" y="44947"/>
                </a:cubicBezTo>
                <a:cubicBezTo>
                  <a:pt x="3376696" y="44947"/>
                  <a:pt x="3377458" y="48029"/>
                  <a:pt x="3378664" y="53452"/>
                </a:cubicBezTo>
                <a:cubicBezTo>
                  <a:pt x="3379806" y="58914"/>
                  <a:pt x="3381964" y="66679"/>
                  <a:pt x="3383551" y="76043"/>
                </a:cubicBezTo>
                <a:cubicBezTo>
                  <a:pt x="3387359" y="94770"/>
                  <a:pt x="3390786" y="119935"/>
                  <a:pt x="3392817" y="145335"/>
                </a:cubicBezTo>
                <a:cubicBezTo>
                  <a:pt x="3394404" y="170696"/>
                  <a:pt x="3394531" y="196290"/>
                  <a:pt x="3393388" y="215486"/>
                </a:cubicBezTo>
                <a:lnTo>
                  <a:pt x="3393203" y="218372"/>
                </a:lnTo>
                <a:lnTo>
                  <a:pt x="3451708" y="218372"/>
                </a:lnTo>
                <a:lnTo>
                  <a:pt x="3450698" y="206300"/>
                </a:lnTo>
                <a:cubicBezTo>
                  <a:pt x="3449981" y="195722"/>
                  <a:pt x="3449414" y="184449"/>
                  <a:pt x="3449176" y="173193"/>
                </a:cubicBezTo>
                <a:cubicBezTo>
                  <a:pt x="3447906" y="128090"/>
                  <a:pt x="3451905" y="83495"/>
                  <a:pt x="3451905" y="83495"/>
                </a:cubicBezTo>
                <a:cubicBezTo>
                  <a:pt x="3451905" y="83495"/>
                  <a:pt x="3462884" y="127583"/>
                  <a:pt x="3478815" y="170501"/>
                </a:cubicBezTo>
                <a:cubicBezTo>
                  <a:pt x="3482734" y="181269"/>
                  <a:pt x="3486955" y="191947"/>
                  <a:pt x="3491081" y="201907"/>
                </a:cubicBezTo>
                <a:lnTo>
                  <a:pt x="3498191" y="218372"/>
                </a:lnTo>
                <a:lnTo>
                  <a:pt x="3556656" y="218372"/>
                </a:lnTo>
                <a:lnTo>
                  <a:pt x="3557450" y="211428"/>
                </a:lnTo>
                <a:cubicBezTo>
                  <a:pt x="3559037" y="195276"/>
                  <a:pt x="3559545" y="173661"/>
                  <a:pt x="3558656" y="151851"/>
                </a:cubicBezTo>
                <a:cubicBezTo>
                  <a:pt x="3557260" y="130119"/>
                  <a:pt x="3554404" y="108231"/>
                  <a:pt x="3550913" y="91844"/>
                </a:cubicBezTo>
                <a:cubicBezTo>
                  <a:pt x="3549580" y="83612"/>
                  <a:pt x="3547486" y="76901"/>
                  <a:pt x="3546471" y="72102"/>
                </a:cubicBezTo>
                <a:cubicBezTo>
                  <a:pt x="3545455" y="67888"/>
                  <a:pt x="3544820" y="65274"/>
                  <a:pt x="3544693" y="64689"/>
                </a:cubicBezTo>
                <a:cubicBezTo>
                  <a:pt x="3545074" y="65235"/>
                  <a:pt x="3546534" y="67693"/>
                  <a:pt x="3548945" y="71595"/>
                </a:cubicBezTo>
                <a:cubicBezTo>
                  <a:pt x="3551548" y="76082"/>
                  <a:pt x="3555864" y="82441"/>
                  <a:pt x="3559989" y="90284"/>
                </a:cubicBezTo>
                <a:cubicBezTo>
                  <a:pt x="3568938" y="105812"/>
                  <a:pt x="3579283" y="127036"/>
                  <a:pt x="3588232" y="148730"/>
                </a:cubicBezTo>
                <a:cubicBezTo>
                  <a:pt x="3596673" y="170423"/>
                  <a:pt x="3603781" y="192622"/>
                  <a:pt x="3607843" y="209438"/>
                </a:cubicBezTo>
                <a:lnTo>
                  <a:pt x="3609872" y="218372"/>
                </a:lnTo>
                <a:lnTo>
                  <a:pt x="3665952" y="218372"/>
                </a:lnTo>
                <a:lnTo>
                  <a:pt x="3669723" y="205264"/>
                </a:lnTo>
                <a:cubicBezTo>
                  <a:pt x="3680005" y="167106"/>
                  <a:pt x="3687938" y="128402"/>
                  <a:pt x="3687938" y="128402"/>
                </a:cubicBezTo>
                <a:cubicBezTo>
                  <a:pt x="3687938" y="128402"/>
                  <a:pt x="3694983" y="167145"/>
                  <a:pt x="3699616" y="206239"/>
                </a:cubicBezTo>
                <a:lnTo>
                  <a:pt x="3700830" y="218372"/>
                </a:lnTo>
                <a:lnTo>
                  <a:pt x="3714682" y="218372"/>
                </a:lnTo>
                <a:lnTo>
                  <a:pt x="3714690" y="217583"/>
                </a:lnTo>
                <a:cubicBezTo>
                  <a:pt x="3714864" y="200650"/>
                  <a:pt x="3715102" y="178070"/>
                  <a:pt x="3715356" y="155479"/>
                </a:cubicBezTo>
                <a:cubicBezTo>
                  <a:pt x="3715039" y="110221"/>
                  <a:pt x="3714785" y="65001"/>
                  <a:pt x="3714785" y="65001"/>
                </a:cubicBezTo>
                <a:cubicBezTo>
                  <a:pt x="3714785" y="65001"/>
                  <a:pt x="3729953" y="109089"/>
                  <a:pt x="3745058" y="153177"/>
                </a:cubicBezTo>
                <a:cubicBezTo>
                  <a:pt x="3752262" y="175319"/>
                  <a:pt x="3759482" y="197451"/>
                  <a:pt x="3764900" y="214048"/>
                </a:cubicBezTo>
                <a:lnTo>
                  <a:pt x="3766313" y="218372"/>
                </a:lnTo>
                <a:lnTo>
                  <a:pt x="3795172" y="218372"/>
                </a:lnTo>
                <a:lnTo>
                  <a:pt x="3793903" y="198810"/>
                </a:lnTo>
                <a:cubicBezTo>
                  <a:pt x="3793317" y="188338"/>
                  <a:pt x="3792802" y="177172"/>
                  <a:pt x="3792468" y="166014"/>
                </a:cubicBezTo>
                <a:cubicBezTo>
                  <a:pt x="3790945" y="121379"/>
                  <a:pt x="3792405" y="76940"/>
                  <a:pt x="3792405" y="76940"/>
                </a:cubicBezTo>
                <a:cubicBezTo>
                  <a:pt x="3792405" y="76940"/>
                  <a:pt x="3805860" y="120443"/>
                  <a:pt x="3822107" y="163244"/>
                </a:cubicBezTo>
                <a:cubicBezTo>
                  <a:pt x="3826122" y="173963"/>
                  <a:pt x="3830306" y="184632"/>
                  <a:pt x="3834326" y="194605"/>
                </a:cubicBezTo>
                <a:lnTo>
                  <a:pt x="3844139" y="218372"/>
                </a:lnTo>
                <a:lnTo>
                  <a:pt x="3906964" y="218372"/>
                </a:lnTo>
                <a:lnTo>
                  <a:pt x="3907470" y="210570"/>
                </a:lnTo>
                <a:cubicBezTo>
                  <a:pt x="3909057" y="212443"/>
                  <a:pt x="3910580" y="214316"/>
                  <a:pt x="3912167" y="216188"/>
                </a:cubicBezTo>
                <a:lnTo>
                  <a:pt x="3914032" y="218372"/>
                </a:lnTo>
                <a:lnTo>
                  <a:pt x="4022706" y="218372"/>
                </a:lnTo>
                <a:lnTo>
                  <a:pt x="4029517" y="149315"/>
                </a:lnTo>
                <a:lnTo>
                  <a:pt x="4033642" y="135308"/>
                </a:lnTo>
                <a:lnTo>
                  <a:pt x="4037704" y="149315"/>
                </a:lnTo>
                <a:lnTo>
                  <a:pt x="4044548" y="218372"/>
                </a:lnTo>
                <a:lnTo>
                  <a:pt x="4153254" y="218372"/>
                </a:lnTo>
                <a:lnTo>
                  <a:pt x="4155118" y="216188"/>
                </a:lnTo>
                <a:cubicBezTo>
                  <a:pt x="4156641" y="214354"/>
                  <a:pt x="4158228" y="212482"/>
                  <a:pt x="4159751" y="210648"/>
                </a:cubicBezTo>
                <a:lnTo>
                  <a:pt x="4160283" y="218372"/>
                </a:lnTo>
                <a:lnTo>
                  <a:pt x="4223123" y="218372"/>
                </a:lnTo>
                <a:lnTo>
                  <a:pt x="4232934" y="194605"/>
                </a:lnTo>
                <a:cubicBezTo>
                  <a:pt x="4236956" y="184632"/>
                  <a:pt x="4241148" y="173963"/>
                  <a:pt x="4245178" y="163244"/>
                </a:cubicBezTo>
                <a:cubicBezTo>
                  <a:pt x="4261426" y="120443"/>
                  <a:pt x="4274881" y="76940"/>
                  <a:pt x="4274881" y="76940"/>
                </a:cubicBezTo>
                <a:cubicBezTo>
                  <a:pt x="4274881" y="76940"/>
                  <a:pt x="4276277" y="121379"/>
                  <a:pt x="4274817" y="166014"/>
                </a:cubicBezTo>
                <a:cubicBezTo>
                  <a:pt x="4274484" y="177172"/>
                  <a:pt x="4273969" y="188338"/>
                  <a:pt x="4273382" y="198810"/>
                </a:cubicBezTo>
                <a:lnTo>
                  <a:pt x="4272114" y="218372"/>
                </a:lnTo>
                <a:lnTo>
                  <a:pt x="4302946" y="218372"/>
                </a:lnTo>
                <a:lnTo>
                  <a:pt x="4345964" y="90946"/>
                </a:lnTo>
                <a:lnTo>
                  <a:pt x="4350088" y="218372"/>
                </a:lnTo>
                <a:lnTo>
                  <a:pt x="4366405" y="218372"/>
                </a:lnTo>
                <a:lnTo>
                  <a:pt x="4367606" y="206239"/>
                </a:lnTo>
                <a:cubicBezTo>
                  <a:pt x="4372303" y="167145"/>
                  <a:pt x="4379347" y="128402"/>
                  <a:pt x="4379347" y="128402"/>
                </a:cubicBezTo>
                <a:cubicBezTo>
                  <a:pt x="4379347" y="128402"/>
                  <a:pt x="4387282" y="167106"/>
                  <a:pt x="4397499" y="205264"/>
                </a:cubicBezTo>
                <a:lnTo>
                  <a:pt x="4401285" y="218372"/>
                </a:lnTo>
                <a:lnTo>
                  <a:pt x="4457415" y="218372"/>
                </a:lnTo>
                <a:lnTo>
                  <a:pt x="4459442" y="209438"/>
                </a:lnTo>
                <a:cubicBezTo>
                  <a:pt x="4463505" y="192622"/>
                  <a:pt x="4470550" y="170423"/>
                  <a:pt x="4479054" y="148730"/>
                </a:cubicBezTo>
                <a:cubicBezTo>
                  <a:pt x="4488003" y="127036"/>
                  <a:pt x="4498349" y="105812"/>
                  <a:pt x="4507296" y="90284"/>
                </a:cubicBezTo>
                <a:cubicBezTo>
                  <a:pt x="4511422" y="82441"/>
                  <a:pt x="4515738" y="76082"/>
                  <a:pt x="4518340" y="71595"/>
                </a:cubicBezTo>
                <a:cubicBezTo>
                  <a:pt x="4520751" y="67693"/>
                  <a:pt x="4522212" y="65235"/>
                  <a:pt x="4522592" y="64689"/>
                </a:cubicBezTo>
                <a:cubicBezTo>
                  <a:pt x="4522465" y="65274"/>
                  <a:pt x="4521831" y="67888"/>
                  <a:pt x="4520816" y="72102"/>
                </a:cubicBezTo>
                <a:cubicBezTo>
                  <a:pt x="4519801" y="76901"/>
                  <a:pt x="4517705" y="83612"/>
                  <a:pt x="4516309" y="91844"/>
                </a:cubicBezTo>
                <a:cubicBezTo>
                  <a:pt x="4512882" y="108231"/>
                  <a:pt x="4510025" y="130119"/>
                  <a:pt x="4508629" y="151851"/>
                </a:cubicBezTo>
                <a:cubicBezTo>
                  <a:pt x="4507678" y="173661"/>
                  <a:pt x="4508249" y="195276"/>
                  <a:pt x="4509835" y="211428"/>
                </a:cubicBezTo>
                <a:lnTo>
                  <a:pt x="4510629" y="218372"/>
                </a:lnTo>
                <a:lnTo>
                  <a:pt x="4569056" y="218372"/>
                </a:lnTo>
                <a:lnTo>
                  <a:pt x="4576152" y="201907"/>
                </a:lnTo>
                <a:cubicBezTo>
                  <a:pt x="4580272" y="191947"/>
                  <a:pt x="4584489" y="181269"/>
                  <a:pt x="4588408" y="170501"/>
                </a:cubicBezTo>
                <a:cubicBezTo>
                  <a:pt x="4604401" y="127583"/>
                  <a:pt x="4615382" y="83495"/>
                  <a:pt x="4615382" y="83495"/>
                </a:cubicBezTo>
                <a:cubicBezTo>
                  <a:pt x="4615382" y="83495"/>
                  <a:pt x="4619379" y="128090"/>
                  <a:pt x="4618110" y="173193"/>
                </a:cubicBezTo>
                <a:cubicBezTo>
                  <a:pt x="4617872" y="184449"/>
                  <a:pt x="4617301" y="195722"/>
                  <a:pt x="4616578" y="206300"/>
                </a:cubicBezTo>
                <a:lnTo>
                  <a:pt x="4615559" y="218372"/>
                </a:lnTo>
                <a:lnTo>
                  <a:pt x="4674083" y="218372"/>
                </a:lnTo>
                <a:lnTo>
                  <a:pt x="4673897" y="215486"/>
                </a:lnTo>
                <a:cubicBezTo>
                  <a:pt x="4672755" y="196290"/>
                  <a:pt x="4672882" y="170696"/>
                  <a:pt x="4674469" y="145335"/>
                </a:cubicBezTo>
                <a:cubicBezTo>
                  <a:pt x="4676436" y="119935"/>
                  <a:pt x="4679927" y="94770"/>
                  <a:pt x="4683734" y="76043"/>
                </a:cubicBezTo>
                <a:cubicBezTo>
                  <a:pt x="4685258" y="66679"/>
                  <a:pt x="4687479" y="58914"/>
                  <a:pt x="4688623" y="53452"/>
                </a:cubicBezTo>
                <a:cubicBezTo>
                  <a:pt x="4689827" y="48029"/>
                  <a:pt x="4690525" y="44947"/>
                  <a:pt x="4690525" y="44947"/>
                </a:cubicBezTo>
                <a:cubicBezTo>
                  <a:pt x="4690525" y="44947"/>
                  <a:pt x="4690780" y="48068"/>
                  <a:pt x="4691161" y="53569"/>
                </a:cubicBezTo>
                <a:cubicBezTo>
                  <a:pt x="4691668" y="59071"/>
                  <a:pt x="4691795" y="66874"/>
                  <a:pt x="4693064" y="76237"/>
                </a:cubicBezTo>
                <a:cubicBezTo>
                  <a:pt x="4694841" y="94965"/>
                  <a:pt x="4698903" y="119741"/>
                  <a:pt x="4704299" y="144282"/>
                </a:cubicBezTo>
                <a:cubicBezTo>
                  <a:pt x="4710200" y="168784"/>
                  <a:pt x="4717372" y="192935"/>
                  <a:pt x="4723973" y="210843"/>
                </a:cubicBezTo>
                <a:lnTo>
                  <a:pt x="4726805" y="218372"/>
                </a:lnTo>
                <a:lnTo>
                  <a:pt x="4769623" y="218372"/>
                </a:lnTo>
                <a:lnTo>
                  <a:pt x="4778300" y="195393"/>
                </a:lnTo>
                <a:cubicBezTo>
                  <a:pt x="4793278" y="161020"/>
                  <a:pt x="4813651" y="128597"/>
                  <a:pt x="4813651" y="128597"/>
                </a:cubicBezTo>
                <a:cubicBezTo>
                  <a:pt x="4813651" y="128597"/>
                  <a:pt x="4807750" y="163712"/>
                  <a:pt x="4807939" y="198436"/>
                </a:cubicBezTo>
                <a:lnTo>
                  <a:pt x="4808877" y="218372"/>
                </a:lnTo>
                <a:lnTo>
                  <a:pt x="4824571" y="218372"/>
                </a:lnTo>
                <a:lnTo>
                  <a:pt x="4825870" y="212982"/>
                </a:lnTo>
                <a:cubicBezTo>
                  <a:pt x="4829404" y="198138"/>
                  <a:pt x="4837293" y="164180"/>
                  <a:pt x="4843863" y="130002"/>
                </a:cubicBezTo>
                <a:cubicBezTo>
                  <a:pt x="4852748" y="84431"/>
                  <a:pt x="4859284" y="38509"/>
                  <a:pt x="4859284" y="38509"/>
                </a:cubicBezTo>
                <a:cubicBezTo>
                  <a:pt x="4859284" y="38509"/>
                  <a:pt x="4861125" y="48575"/>
                  <a:pt x="4863791" y="64025"/>
                </a:cubicBezTo>
                <a:cubicBezTo>
                  <a:pt x="4860300" y="41552"/>
                  <a:pt x="4857380" y="25985"/>
                  <a:pt x="4857380" y="25985"/>
                </a:cubicBezTo>
                <a:cubicBezTo>
                  <a:pt x="4857380" y="25985"/>
                  <a:pt x="4881498" y="74521"/>
                  <a:pt x="4901617" y="124188"/>
                </a:cubicBezTo>
                <a:cubicBezTo>
                  <a:pt x="4916849" y="161381"/>
                  <a:pt x="4929797" y="199143"/>
                  <a:pt x="4935318" y="215700"/>
                </a:cubicBezTo>
                <a:lnTo>
                  <a:pt x="4936197" y="218372"/>
                </a:lnTo>
                <a:lnTo>
                  <a:pt x="4964971" y="218372"/>
                </a:lnTo>
                <a:lnTo>
                  <a:pt x="4966060" y="193476"/>
                </a:lnTo>
                <a:cubicBezTo>
                  <a:pt x="4967226" y="171778"/>
                  <a:pt x="4969304" y="142897"/>
                  <a:pt x="4972953" y="114161"/>
                </a:cubicBezTo>
                <a:cubicBezTo>
                  <a:pt x="4979681" y="56652"/>
                  <a:pt x="4992565" y="0"/>
                  <a:pt x="4992565" y="0"/>
                </a:cubicBezTo>
                <a:cubicBezTo>
                  <a:pt x="4992565" y="0"/>
                  <a:pt x="4994596" y="57354"/>
                  <a:pt x="5002846" y="114044"/>
                </a:cubicBezTo>
                <a:cubicBezTo>
                  <a:pt x="5008654" y="156620"/>
                  <a:pt x="5017853" y="198692"/>
                  <a:pt x="5022089" y="217067"/>
                </a:cubicBezTo>
                <a:lnTo>
                  <a:pt x="5022398" y="218372"/>
                </a:lnTo>
                <a:lnTo>
                  <a:pt x="5062234" y="218372"/>
                </a:lnTo>
                <a:lnTo>
                  <a:pt x="5063332" y="213925"/>
                </a:lnTo>
                <a:cubicBezTo>
                  <a:pt x="5064474" y="208697"/>
                  <a:pt x="5066758" y="201206"/>
                  <a:pt x="5068344" y="192155"/>
                </a:cubicBezTo>
                <a:cubicBezTo>
                  <a:pt x="5072279" y="174051"/>
                  <a:pt x="5075706" y="149705"/>
                  <a:pt x="5077547" y="125086"/>
                </a:cubicBezTo>
                <a:cubicBezTo>
                  <a:pt x="5078816" y="100506"/>
                  <a:pt x="5078499" y="75730"/>
                  <a:pt x="5076786" y="57120"/>
                </a:cubicBezTo>
                <a:cubicBezTo>
                  <a:pt x="5076341" y="47756"/>
                  <a:pt x="5074881" y="40070"/>
                  <a:pt x="5074374" y="34607"/>
                </a:cubicBezTo>
                <a:cubicBezTo>
                  <a:pt x="5073739" y="29145"/>
                  <a:pt x="5073359" y="26024"/>
                  <a:pt x="5073359" y="26024"/>
                </a:cubicBezTo>
                <a:cubicBezTo>
                  <a:pt x="5073359" y="26024"/>
                  <a:pt x="5074628" y="29028"/>
                  <a:pt x="5076912" y="34256"/>
                </a:cubicBezTo>
                <a:cubicBezTo>
                  <a:pt x="5079008" y="39524"/>
                  <a:pt x="5082751" y="46975"/>
                  <a:pt x="5086053" y="56105"/>
                </a:cubicBezTo>
                <a:cubicBezTo>
                  <a:pt x="5093287" y="74248"/>
                  <a:pt x="5101158" y="98867"/>
                  <a:pt x="5107376" y="123837"/>
                </a:cubicBezTo>
                <a:cubicBezTo>
                  <a:pt x="5113088" y="148846"/>
                  <a:pt x="5117214" y="174246"/>
                  <a:pt x="5118801" y="193364"/>
                </a:cubicBezTo>
                <a:cubicBezTo>
                  <a:pt x="5120007" y="202962"/>
                  <a:pt x="5120007" y="210921"/>
                  <a:pt x="5120451" y="216539"/>
                </a:cubicBezTo>
                <a:lnTo>
                  <a:pt x="5120556" y="218372"/>
                </a:lnTo>
                <a:lnTo>
                  <a:pt x="5135777" y="218372"/>
                </a:lnTo>
                <a:lnTo>
                  <a:pt x="5138159" y="211546"/>
                </a:lnTo>
                <a:cubicBezTo>
                  <a:pt x="5144822" y="195159"/>
                  <a:pt x="5152755" y="179123"/>
                  <a:pt x="5159229" y="167301"/>
                </a:cubicBezTo>
                <a:cubicBezTo>
                  <a:pt x="5165639" y="155440"/>
                  <a:pt x="5170399" y="147754"/>
                  <a:pt x="5170399" y="147754"/>
                </a:cubicBezTo>
                <a:cubicBezTo>
                  <a:pt x="5170399" y="147754"/>
                  <a:pt x="5165830" y="181191"/>
                  <a:pt x="5167860" y="214081"/>
                </a:cubicBezTo>
                <a:lnTo>
                  <a:pt x="5168316" y="218372"/>
                </a:lnTo>
                <a:lnTo>
                  <a:pt x="5187343" y="218372"/>
                </a:lnTo>
                <a:lnTo>
                  <a:pt x="5224219" y="44869"/>
                </a:lnTo>
                <a:lnTo>
                  <a:pt x="5238944" y="207175"/>
                </a:lnTo>
                <a:cubicBezTo>
                  <a:pt x="5241039" y="200348"/>
                  <a:pt x="5243259" y="193325"/>
                  <a:pt x="5245608" y="186302"/>
                </a:cubicBezTo>
                <a:cubicBezTo>
                  <a:pt x="5258047" y="147325"/>
                  <a:pt x="5273660" y="109128"/>
                  <a:pt x="5273660" y="109128"/>
                </a:cubicBezTo>
                <a:cubicBezTo>
                  <a:pt x="5273660" y="109128"/>
                  <a:pt x="5272898" y="148808"/>
                  <a:pt x="5275374" y="188136"/>
                </a:cubicBezTo>
                <a:lnTo>
                  <a:pt x="5277877" y="218372"/>
                </a:lnTo>
                <a:lnTo>
                  <a:pt x="5313344" y="218372"/>
                </a:lnTo>
                <a:lnTo>
                  <a:pt x="5313796" y="217027"/>
                </a:lnTo>
                <a:cubicBezTo>
                  <a:pt x="5318214" y="203254"/>
                  <a:pt x="5323640" y="184780"/>
                  <a:pt x="5327670" y="165974"/>
                </a:cubicBezTo>
                <a:cubicBezTo>
                  <a:pt x="5335984" y="128441"/>
                  <a:pt x="5338396" y="89932"/>
                  <a:pt x="5338396" y="89932"/>
                </a:cubicBezTo>
                <a:cubicBezTo>
                  <a:pt x="5338396" y="89932"/>
                  <a:pt x="5350962" y="127466"/>
                  <a:pt x="5357563" y="166209"/>
                </a:cubicBezTo>
                <a:cubicBezTo>
                  <a:pt x="5360451" y="182166"/>
                  <a:pt x="5362292" y="198261"/>
                  <a:pt x="5363466" y="211663"/>
                </a:cubicBezTo>
                <a:lnTo>
                  <a:pt x="5363961" y="218372"/>
                </a:lnTo>
                <a:lnTo>
                  <a:pt x="5366689" y="218372"/>
                </a:lnTo>
                <a:lnTo>
                  <a:pt x="5366838" y="216393"/>
                </a:lnTo>
                <a:cubicBezTo>
                  <a:pt x="5367195" y="212706"/>
                  <a:pt x="5367464" y="210609"/>
                  <a:pt x="5367464" y="210609"/>
                </a:cubicBezTo>
                <a:cubicBezTo>
                  <a:pt x="5367464" y="210609"/>
                  <a:pt x="5371464" y="176860"/>
                  <a:pt x="5383521" y="144945"/>
                </a:cubicBezTo>
                <a:cubicBezTo>
                  <a:pt x="5389614" y="128948"/>
                  <a:pt x="5396850" y="113420"/>
                  <a:pt x="5403260" y="102067"/>
                </a:cubicBezTo>
                <a:cubicBezTo>
                  <a:pt x="5409606" y="90713"/>
                  <a:pt x="5414303" y="83378"/>
                  <a:pt x="5414303" y="83378"/>
                </a:cubicBezTo>
                <a:cubicBezTo>
                  <a:pt x="5414303" y="83378"/>
                  <a:pt x="5409733" y="115527"/>
                  <a:pt x="5413351" y="146779"/>
                </a:cubicBezTo>
                <a:cubicBezTo>
                  <a:pt x="5415191" y="162424"/>
                  <a:pt x="5418175" y="177797"/>
                  <a:pt x="5421411" y="189150"/>
                </a:cubicBezTo>
                <a:cubicBezTo>
                  <a:pt x="5424584" y="200504"/>
                  <a:pt x="5427187" y="207917"/>
                  <a:pt x="5427187" y="207917"/>
                </a:cubicBezTo>
                <a:cubicBezTo>
                  <a:pt x="5427187" y="207917"/>
                  <a:pt x="5427785" y="209660"/>
                  <a:pt x="5428935" y="212690"/>
                </a:cubicBezTo>
                <a:lnTo>
                  <a:pt x="5431232" y="218372"/>
                </a:lnTo>
                <a:lnTo>
                  <a:pt x="5472367" y="218372"/>
                </a:lnTo>
                <a:lnTo>
                  <a:pt x="5473010" y="216813"/>
                </a:lnTo>
                <a:cubicBezTo>
                  <a:pt x="5473010" y="216813"/>
                  <a:pt x="5484434" y="188955"/>
                  <a:pt x="5493509" y="160356"/>
                </a:cubicBezTo>
                <a:cubicBezTo>
                  <a:pt x="5502712" y="131874"/>
                  <a:pt x="5509440" y="102730"/>
                  <a:pt x="5509440" y="102730"/>
                </a:cubicBezTo>
                <a:cubicBezTo>
                  <a:pt x="5509440" y="102730"/>
                  <a:pt x="5517627" y="131641"/>
                  <a:pt x="5523402" y="161176"/>
                </a:cubicBezTo>
                <a:cubicBezTo>
                  <a:pt x="5527830" y="183269"/>
                  <a:pt x="5530793" y="205647"/>
                  <a:pt x="5531998" y="215455"/>
                </a:cubicBezTo>
                <a:lnTo>
                  <a:pt x="5532342" y="218372"/>
                </a:lnTo>
                <a:lnTo>
                  <a:pt x="5535689" y="218372"/>
                </a:lnTo>
                <a:lnTo>
                  <a:pt x="5537834" y="213428"/>
                </a:lnTo>
                <a:cubicBezTo>
                  <a:pt x="5538936" y="210814"/>
                  <a:pt x="5539523" y="209361"/>
                  <a:pt x="5539523" y="209361"/>
                </a:cubicBezTo>
                <a:cubicBezTo>
                  <a:pt x="5539523" y="209361"/>
                  <a:pt x="5556024" y="169681"/>
                  <a:pt x="5566179" y="128441"/>
                </a:cubicBezTo>
                <a:cubicBezTo>
                  <a:pt x="5576651" y="87358"/>
                  <a:pt x="5580460" y="45064"/>
                  <a:pt x="5580460" y="45064"/>
                </a:cubicBezTo>
                <a:cubicBezTo>
                  <a:pt x="5580460" y="45064"/>
                  <a:pt x="5591629" y="86655"/>
                  <a:pt x="5596072" y="129417"/>
                </a:cubicBezTo>
                <a:cubicBezTo>
                  <a:pt x="5600832" y="172061"/>
                  <a:pt x="5598738" y="215408"/>
                  <a:pt x="5598738" y="215408"/>
                </a:cubicBezTo>
                <a:lnTo>
                  <a:pt x="5598560" y="218372"/>
                </a:lnTo>
                <a:lnTo>
                  <a:pt x="5599732" y="218372"/>
                </a:lnTo>
                <a:lnTo>
                  <a:pt x="5606941" y="196071"/>
                </a:lnTo>
                <a:cubicBezTo>
                  <a:pt x="5610384" y="185854"/>
                  <a:pt x="5614319" y="174675"/>
                  <a:pt x="5618539" y="163555"/>
                </a:cubicBezTo>
                <a:cubicBezTo>
                  <a:pt x="5632566" y="126218"/>
                  <a:pt x="5649765" y="89854"/>
                  <a:pt x="5649765" y="89854"/>
                </a:cubicBezTo>
                <a:cubicBezTo>
                  <a:pt x="5649765" y="89854"/>
                  <a:pt x="5647290" y="128090"/>
                  <a:pt x="5648242" y="166014"/>
                </a:cubicBezTo>
                <a:cubicBezTo>
                  <a:pt x="5648655" y="184995"/>
                  <a:pt x="5649892" y="203869"/>
                  <a:pt x="5651027" y="217998"/>
                </a:cubicBezTo>
                <a:lnTo>
                  <a:pt x="5651060" y="218372"/>
                </a:lnTo>
                <a:lnTo>
                  <a:pt x="5700101" y="218372"/>
                </a:lnTo>
                <a:lnTo>
                  <a:pt x="5701852" y="212027"/>
                </a:lnTo>
                <a:cubicBezTo>
                  <a:pt x="5703066" y="207407"/>
                  <a:pt x="5703712" y="204757"/>
                  <a:pt x="5703712" y="204757"/>
                </a:cubicBezTo>
                <a:cubicBezTo>
                  <a:pt x="5703712" y="204757"/>
                  <a:pt x="5714438" y="162424"/>
                  <a:pt x="5719643" y="119117"/>
                </a:cubicBezTo>
                <a:cubicBezTo>
                  <a:pt x="5725164" y="75926"/>
                  <a:pt x="5725164" y="32110"/>
                  <a:pt x="5725164" y="32110"/>
                </a:cubicBezTo>
                <a:cubicBezTo>
                  <a:pt x="5725164" y="32110"/>
                  <a:pt x="5740078" y="74677"/>
                  <a:pt x="5749535" y="118453"/>
                </a:cubicBezTo>
                <a:cubicBezTo>
                  <a:pt x="5759309" y="162151"/>
                  <a:pt x="5763498" y="206708"/>
                  <a:pt x="5763498" y="206708"/>
                </a:cubicBezTo>
                <a:cubicBezTo>
                  <a:pt x="5763498" y="206708"/>
                  <a:pt x="5763661" y="208288"/>
                  <a:pt x="5763916" y="211154"/>
                </a:cubicBezTo>
                <a:lnTo>
                  <a:pt x="5764492" y="218372"/>
                </a:lnTo>
                <a:lnTo>
                  <a:pt x="5781430" y="218372"/>
                </a:lnTo>
                <a:lnTo>
                  <a:pt x="5793518" y="175182"/>
                </a:lnTo>
                <a:cubicBezTo>
                  <a:pt x="5803164" y="136127"/>
                  <a:pt x="5808877" y="96331"/>
                  <a:pt x="5808877" y="96331"/>
                </a:cubicBezTo>
                <a:cubicBezTo>
                  <a:pt x="5808877" y="96331"/>
                  <a:pt x="5818143" y="135776"/>
                  <a:pt x="5823410" y="175923"/>
                </a:cubicBezTo>
                <a:cubicBezTo>
                  <a:pt x="5824791" y="185951"/>
                  <a:pt x="5825913" y="196012"/>
                  <a:pt x="5826821" y="205464"/>
                </a:cubicBezTo>
                <a:lnTo>
                  <a:pt x="5827878" y="218372"/>
                </a:lnTo>
                <a:lnTo>
                  <a:pt x="5854340" y="218372"/>
                </a:lnTo>
                <a:lnTo>
                  <a:pt x="5860856" y="206122"/>
                </a:lnTo>
                <a:cubicBezTo>
                  <a:pt x="5868472" y="192193"/>
                  <a:pt x="5880023" y="174051"/>
                  <a:pt x="5892590" y="156454"/>
                </a:cubicBezTo>
                <a:cubicBezTo>
                  <a:pt x="5905600" y="138975"/>
                  <a:pt x="5919690" y="122043"/>
                  <a:pt x="5931114" y="109830"/>
                </a:cubicBezTo>
                <a:cubicBezTo>
                  <a:pt x="5941713" y="98438"/>
                  <a:pt x="5949456" y="90830"/>
                  <a:pt x="5950535" y="89815"/>
                </a:cubicBezTo>
                <a:cubicBezTo>
                  <a:pt x="5949393" y="91961"/>
                  <a:pt x="5931052" y="127193"/>
                  <a:pt x="5920896" y="163088"/>
                </a:cubicBezTo>
                <a:cubicBezTo>
                  <a:pt x="5915693" y="181659"/>
                  <a:pt x="5911820" y="200192"/>
                  <a:pt x="5909979" y="214121"/>
                </a:cubicBezTo>
                <a:lnTo>
                  <a:pt x="5909469" y="218372"/>
                </a:lnTo>
                <a:lnTo>
                  <a:pt x="5930597" y="218372"/>
                </a:lnTo>
                <a:lnTo>
                  <a:pt x="5979984" y="141356"/>
                </a:lnTo>
                <a:lnTo>
                  <a:pt x="5969615" y="218372"/>
                </a:lnTo>
                <a:lnTo>
                  <a:pt x="5990637" y="218372"/>
                </a:lnTo>
                <a:lnTo>
                  <a:pt x="5993946" y="199763"/>
                </a:lnTo>
                <a:cubicBezTo>
                  <a:pt x="5996421" y="181971"/>
                  <a:pt x="5999150" y="158093"/>
                  <a:pt x="5998579" y="134099"/>
                </a:cubicBezTo>
                <a:cubicBezTo>
                  <a:pt x="5997754" y="110221"/>
                  <a:pt x="5995152" y="85992"/>
                  <a:pt x="5989757" y="68240"/>
                </a:cubicBezTo>
                <a:cubicBezTo>
                  <a:pt x="5987853" y="59149"/>
                  <a:pt x="5984554" y="51930"/>
                  <a:pt x="5982903" y="46703"/>
                </a:cubicBezTo>
                <a:cubicBezTo>
                  <a:pt x="5981253" y="42137"/>
                  <a:pt x="5980237" y="39289"/>
                  <a:pt x="5980047" y="38665"/>
                </a:cubicBezTo>
                <a:cubicBezTo>
                  <a:pt x="5980555" y="39329"/>
                  <a:pt x="5982332" y="41943"/>
                  <a:pt x="5985315" y="46078"/>
                </a:cubicBezTo>
                <a:cubicBezTo>
                  <a:pt x="5988552" y="50955"/>
                  <a:pt x="5994073" y="57744"/>
                  <a:pt x="5998706" y="66445"/>
                </a:cubicBezTo>
                <a:cubicBezTo>
                  <a:pt x="6009623" y="83456"/>
                  <a:pt x="6019842" y="107334"/>
                  <a:pt x="6028282" y="131680"/>
                </a:cubicBezTo>
                <a:cubicBezTo>
                  <a:pt x="6032851" y="145179"/>
                  <a:pt x="6036279" y="158757"/>
                  <a:pt x="6039071" y="171437"/>
                </a:cubicBezTo>
                <a:cubicBezTo>
                  <a:pt x="6039642" y="168082"/>
                  <a:pt x="6040214" y="164726"/>
                  <a:pt x="6040848" y="161332"/>
                </a:cubicBezTo>
                <a:cubicBezTo>
                  <a:pt x="6045862" y="138741"/>
                  <a:pt x="6052463" y="116502"/>
                  <a:pt x="6058746" y="100155"/>
                </a:cubicBezTo>
                <a:cubicBezTo>
                  <a:pt x="6061539" y="91922"/>
                  <a:pt x="6064839" y="85211"/>
                  <a:pt x="6066679" y="80452"/>
                </a:cubicBezTo>
                <a:cubicBezTo>
                  <a:pt x="6068710" y="75730"/>
                  <a:pt x="6069789" y="73038"/>
                  <a:pt x="6069789" y="73038"/>
                </a:cubicBezTo>
                <a:cubicBezTo>
                  <a:pt x="6069789" y="73038"/>
                  <a:pt x="6069599" y="75848"/>
                  <a:pt x="6069218" y="80764"/>
                </a:cubicBezTo>
                <a:cubicBezTo>
                  <a:pt x="6069028" y="85679"/>
                  <a:pt x="6068012" y="92625"/>
                  <a:pt x="6068012" y="101013"/>
                </a:cubicBezTo>
                <a:cubicBezTo>
                  <a:pt x="6067314" y="117751"/>
                  <a:pt x="6068266" y="139990"/>
                  <a:pt x="6070806" y="161956"/>
                </a:cubicBezTo>
                <a:cubicBezTo>
                  <a:pt x="6072297" y="172959"/>
                  <a:pt x="6074201" y="183873"/>
                  <a:pt x="6076319" y="194042"/>
                </a:cubicBezTo>
                <a:lnTo>
                  <a:pt x="6082310" y="218372"/>
                </a:lnTo>
                <a:lnTo>
                  <a:pt x="6118430" y="218372"/>
                </a:lnTo>
                <a:lnTo>
                  <a:pt x="6108060" y="141356"/>
                </a:lnTo>
                <a:lnTo>
                  <a:pt x="6157447" y="218372"/>
                </a:lnTo>
                <a:lnTo>
                  <a:pt x="6178574" y="218372"/>
                </a:lnTo>
                <a:lnTo>
                  <a:pt x="6178064" y="214121"/>
                </a:lnTo>
                <a:cubicBezTo>
                  <a:pt x="6176160" y="200192"/>
                  <a:pt x="6172288" y="181659"/>
                  <a:pt x="6167084" y="163088"/>
                </a:cubicBezTo>
                <a:cubicBezTo>
                  <a:pt x="6156930" y="127193"/>
                  <a:pt x="6138651" y="91961"/>
                  <a:pt x="6137509" y="89815"/>
                </a:cubicBezTo>
                <a:cubicBezTo>
                  <a:pt x="6138587" y="90830"/>
                  <a:pt x="6146330" y="98438"/>
                  <a:pt x="6156866" y="109830"/>
                </a:cubicBezTo>
                <a:cubicBezTo>
                  <a:pt x="6168353" y="122043"/>
                  <a:pt x="6182379" y="138975"/>
                  <a:pt x="6195390" y="156454"/>
                </a:cubicBezTo>
                <a:cubicBezTo>
                  <a:pt x="6208020" y="174051"/>
                  <a:pt x="6219508" y="192193"/>
                  <a:pt x="6227124" y="206122"/>
                </a:cubicBezTo>
                <a:lnTo>
                  <a:pt x="6233681" y="218372"/>
                </a:lnTo>
                <a:lnTo>
                  <a:pt x="6260148" y="218372"/>
                </a:lnTo>
                <a:lnTo>
                  <a:pt x="6261196" y="205464"/>
                </a:lnTo>
                <a:cubicBezTo>
                  <a:pt x="6262094" y="196012"/>
                  <a:pt x="6263205" y="185951"/>
                  <a:pt x="6264569" y="175923"/>
                </a:cubicBezTo>
                <a:cubicBezTo>
                  <a:pt x="6269837" y="135776"/>
                  <a:pt x="6279167" y="96331"/>
                  <a:pt x="6279167" y="96331"/>
                </a:cubicBezTo>
                <a:cubicBezTo>
                  <a:pt x="6279167" y="96331"/>
                  <a:pt x="6284815" y="136127"/>
                  <a:pt x="6294526" y="175182"/>
                </a:cubicBezTo>
                <a:lnTo>
                  <a:pt x="6306569" y="218372"/>
                </a:lnTo>
                <a:lnTo>
                  <a:pt x="6323511" y="218372"/>
                </a:lnTo>
                <a:lnTo>
                  <a:pt x="6324075" y="211154"/>
                </a:lnTo>
                <a:cubicBezTo>
                  <a:pt x="6324324" y="208288"/>
                  <a:pt x="6324482" y="206708"/>
                  <a:pt x="6324482" y="206708"/>
                </a:cubicBezTo>
                <a:cubicBezTo>
                  <a:pt x="6324482" y="206708"/>
                  <a:pt x="6328671" y="162151"/>
                  <a:pt x="6338445" y="118453"/>
                </a:cubicBezTo>
                <a:cubicBezTo>
                  <a:pt x="6347711" y="75770"/>
                  <a:pt x="6362118" y="34256"/>
                  <a:pt x="6362879" y="32188"/>
                </a:cubicBezTo>
                <a:cubicBezTo>
                  <a:pt x="6362879" y="34062"/>
                  <a:pt x="6362943" y="76901"/>
                  <a:pt x="6368401" y="119117"/>
                </a:cubicBezTo>
                <a:cubicBezTo>
                  <a:pt x="6373605" y="162424"/>
                  <a:pt x="6384268" y="204757"/>
                  <a:pt x="6384268" y="204757"/>
                </a:cubicBezTo>
                <a:cubicBezTo>
                  <a:pt x="6384268" y="204757"/>
                  <a:pt x="6384919" y="207407"/>
                  <a:pt x="6386138" y="212027"/>
                </a:cubicBezTo>
                <a:lnTo>
                  <a:pt x="6387896" y="218372"/>
                </a:lnTo>
                <a:lnTo>
                  <a:pt x="6436976" y="218372"/>
                </a:lnTo>
                <a:lnTo>
                  <a:pt x="6437009" y="217998"/>
                </a:lnTo>
                <a:cubicBezTo>
                  <a:pt x="6438136" y="203869"/>
                  <a:pt x="6439358" y="184995"/>
                  <a:pt x="6439738" y="166014"/>
                </a:cubicBezTo>
                <a:cubicBezTo>
                  <a:pt x="6440754" y="128090"/>
                  <a:pt x="6438278" y="89854"/>
                  <a:pt x="6438278" y="89854"/>
                </a:cubicBezTo>
                <a:cubicBezTo>
                  <a:pt x="6438278" y="89854"/>
                  <a:pt x="6455478" y="126218"/>
                  <a:pt x="6469441" y="163555"/>
                </a:cubicBezTo>
                <a:cubicBezTo>
                  <a:pt x="6473693" y="174675"/>
                  <a:pt x="6477628" y="185854"/>
                  <a:pt x="6481063" y="196071"/>
                </a:cubicBezTo>
                <a:lnTo>
                  <a:pt x="6488253" y="218372"/>
                </a:lnTo>
                <a:lnTo>
                  <a:pt x="6489459" y="218372"/>
                </a:lnTo>
                <a:lnTo>
                  <a:pt x="6489306" y="215408"/>
                </a:lnTo>
                <a:cubicBezTo>
                  <a:pt x="6489306" y="215408"/>
                  <a:pt x="6487148" y="172061"/>
                  <a:pt x="6491971" y="129417"/>
                </a:cubicBezTo>
                <a:cubicBezTo>
                  <a:pt x="6496351" y="86655"/>
                  <a:pt x="6507584" y="45064"/>
                  <a:pt x="6507584" y="45064"/>
                </a:cubicBezTo>
                <a:cubicBezTo>
                  <a:pt x="6507584" y="45064"/>
                  <a:pt x="6511392" y="87358"/>
                  <a:pt x="6521864" y="128441"/>
                </a:cubicBezTo>
                <a:cubicBezTo>
                  <a:pt x="6531956" y="169681"/>
                  <a:pt x="6548457" y="209361"/>
                  <a:pt x="6548457" y="209361"/>
                </a:cubicBezTo>
                <a:cubicBezTo>
                  <a:pt x="6548457" y="209361"/>
                  <a:pt x="6549060" y="210814"/>
                  <a:pt x="6550179" y="213428"/>
                </a:cubicBezTo>
                <a:lnTo>
                  <a:pt x="6552337" y="218372"/>
                </a:lnTo>
                <a:lnTo>
                  <a:pt x="6555643" y="218372"/>
                </a:lnTo>
                <a:lnTo>
                  <a:pt x="6555993" y="215455"/>
                </a:lnTo>
                <a:cubicBezTo>
                  <a:pt x="6557216" y="205647"/>
                  <a:pt x="6560215" y="183269"/>
                  <a:pt x="6564641" y="161176"/>
                </a:cubicBezTo>
                <a:cubicBezTo>
                  <a:pt x="6570353" y="131641"/>
                  <a:pt x="6578604" y="102730"/>
                  <a:pt x="6578604" y="102730"/>
                </a:cubicBezTo>
                <a:cubicBezTo>
                  <a:pt x="6578604" y="102730"/>
                  <a:pt x="6585331" y="131874"/>
                  <a:pt x="6594534" y="160356"/>
                </a:cubicBezTo>
                <a:cubicBezTo>
                  <a:pt x="6603546" y="188955"/>
                  <a:pt x="6614970" y="216813"/>
                  <a:pt x="6614970" y="216813"/>
                </a:cubicBezTo>
                <a:lnTo>
                  <a:pt x="6615614" y="218372"/>
                </a:lnTo>
                <a:lnTo>
                  <a:pt x="6656796" y="218372"/>
                </a:lnTo>
                <a:lnTo>
                  <a:pt x="6659100" y="212690"/>
                </a:lnTo>
                <a:cubicBezTo>
                  <a:pt x="6660254" y="209660"/>
                  <a:pt x="6660857" y="207917"/>
                  <a:pt x="6660857" y="207917"/>
                </a:cubicBezTo>
                <a:cubicBezTo>
                  <a:pt x="6660857" y="207917"/>
                  <a:pt x="6663459" y="200504"/>
                  <a:pt x="6666633" y="189150"/>
                </a:cubicBezTo>
                <a:cubicBezTo>
                  <a:pt x="6669806" y="177797"/>
                  <a:pt x="6672852" y="162424"/>
                  <a:pt x="6674693" y="146779"/>
                </a:cubicBezTo>
                <a:cubicBezTo>
                  <a:pt x="6678310" y="115527"/>
                  <a:pt x="6673741" y="83378"/>
                  <a:pt x="6673741" y="83378"/>
                </a:cubicBezTo>
                <a:cubicBezTo>
                  <a:pt x="6673741" y="83378"/>
                  <a:pt x="6678437" y="90713"/>
                  <a:pt x="6684784" y="102067"/>
                </a:cubicBezTo>
                <a:cubicBezTo>
                  <a:pt x="6691194" y="113420"/>
                  <a:pt x="6698430" y="128948"/>
                  <a:pt x="6704522" y="144945"/>
                </a:cubicBezTo>
                <a:cubicBezTo>
                  <a:pt x="6716581" y="176860"/>
                  <a:pt x="6720579" y="210609"/>
                  <a:pt x="6720579" y="210609"/>
                </a:cubicBezTo>
                <a:cubicBezTo>
                  <a:pt x="6720579" y="210609"/>
                  <a:pt x="6720849" y="212706"/>
                  <a:pt x="6721206" y="216393"/>
                </a:cubicBezTo>
                <a:lnTo>
                  <a:pt x="6721355" y="218372"/>
                </a:lnTo>
                <a:lnTo>
                  <a:pt x="6724058" y="218372"/>
                </a:lnTo>
                <a:lnTo>
                  <a:pt x="6724555" y="211663"/>
                </a:lnTo>
                <a:cubicBezTo>
                  <a:pt x="6725737" y="198261"/>
                  <a:pt x="6727593" y="182166"/>
                  <a:pt x="6730480" y="166209"/>
                </a:cubicBezTo>
                <a:cubicBezTo>
                  <a:pt x="6737081" y="127466"/>
                  <a:pt x="6749583" y="89932"/>
                  <a:pt x="6749583" y="89932"/>
                </a:cubicBezTo>
                <a:cubicBezTo>
                  <a:pt x="6749583" y="89932"/>
                  <a:pt x="6751995" y="128441"/>
                  <a:pt x="6760373" y="165974"/>
                </a:cubicBezTo>
                <a:cubicBezTo>
                  <a:pt x="6764372" y="184780"/>
                  <a:pt x="6769782" y="203254"/>
                  <a:pt x="6774193" y="217027"/>
                </a:cubicBezTo>
                <a:lnTo>
                  <a:pt x="6774644" y="218372"/>
                </a:lnTo>
                <a:lnTo>
                  <a:pt x="6810105" y="218372"/>
                </a:lnTo>
                <a:lnTo>
                  <a:pt x="6812607" y="188136"/>
                </a:lnTo>
                <a:cubicBezTo>
                  <a:pt x="6815145" y="148808"/>
                  <a:pt x="6814320" y="109128"/>
                  <a:pt x="6814320" y="109128"/>
                </a:cubicBezTo>
                <a:cubicBezTo>
                  <a:pt x="6814320" y="109128"/>
                  <a:pt x="6829933" y="147325"/>
                  <a:pt x="6842436" y="186302"/>
                </a:cubicBezTo>
                <a:cubicBezTo>
                  <a:pt x="6844784" y="193325"/>
                  <a:pt x="6846942" y="200348"/>
                  <a:pt x="6849036" y="207175"/>
                </a:cubicBezTo>
                <a:lnTo>
                  <a:pt x="6863824" y="44869"/>
                </a:lnTo>
                <a:lnTo>
                  <a:pt x="6900702" y="218372"/>
                </a:lnTo>
                <a:lnTo>
                  <a:pt x="6919664" y="218372"/>
                </a:lnTo>
                <a:lnTo>
                  <a:pt x="6920119" y="214081"/>
                </a:lnTo>
                <a:cubicBezTo>
                  <a:pt x="6922151" y="181191"/>
                  <a:pt x="6917644" y="147754"/>
                  <a:pt x="6917644" y="147754"/>
                </a:cubicBezTo>
                <a:cubicBezTo>
                  <a:pt x="6917644" y="147754"/>
                  <a:pt x="6922404" y="155440"/>
                  <a:pt x="6928751" y="167301"/>
                </a:cubicBezTo>
                <a:cubicBezTo>
                  <a:pt x="6935288" y="179123"/>
                  <a:pt x="6943158" y="195159"/>
                  <a:pt x="6949822" y="211546"/>
                </a:cubicBezTo>
                <a:lnTo>
                  <a:pt x="6952204" y="218372"/>
                </a:lnTo>
                <a:lnTo>
                  <a:pt x="6967487" y="218372"/>
                </a:lnTo>
                <a:lnTo>
                  <a:pt x="6967592" y="216539"/>
                </a:lnTo>
                <a:cubicBezTo>
                  <a:pt x="6968037" y="210921"/>
                  <a:pt x="6968037" y="202962"/>
                  <a:pt x="6969179" y="193364"/>
                </a:cubicBezTo>
                <a:cubicBezTo>
                  <a:pt x="6970829" y="174246"/>
                  <a:pt x="6974891" y="148846"/>
                  <a:pt x="6980603" y="123837"/>
                </a:cubicBezTo>
                <a:cubicBezTo>
                  <a:pt x="6986886" y="98867"/>
                  <a:pt x="6994756" y="74248"/>
                  <a:pt x="7001992" y="56105"/>
                </a:cubicBezTo>
                <a:cubicBezTo>
                  <a:pt x="7005292" y="46975"/>
                  <a:pt x="7008973" y="39524"/>
                  <a:pt x="7011131" y="34256"/>
                </a:cubicBezTo>
                <a:cubicBezTo>
                  <a:pt x="7013352" y="29028"/>
                  <a:pt x="7014685" y="26024"/>
                  <a:pt x="7014685" y="26024"/>
                </a:cubicBezTo>
                <a:cubicBezTo>
                  <a:pt x="7014685" y="26024"/>
                  <a:pt x="7014305" y="29145"/>
                  <a:pt x="7013606" y="34607"/>
                </a:cubicBezTo>
                <a:cubicBezTo>
                  <a:pt x="7013098" y="40070"/>
                  <a:pt x="7011702" y="47756"/>
                  <a:pt x="7011258" y="57120"/>
                </a:cubicBezTo>
                <a:cubicBezTo>
                  <a:pt x="7009545" y="75730"/>
                  <a:pt x="7009227" y="100506"/>
                  <a:pt x="7010496" y="125086"/>
                </a:cubicBezTo>
                <a:cubicBezTo>
                  <a:pt x="7012337" y="149705"/>
                  <a:pt x="7015764" y="174051"/>
                  <a:pt x="7019636" y="192155"/>
                </a:cubicBezTo>
                <a:cubicBezTo>
                  <a:pt x="7021286" y="201206"/>
                  <a:pt x="7023571" y="208697"/>
                  <a:pt x="7024713" y="213925"/>
                </a:cubicBezTo>
                <a:lnTo>
                  <a:pt x="7025810" y="218372"/>
                </a:lnTo>
                <a:lnTo>
                  <a:pt x="7065645" y="218372"/>
                </a:lnTo>
                <a:lnTo>
                  <a:pt x="7065953" y="217067"/>
                </a:lnTo>
                <a:cubicBezTo>
                  <a:pt x="7070187" y="198692"/>
                  <a:pt x="7079374" y="156620"/>
                  <a:pt x="7085133" y="114044"/>
                </a:cubicBezTo>
                <a:cubicBezTo>
                  <a:pt x="7093384" y="57354"/>
                  <a:pt x="7095478" y="0"/>
                  <a:pt x="7095478" y="0"/>
                </a:cubicBezTo>
                <a:cubicBezTo>
                  <a:pt x="7095478" y="0"/>
                  <a:pt x="7108362" y="56652"/>
                  <a:pt x="7115090" y="114161"/>
                </a:cubicBezTo>
                <a:cubicBezTo>
                  <a:pt x="7118708" y="142897"/>
                  <a:pt x="7120770" y="171778"/>
                  <a:pt x="7121928" y="193476"/>
                </a:cubicBezTo>
                <a:lnTo>
                  <a:pt x="7123010" y="218372"/>
                </a:lnTo>
                <a:lnTo>
                  <a:pt x="7151790" y="218372"/>
                </a:lnTo>
                <a:lnTo>
                  <a:pt x="7152672" y="215700"/>
                </a:lnTo>
                <a:cubicBezTo>
                  <a:pt x="7158212" y="199143"/>
                  <a:pt x="7171195" y="161381"/>
                  <a:pt x="7186427" y="124188"/>
                </a:cubicBezTo>
                <a:cubicBezTo>
                  <a:pt x="7205784" y="76355"/>
                  <a:pt x="7228822" y="29574"/>
                  <a:pt x="7230536" y="26180"/>
                </a:cubicBezTo>
                <a:cubicBezTo>
                  <a:pt x="7230219" y="27936"/>
                  <a:pt x="7227870" y="41123"/>
                  <a:pt x="7224888" y="60007"/>
                </a:cubicBezTo>
                <a:cubicBezTo>
                  <a:pt x="7227172" y="46859"/>
                  <a:pt x="7228695" y="38509"/>
                  <a:pt x="7228695" y="38509"/>
                </a:cubicBezTo>
                <a:cubicBezTo>
                  <a:pt x="7228695" y="38509"/>
                  <a:pt x="7235296" y="84431"/>
                  <a:pt x="7244182" y="130002"/>
                </a:cubicBezTo>
                <a:cubicBezTo>
                  <a:pt x="7250751" y="164180"/>
                  <a:pt x="7258641" y="198138"/>
                  <a:pt x="7262175" y="212982"/>
                </a:cubicBezTo>
                <a:lnTo>
                  <a:pt x="7263474" y="218372"/>
                </a:lnTo>
                <a:lnTo>
                  <a:pt x="7279143" y="218372"/>
                </a:lnTo>
                <a:lnTo>
                  <a:pt x="7280104" y="198436"/>
                </a:lnTo>
                <a:cubicBezTo>
                  <a:pt x="7280294" y="163712"/>
                  <a:pt x="7274392" y="128597"/>
                  <a:pt x="7274392" y="128597"/>
                </a:cubicBezTo>
                <a:cubicBezTo>
                  <a:pt x="7274392" y="128597"/>
                  <a:pt x="7294765" y="161020"/>
                  <a:pt x="7309679" y="195393"/>
                </a:cubicBezTo>
                <a:lnTo>
                  <a:pt x="7318357" y="218372"/>
                </a:lnTo>
                <a:lnTo>
                  <a:pt x="7361240" y="218372"/>
                </a:lnTo>
                <a:lnTo>
                  <a:pt x="7364071" y="210843"/>
                </a:lnTo>
                <a:cubicBezTo>
                  <a:pt x="7370607" y="192935"/>
                  <a:pt x="7377843" y="168784"/>
                  <a:pt x="7383682" y="144282"/>
                </a:cubicBezTo>
                <a:cubicBezTo>
                  <a:pt x="7389076" y="119741"/>
                  <a:pt x="7393138" y="94965"/>
                  <a:pt x="7394979" y="76237"/>
                </a:cubicBezTo>
                <a:cubicBezTo>
                  <a:pt x="7396185" y="66874"/>
                  <a:pt x="7396375" y="59071"/>
                  <a:pt x="7396883" y="53569"/>
                </a:cubicBezTo>
                <a:cubicBezTo>
                  <a:pt x="7397264" y="48068"/>
                  <a:pt x="7397455" y="44947"/>
                  <a:pt x="7397455" y="44947"/>
                </a:cubicBezTo>
                <a:cubicBezTo>
                  <a:pt x="7397455" y="44947"/>
                  <a:pt x="7398153" y="48029"/>
                  <a:pt x="7399422" y="53452"/>
                </a:cubicBezTo>
                <a:cubicBezTo>
                  <a:pt x="7400564" y="58914"/>
                  <a:pt x="7402722" y="66679"/>
                  <a:pt x="7404309" y="76043"/>
                </a:cubicBezTo>
                <a:cubicBezTo>
                  <a:pt x="7408117" y="94770"/>
                  <a:pt x="7411544" y="119935"/>
                  <a:pt x="7413575" y="145335"/>
                </a:cubicBezTo>
                <a:cubicBezTo>
                  <a:pt x="7415161" y="170696"/>
                  <a:pt x="7415225" y="196290"/>
                  <a:pt x="7414083" y="215486"/>
                </a:cubicBezTo>
                <a:lnTo>
                  <a:pt x="7413918" y="218372"/>
                </a:lnTo>
                <a:lnTo>
                  <a:pt x="7472465" y="218372"/>
                </a:lnTo>
                <a:lnTo>
                  <a:pt x="7471455" y="206300"/>
                </a:lnTo>
                <a:cubicBezTo>
                  <a:pt x="7470738" y="195722"/>
                  <a:pt x="7470171" y="184449"/>
                  <a:pt x="7469933" y="173193"/>
                </a:cubicBezTo>
                <a:cubicBezTo>
                  <a:pt x="7468664" y="128090"/>
                  <a:pt x="7472663" y="83495"/>
                  <a:pt x="7472663" y="83495"/>
                </a:cubicBezTo>
                <a:cubicBezTo>
                  <a:pt x="7472663" y="83495"/>
                  <a:pt x="7483642" y="127583"/>
                  <a:pt x="7499573" y="170501"/>
                </a:cubicBezTo>
                <a:cubicBezTo>
                  <a:pt x="7503492" y="181269"/>
                  <a:pt x="7507713" y="191947"/>
                  <a:pt x="7511839" y="201907"/>
                </a:cubicBezTo>
                <a:lnTo>
                  <a:pt x="7518949" y="218372"/>
                </a:lnTo>
                <a:lnTo>
                  <a:pt x="7577392" y="218372"/>
                </a:lnTo>
                <a:lnTo>
                  <a:pt x="7578208" y="211428"/>
                </a:lnTo>
                <a:cubicBezTo>
                  <a:pt x="7579795" y="195276"/>
                  <a:pt x="7580302" y="173661"/>
                  <a:pt x="7579414" y="151851"/>
                </a:cubicBezTo>
                <a:cubicBezTo>
                  <a:pt x="7578018" y="130119"/>
                  <a:pt x="7575098" y="108231"/>
                  <a:pt x="7571671" y="91844"/>
                </a:cubicBezTo>
                <a:cubicBezTo>
                  <a:pt x="7570275" y="83612"/>
                  <a:pt x="7568244" y="76901"/>
                  <a:pt x="7567229" y="72102"/>
                </a:cubicBezTo>
                <a:cubicBezTo>
                  <a:pt x="7566213" y="67888"/>
                  <a:pt x="7565578" y="65274"/>
                  <a:pt x="7565451" y="64689"/>
                </a:cubicBezTo>
                <a:cubicBezTo>
                  <a:pt x="7565832" y="65235"/>
                  <a:pt x="7567292" y="67693"/>
                  <a:pt x="7569703" y="71595"/>
                </a:cubicBezTo>
                <a:cubicBezTo>
                  <a:pt x="7572306" y="76082"/>
                  <a:pt x="7576622" y="82441"/>
                  <a:pt x="7580747" y="90284"/>
                </a:cubicBezTo>
                <a:cubicBezTo>
                  <a:pt x="7589695" y="105812"/>
                  <a:pt x="7599977" y="127036"/>
                  <a:pt x="7608926" y="148730"/>
                </a:cubicBezTo>
                <a:cubicBezTo>
                  <a:pt x="7617430" y="170423"/>
                  <a:pt x="7624539" y="192622"/>
                  <a:pt x="7628601" y="209438"/>
                </a:cubicBezTo>
                <a:lnTo>
                  <a:pt x="7630630" y="218372"/>
                </a:lnTo>
                <a:lnTo>
                  <a:pt x="7686702" y="218372"/>
                </a:lnTo>
                <a:lnTo>
                  <a:pt x="7690481" y="205264"/>
                </a:lnTo>
                <a:cubicBezTo>
                  <a:pt x="7690799" y="204132"/>
                  <a:pt x="7691053" y="203040"/>
                  <a:pt x="7691370" y="201908"/>
                </a:cubicBezTo>
                <a:lnTo>
                  <a:pt x="7698148" y="218372"/>
                </a:lnTo>
                <a:lnTo>
                  <a:pt x="7838682" y="218372"/>
                </a:lnTo>
                <a:lnTo>
                  <a:pt x="7843881" y="165858"/>
                </a:lnTo>
                <a:cubicBezTo>
                  <a:pt x="7847832" y="176343"/>
                  <a:pt x="7851922" y="186731"/>
                  <a:pt x="7855834" y="196415"/>
                </a:cubicBezTo>
                <a:lnTo>
                  <a:pt x="7864912" y="218372"/>
                </a:lnTo>
                <a:lnTo>
                  <a:pt x="7949815" y="218372"/>
                </a:lnTo>
                <a:lnTo>
                  <a:pt x="7951965" y="212091"/>
                </a:lnTo>
                <a:lnTo>
                  <a:pt x="7954144" y="218372"/>
                </a:lnTo>
                <a:lnTo>
                  <a:pt x="8039018" y="218372"/>
                </a:lnTo>
                <a:lnTo>
                  <a:pt x="8048097" y="196415"/>
                </a:lnTo>
                <a:cubicBezTo>
                  <a:pt x="8052009" y="186731"/>
                  <a:pt x="8056099" y="176343"/>
                  <a:pt x="8060049" y="165858"/>
                </a:cubicBezTo>
                <a:lnTo>
                  <a:pt x="8065249" y="218372"/>
                </a:lnTo>
                <a:lnTo>
                  <a:pt x="8205783" y="218372"/>
                </a:lnTo>
                <a:lnTo>
                  <a:pt x="8212560" y="201908"/>
                </a:lnTo>
                <a:cubicBezTo>
                  <a:pt x="8212878" y="203040"/>
                  <a:pt x="8213131" y="204132"/>
                  <a:pt x="8213449" y="205264"/>
                </a:cubicBezTo>
                <a:lnTo>
                  <a:pt x="8217235" y="218372"/>
                </a:lnTo>
                <a:lnTo>
                  <a:pt x="8273329" y="218372"/>
                </a:lnTo>
                <a:lnTo>
                  <a:pt x="8275329" y="209438"/>
                </a:lnTo>
                <a:cubicBezTo>
                  <a:pt x="8279391" y="192622"/>
                  <a:pt x="8286499" y="170423"/>
                  <a:pt x="8295004" y="148730"/>
                </a:cubicBezTo>
                <a:cubicBezTo>
                  <a:pt x="8303953" y="127036"/>
                  <a:pt x="8314298" y="105812"/>
                  <a:pt x="8323183" y="90284"/>
                </a:cubicBezTo>
                <a:cubicBezTo>
                  <a:pt x="8327372" y="82441"/>
                  <a:pt x="8331624" y="76082"/>
                  <a:pt x="8334290" y="71595"/>
                </a:cubicBezTo>
                <a:cubicBezTo>
                  <a:pt x="8336702" y="67693"/>
                  <a:pt x="8338161" y="65235"/>
                  <a:pt x="8338478" y="64689"/>
                </a:cubicBezTo>
                <a:cubicBezTo>
                  <a:pt x="8338352" y="65274"/>
                  <a:pt x="8337780" y="67888"/>
                  <a:pt x="8336702" y="72102"/>
                </a:cubicBezTo>
                <a:cubicBezTo>
                  <a:pt x="8335686" y="76901"/>
                  <a:pt x="8333656" y="83612"/>
                  <a:pt x="8332259" y="91844"/>
                </a:cubicBezTo>
                <a:cubicBezTo>
                  <a:pt x="8328832" y="108231"/>
                  <a:pt x="8325975" y="130119"/>
                  <a:pt x="8324579" y="151851"/>
                </a:cubicBezTo>
                <a:cubicBezTo>
                  <a:pt x="8323627" y="173661"/>
                  <a:pt x="8324135" y="195276"/>
                  <a:pt x="8325785" y="211428"/>
                </a:cubicBezTo>
                <a:lnTo>
                  <a:pt x="8326579" y="218372"/>
                </a:lnTo>
                <a:lnTo>
                  <a:pt x="8385005" y="218372"/>
                </a:lnTo>
                <a:lnTo>
                  <a:pt x="8392101" y="201907"/>
                </a:lnTo>
                <a:cubicBezTo>
                  <a:pt x="8396222" y="191947"/>
                  <a:pt x="8400438" y="181269"/>
                  <a:pt x="8404357" y="170501"/>
                </a:cubicBezTo>
                <a:cubicBezTo>
                  <a:pt x="8420287" y="127583"/>
                  <a:pt x="8431330" y="83495"/>
                  <a:pt x="8431330" y="83495"/>
                </a:cubicBezTo>
                <a:cubicBezTo>
                  <a:pt x="8431330" y="83495"/>
                  <a:pt x="8435265" y="128090"/>
                  <a:pt x="8433996" y="173193"/>
                </a:cubicBezTo>
                <a:cubicBezTo>
                  <a:pt x="8433774" y="184449"/>
                  <a:pt x="8433214" y="195722"/>
                  <a:pt x="8432500" y="206300"/>
                </a:cubicBezTo>
                <a:lnTo>
                  <a:pt x="8431489" y="218372"/>
                </a:lnTo>
                <a:lnTo>
                  <a:pt x="8490012" y="218372"/>
                </a:lnTo>
                <a:lnTo>
                  <a:pt x="8489847" y="215486"/>
                </a:lnTo>
                <a:cubicBezTo>
                  <a:pt x="8488705" y="196290"/>
                  <a:pt x="8488832" y="170696"/>
                  <a:pt x="8490355" y="145335"/>
                </a:cubicBezTo>
                <a:cubicBezTo>
                  <a:pt x="8492385" y="119935"/>
                  <a:pt x="8495813" y="94770"/>
                  <a:pt x="8499621" y="76043"/>
                </a:cubicBezTo>
                <a:cubicBezTo>
                  <a:pt x="8501207" y="66679"/>
                  <a:pt x="8503366" y="58914"/>
                  <a:pt x="8504508" y="53452"/>
                </a:cubicBezTo>
                <a:cubicBezTo>
                  <a:pt x="8505778" y="48029"/>
                  <a:pt x="8506476" y="44947"/>
                  <a:pt x="8506476" y="44947"/>
                </a:cubicBezTo>
                <a:cubicBezTo>
                  <a:pt x="8506476" y="44947"/>
                  <a:pt x="8506729" y="48068"/>
                  <a:pt x="8507110" y="53569"/>
                </a:cubicBezTo>
                <a:cubicBezTo>
                  <a:pt x="8507618" y="59071"/>
                  <a:pt x="8507745" y="66874"/>
                  <a:pt x="8508951" y="76237"/>
                </a:cubicBezTo>
                <a:cubicBezTo>
                  <a:pt x="8510791" y="94965"/>
                  <a:pt x="8514853" y="119741"/>
                  <a:pt x="8520247" y="144282"/>
                </a:cubicBezTo>
                <a:cubicBezTo>
                  <a:pt x="8526087" y="168784"/>
                  <a:pt x="8533322" y="192935"/>
                  <a:pt x="8539859" y="210843"/>
                </a:cubicBezTo>
                <a:lnTo>
                  <a:pt x="8542690" y="218372"/>
                </a:lnTo>
                <a:lnTo>
                  <a:pt x="8585573" y="218372"/>
                </a:lnTo>
                <a:lnTo>
                  <a:pt x="8594250" y="195393"/>
                </a:lnTo>
                <a:cubicBezTo>
                  <a:pt x="8609165" y="161020"/>
                  <a:pt x="8629538" y="128597"/>
                  <a:pt x="8629538" y="128597"/>
                </a:cubicBezTo>
                <a:cubicBezTo>
                  <a:pt x="8629538" y="128597"/>
                  <a:pt x="8623699" y="163712"/>
                  <a:pt x="8623826" y="198436"/>
                </a:cubicBezTo>
                <a:lnTo>
                  <a:pt x="8624788" y="218372"/>
                </a:lnTo>
                <a:lnTo>
                  <a:pt x="8640457" y="218372"/>
                </a:lnTo>
                <a:lnTo>
                  <a:pt x="8641755" y="212982"/>
                </a:lnTo>
                <a:cubicBezTo>
                  <a:pt x="8645290" y="198138"/>
                  <a:pt x="8653179" y="164180"/>
                  <a:pt x="8659748" y="130002"/>
                </a:cubicBezTo>
                <a:cubicBezTo>
                  <a:pt x="8668697" y="84431"/>
                  <a:pt x="8675234" y="38509"/>
                  <a:pt x="8675234" y="38509"/>
                </a:cubicBezTo>
                <a:cubicBezTo>
                  <a:pt x="8675234" y="38509"/>
                  <a:pt x="8676757" y="46859"/>
                  <a:pt x="8679042" y="60046"/>
                </a:cubicBezTo>
                <a:cubicBezTo>
                  <a:pt x="8675869" y="39758"/>
                  <a:pt x="8673330" y="25985"/>
                  <a:pt x="8673330" y="25985"/>
                </a:cubicBezTo>
                <a:cubicBezTo>
                  <a:pt x="8673330" y="25985"/>
                  <a:pt x="8697384" y="74521"/>
                  <a:pt x="8717503" y="124188"/>
                </a:cubicBezTo>
                <a:cubicBezTo>
                  <a:pt x="8732783" y="161381"/>
                  <a:pt x="8745742" y="199143"/>
                  <a:pt x="8751267" y="215700"/>
                </a:cubicBezTo>
                <a:lnTo>
                  <a:pt x="8752146" y="218372"/>
                </a:lnTo>
                <a:lnTo>
                  <a:pt x="8780919" y="218372"/>
                </a:lnTo>
                <a:lnTo>
                  <a:pt x="8782001" y="193476"/>
                </a:lnTo>
                <a:cubicBezTo>
                  <a:pt x="8783160" y="171778"/>
                  <a:pt x="8785222" y="142897"/>
                  <a:pt x="8788840" y="114161"/>
                </a:cubicBezTo>
                <a:cubicBezTo>
                  <a:pt x="8795567" y="56652"/>
                  <a:pt x="8808451" y="0"/>
                  <a:pt x="8808451" y="0"/>
                </a:cubicBezTo>
                <a:cubicBezTo>
                  <a:pt x="8808451" y="0"/>
                  <a:pt x="8810545" y="57354"/>
                  <a:pt x="8818796" y="114044"/>
                </a:cubicBezTo>
                <a:cubicBezTo>
                  <a:pt x="8824555" y="156620"/>
                  <a:pt x="8833742" y="198692"/>
                  <a:pt x="8837976" y="217067"/>
                </a:cubicBezTo>
                <a:lnTo>
                  <a:pt x="8838284" y="218372"/>
                </a:lnTo>
                <a:lnTo>
                  <a:pt x="8878119" y="218372"/>
                </a:lnTo>
                <a:lnTo>
                  <a:pt x="8879217" y="213925"/>
                </a:lnTo>
                <a:cubicBezTo>
                  <a:pt x="8880359" y="208697"/>
                  <a:pt x="8882707" y="201206"/>
                  <a:pt x="8884294" y="192155"/>
                </a:cubicBezTo>
                <a:cubicBezTo>
                  <a:pt x="8888229" y="174051"/>
                  <a:pt x="8891656" y="149705"/>
                  <a:pt x="8893433" y="125086"/>
                </a:cubicBezTo>
                <a:cubicBezTo>
                  <a:pt x="8894766" y="100506"/>
                  <a:pt x="8894386" y="75730"/>
                  <a:pt x="8892735" y="57120"/>
                </a:cubicBezTo>
                <a:cubicBezTo>
                  <a:pt x="8892227" y="47756"/>
                  <a:pt x="8890831" y="40070"/>
                  <a:pt x="8890324" y="34607"/>
                </a:cubicBezTo>
                <a:cubicBezTo>
                  <a:pt x="8889626" y="29145"/>
                  <a:pt x="8889244" y="26024"/>
                  <a:pt x="8889244" y="26024"/>
                </a:cubicBezTo>
                <a:cubicBezTo>
                  <a:pt x="8889244" y="26024"/>
                  <a:pt x="8890578" y="29028"/>
                  <a:pt x="8892862" y="34256"/>
                </a:cubicBezTo>
                <a:cubicBezTo>
                  <a:pt x="8894957" y="39524"/>
                  <a:pt x="8898701" y="46975"/>
                  <a:pt x="8901938" y="56105"/>
                </a:cubicBezTo>
                <a:cubicBezTo>
                  <a:pt x="8909237" y="74248"/>
                  <a:pt x="8917043" y="98867"/>
                  <a:pt x="8923326" y="123837"/>
                </a:cubicBezTo>
                <a:cubicBezTo>
                  <a:pt x="8929038" y="148846"/>
                  <a:pt x="8933100" y="174246"/>
                  <a:pt x="8934750" y="193364"/>
                </a:cubicBezTo>
                <a:cubicBezTo>
                  <a:pt x="8935956" y="202962"/>
                  <a:pt x="8935892" y="210921"/>
                  <a:pt x="8936401" y="216539"/>
                </a:cubicBezTo>
                <a:lnTo>
                  <a:pt x="8936493" y="218372"/>
                </a:lnTo>
                <a:lnTo>
                  <a:pt x="8951725" y="218372"/>
                </a:lnTo>
                <a:lnTo>
                  <a:pt x="8954107" y="211546"/>
                </a:lnTo>
                <a:cubicBezTo>
                  <a:pt x="8960772" y="195159"/>
                  <a:pt x="8968642" y="179123"/>
                  <a:pt x="8975179" y="167301"/>
                </a:cubicBezTo>
                <a:cubicBezTo>
                  <a:pt x="8981526" y="155440"/>
                  <a:pt x="8986286" y="147754"/>
                  <a:pt x="8986286" y="147754"/>
                </a:cubicBezTo>
                <a:cubicBezTo>
                  <a:pt x="8986286" y="147754"/>
                  <a:pt x="8981780" y="181191"/>
                  <a:pt x="8983810" y="214081"/>
                </a:cubicBezTo>
                <a:lnTo>
                  <a:pt x="8984266" y="218372"/>
                </a:lnTo>
                <a:lnTo>
                  <a:pt x="9003229" y="218372"/>
                </a:lnTo>
                <a:lnTo>
                  <a:pt x="9040105" y="44869"/>
                </a:lnTo>
                <a:lnTo>
                  <a:pt x="9054893" y="207175"/>
                </a:lnTo>
                <a:cubicBezTo>
                  <a:pt x="9056988" y="200348"/>
                  <a:pt x="9059209" y="193325"/>
                  <a:pt x="9061494" y="186302"/>
                </a:cubicBezTo>
                <a:cubicBezTo>
                  <a:pt x="9073997" y="147325"/>
                  <a:pt x="9089610" y="109128"/>
                  <a:pt x="9089610" y="109128"/>
                </a:cubicBezTo>
                <a:cubicBezTo>
                  <a:pt x="9089610" y="109128"/>
                  <a:pt x="9088785" y="148808"/>
                  <a:pt x="9091323" y="188136"/>
                </a:cubicBezTo>
                <a:lnTo>
                  <a:pt x="9093825" y="218372"/>
                </a:lnTo>
                <a:lnTo>
                  <a:pt x="9129285" y="218372"/>
                </a:lnTo>
                <a:lnTo>
                  <a:pt x="9129737" y="217027"/>
                </a:lnTo>
                <a:cubicBezTo>
                  <a:pt x="9134148" y="203254"/>
                  <a:pt x="9139558" y="184780"/>
                  <a:pt x="9143557" y="165974"/>
                </a:cubicBezTo>
                <a:cubicBezTo>
                  <a:pt x="9151934" y="128441"/>
                  <a:pt x="9154346" y="89932"/>
                  <a:pt x="9154346" y="89932"/>
                </a:cubicBezTo>
                <a:cubicBezTo>
                  <a:pt x="9154346" y="89932"/>
                  <a:pt x="9166849" y="127466"/>
                  <a:pt x="9173513" y="166209"/>
                </a:cubicBezTo>
                <a:cubicBezTo>
                  <a:pt x="9176369" y="182166"/>
                  <a:pt x="9178209" y="198261"/>
                  <a:pt x="9179384" y="211663"/>
                </a:cubicBezTo>
                <a:lnTo>
                  <a:pt x="9179877" y="218372"/>
                </a:lnTo>
                <a:lnTo>
                  <a:pt x="9182596" y="218372"/>
                </a:lnTo>
                <a:lnTo>
                  <a:pt x="9182747" y="216393"/>
                </a:lnTo>
                <a:cubicBezTo>
                  <a:pt x="9183096" y="212706"/>
                  <a:pt x="9183350" y="210609"/>
                  <a:pt x="9183350" y="210609"/>
                </a:cubicBezTo>
                <a:cubicBezTo>
                  <a:pt x="9183350" y="210609"/>
                  <a:pt x="9187412" y="176860"/>
                  <a:pt x="9199471" y="144945"/>
                </a:cubicBezTo>
                <a:cubicBezTo>
                  <a:pt x="9205563" y="128948"/>
                  <a:pt x="9212799" y="113420"/>
                  <a:pt x="9219145" y="102067"/>
                </a:cubicBezTo>
                <a:cubicBezTo>
                  <a:pt x="9225492" y="90713"/>
                  <a:pt x="9230189" y="83378"/>
                  <a:pt x="9230189" y="83378"/>
                </a:cubicBezTo>
                <a:cubicBezTo>
                  <a:pt x="9230189" y="83378"/>
                  <a:pt x="9225619" y="115527"/>
                  <a:pt x="9229237" y="146779"/>
                </a:cubicBezTo>
                <a:cubicBezTo>
                  <a:pt x="9231077" y="162424"/>
                  <a:pt x="9234124" y="177797"/>
                  <a:pt x="9237360" y="189150"/>
                </a:cubicBezTo>
                <a:cubicBezTo>
                  <a:pt x="9240470" y="200504"/>
                  <a:pt x="9243073" y="207917"/>
                  <a:pt x="9243073" y="207917"/>
                </a:cubicBezTo>
                <a:cubicBezTo>
                  <a:pt x="9243073" y="207917"/>
                  <a:pt x="9243676" y="209660"/>
                  <a:pt x="9244830" y="212690"/>
                </a:cubicBezTo>
                <a:lnTo>
                  <a:pt x="9247134" y="218372"/>
                </a:lnTo>
                <a:lnTo>
                  <a:pt x="9288315" y="218372"/>
                </a:lnTo>
                <a:lnTo>
                  <a:pt x="9288959" y="216813"/>
                </a:lnTo>
                <a:cubicBezTo>
                  <a:pt x="9288959" y="216813"/>
                  <a:pt x="9300383" y="188955"/>
                  <a:pt x="9309396" y="160356"/>
                </a:cubicBezTo>
                <a:cubicBezTo>
                  <a:pt x="9318598" y="131874"/>
                  <a:pt x="9325326" y="102730"/>
                  <a:pt x="9325326" y="102730"/>
                </a:cubicBezTo>
                <a:cubicBezTo>
                  <a:pt x="9325326" y="102730"/>
                  <a:pt x="9333577" y="131641"/>
                  <a:pt x="9339289" y="161176"/>
                </a:cubicBezTo>
                <a:cubicBezTo>
                  <a:pt x="9343716" y="183269"/>
                  <a:pt x="9346714" y="205647"/>
                  <a:pt x="9347937" y="215455"/>
                </a:cubicBezTo>
                <a:lnTo>
                  <a:pt x="9348288" y="218372"/>
                </a:lnTo>
                <a:lnTo>
                  <a:pt x="9351606" y="218372"/>
                </a:lnTo>
                <a:lnTo>
                  <a:pt x="9353775" y="213428"/>
                </a:lnTo>
                <a:cubicBezTo>
                  <a:pt x="9354886" y="210814"/>
                  <a:pt x="9355473" y="209361"/>
                  <a:pt x="9355473" y="209361"/>
                </a:cubicBezTo>
                <a:cubicBezTo>
                  <a:pt x="9355473" y="209361"/>
                  <a:pt x="9371974" y="169681"/>
                  <a:pt x="9382065" y="128441"/>
                </a:cubicBezTo>
                <a:cubicBezTo>
                  <a:pt x="9392601" y="87358"/>
                  <a:pt x="9396345" y="45064"/>
                  <a:pt x="9396345" y="45064"/>
                </a:cubicBezTo>
                <a:cubicBezTo>
                  <a:pt x="9396345" y="45064"/>
                  <a:pt x="9407579" y="86655"/>
                  <a:pt x="9411958" y="129417"/>
                </a:cubicBezTo>
                <a:cubicBezTo>
                  <a:pt x="9416782" y="172061"/>
                  <a:pt x="9414624" y="215408"/>
                  <a:pt x="9414624" y="215408"/>
                </a:cubicBezTo>
                <a:lnTo>
                  <a:pt x="9414472" y="218372"/>
                </a:lnTo>
                <a:lnTo>
                  <a:pt x="9415681" y="218372"/>
                </a:lnTo>
                <a:lnTo>
                  <a:pt x="9422890" y="196071"/>
                </a:lnTo>
                <a:cubicBezTo>
                  <a:pt x="9426334" y="185854"/>
                  <a:pt x="9430269" y="174675"/>
                  <a:pt x="9434489" y="163555"/>
                </a:cubicBezTo>
                <a:cubicBezTo>
                  <a:pt x="9448452" y="126218"/>
                  <a:pt x="9465652" y="89854"/>
                  <a:pt x="9465652" y="89854"/>
                </a:cubicBezTo>
                <a:cubicBezTo>
                  <a:pt x="9465652" y="89854"/>
                  <a:pt x="9463240" y="128090"/>
                  <a:pt x="9464191" y="166014"/>
                </a:cubicBezTo>
                <a:cubicBezTo>
                  <a:pt x="9464573" y="184995"/>
                  <a:pt x="9465810" y="203869"/>
                  <a:pt x="9466953" y="217998"/>
                </a:cubicBezTo>
                <a:lnTo>
                  <a:pt x="9466986" y="218372"/>
                </a:lnTo>
                <a:lnTo>
                  <a:pt x="9516051" y="218372"/>
                </a:lnTo>
                <a:lnTo>
                  <a:pt x="9517802" y="212027"/>
                </a:lnTo>
                <a:cubicBezTo>
                  <a:pt x="9519016" y="207407"/>
                  <a:pt x="9519662" y="204757"/>
                  <a:pt x="9519662" y="204757"/>
                </a:cubicBezTo>
                <a:cubicBezTo>
                  <a:pt x="9519662" y="204757"/>
                  <a:pt x="9530324" y="162424"/>
                  <a:pt x="9535592" y="119117"/>
                </a:cubicBezTo>
                <a:cubicBezTo>
                  <a:pt x="9540987" y="76901"/>
                  <a:pt x="9541050" y="34062"/>
                  <a:pt x="9541050" y="32188"/>
                </a:cubicBezTo>
                <a:cubicBezTo>
                  <a:pt x="9541812" y="34256"/>
                  <a:pt x="9556282" y="75770"/>
                  <a:pt x="9565485" y="118453"/>
                </a:cubicBezTo>
                <a:cubicBezTo>
                  <a:pt x="9575258" y="162151"/>
                  <a:pt x="9579447" y="206708"/>
                  <a:pt x="9579447" y="206708"/>
                </a:cubicBezTo>
                <a:cubicBezTo>
                  <a:pt x="9579447" y="206708"/>
                  <a:pt x="9579606" y="208288"/>
                  <a:pt x="9579856" y="211154"/>
                </a:cubicBezTo>
                <a:lnTo>
                  <a:pt x="9580423" y="218372"/>
                </a:lnTo>
                <a:lnTo>
                  <a:pt x="9597379" y="218372"/>
                </a:lnTo>
                <a:lnTo>
                  <a:pt x="9609467" y="175182"/>
                </a:lnTo>
                <a:cubicBezTo>
                  <a:pt x="9619114" y="136127"/>
                  <a:pt x="9624763" y="96331"/>
                  <a:pt x="9624763" y="96331"/>
                </a:cubicBezTo>
                <a:cubicBezTo>
                  <a:pt x="9624763" y="96331"/>
                  <a:pt x="9634092" y="135776"/>
                  <a:pt x="9639361" y="175923"/>
                </a:cubicBezTo>
                <a:cubicBezTo>
                  <a:pt x="9640726" y="185951"/>
                  <a:pt x="9641836" y="196012"/>
                  <a:pt x="9642735" y="205464"/>
                </a:cubicBezTo>
                <a:lnTo>
                  <a:pt x="9643782" y="218372"/>
                </a:lnTo>
                <a:lnTo>
                  <a:pt x="9670266" y="218372"/>
                </a:lnTo>
                <a:lnTo>
                  <a:pt x="9676805" y="206122"/>
                </a:lnTo>
                <a:cubicBezTo>
                  <a:pt x="9684422" y="192193"/>
                  <a:pt x="9695909" y="174051"/>
                  <a:pt x="9708539" y="156454"/>
                </a:cubicBezTo>
                <a:cubicBezTo>
                  <a:pt x="9721550" y="138975"/>
                  <a:pt x="9735576" y="122043"/>
                  <a:pt x="9747064" y="109830"/>
                </a:cubicBezTo>
                <a:cubicBezTo>
                  <a:pt x="9757600" y="98438"/>
                  <a:pt x="9765342" y="90830"/>
                  <a:pt x="9766422" y="89815"/>
                </a:cubicBezTo>
                <a:cubicBezTo>
                  <a:pt x="9765279" y="91961"/>
                  <a:pt x="9747000" y="127193"/>
                  <a:pt x="9736846" y="163088"/>
                </a:cubicBezTo>
                <a:cubicBezTo>
                  <a:pt x="9731641" y="181659"/>
                  <a:pt x="9727770" y="200192"/>
                  <a:pt x="9725930" y="214121"/>
                </a:cubicBezTo>
                <a:lnTo>
                  <a:pt x="9725406" y="218372"/>
                </a:lnTo>
                <a:lnTo>
                  <a:pt x="9746483" y="218372"/>
                </a:lnTo>
                <a:lnTo>
                  <a:pt x="9795870" y="141356"/>
                </a:lnTo>
                <a:lnTo>
                  <a:pt x="9785500" y="218372"/>
                </a:lnTo>
                <a:lnTo>
                  <a:pt x="9806524" y="218372"/>
                </a:lnTo>
                <a:lnTo>
                  <a:pt x="9809833" y="199763"/>
                </a:lnTo>
                <a:cubicBezTo>
                  <a:pt x="9812372" y="181971"/>
                  <a:pt x="9815100" y="158093"/>
                  <a:pt x="9814466" y="134099"/>
                </a:cubicBezTo>
                <a:cubicBezTo>
                  <a:pt x="9813704" y="110221"/>
                  <a:pt x="9811038" y="85992"/>
                  <a:pt x="9805644" y="68240"/>
                </a:cubicBezTo>
                <a:cubicBezTo>
                  <a:pt x="9803803" y="59149"/>
                  <a:pt x="9800503" y="51930"/>
                  <a:pt x="9798790" y="46703"/>
                </a:cubicBezTo>
                <a:cubicBezTo>
                  <a:pt x="9797203" y="42137"/>
                  <a:pt x="9796124" y="39289"/>
                  <a:pt x="9795933" y="38665"/>
                </a:cubicBezTo>
                <a:cubicBezTo>
                  <a:pt x="9796441" y="39329"/>
                  <a:pt x="9798281" y="41943"/>
                  <a:pt x="9801201" y="46078"/>
                </a:cubicBezTo>
                <a:cubicBezTo>
                  <a:pt x="9804438" y="50955"/>
                  <a:pt x="9810023" y="57744"/>
                  <a:pt x="9814656" y="66445"/>
                </a:cubicBezTo>
                <a:cubicBezTo>
                  <a:pt x="9825572" y="83456"/>
                  <a:pt x="9835790" y="107334"/>
                  <a:pt x="9844231" y="131680"/>
                </a:cubicBezTo>
                <a:cubicBezTo>
                  <a:pt x="9848738" y="145179"/>
                  <a:pt x="9852228" y="158757"/>
                  <a:pt x="9854958" y="171437"/>
                </a:cubicBezTo>
                <a:cubicBezTo>
                  <a:pt x="9855592" y="168082"/>
                  <a:pt x="9856100" y="164726"/>
                  <a:pt x="9856798" y="161332"/>
                </a:cubicBezTo>
                <a:cubicBezTo>
                  <a:pt x="9861812" y="138741"/>
                  <a:pt x="9868413" y="116502"/>
                  <a:pt x="9874696" y="100155"/>
                </a:cubicBezTo>
                <a:cubicBezTo>
                  <a:pt x="9877489" y="91922"/>
                  <a:pt x="9880788" y="85211"/>
                  <a:pt x="9882629" y="80452"/>
                </a:cubicBezTo>
                <a:cubicBezTo>
                  <a:pt x="9884597" y="75730"/>
                  <a:pt x="9885739" y="73038"/>
                  <a:pt x="9885739" y="73038"/>
                </a:cubicBezTo>
                <a:cubicBezTo>
                  <a:pt x="9885739" y="73038"/>
                  <a:pt x="9885548" y="75848"/>
                  <a:pt x="9885168" y="80764"/>
                </a:cubicBezTo>
                <a:cubicBezTo>
                  <a:pt x="9884914" y="85679"/>
                  <a:pt x="9883962" y="92625"/>
                  <a:pt x="9883962" y="101013"/>
                </a:cubicBezTo>
                <a:cubicBezTo>
                  <a:pt x="9883264" y="117751"/>
                  <a:pt x="9884216" y="139990"/>
                  <a:pt x="9886691" y="161956"/>
                </a:cubicBezTo>
                <a:cubicBezTo>
                  <a:pt x="9888214" y="172959"/>
                  <a:pt x="9890118" y="183873"/>
                  <a:pt x="9892236" y="194042"/>
                </a:cubicBezTo>
                <a:lnTo>
                  <a:pt x="9898256" y="218372"/>
                </a:lnTo>
                <a:lnTo>
                  <a:pt x="9934341" y="218372"/>
                </a:lnTo>
                <a:lnTo>
                  <a:pt x="9924010" y="141356"/>
                </a:lnTo>
                <a:lnTo>
                  <a:pt x="9973397" y="218372"/>
                </a:lnTo>
                <a:lnTo>
                  <a:pt x="9994468" y="218372"/>
                </a:lnTo>
                <a:lnTo>
                  <a:pt x="9993950" y="214121"/>
                </a:lnTo>
                <a:cubicBezTo>
                  <a:pt x="9992110" y="200192"/>
                  <a:pt x="9988238" y="181659"/>
                  <a:pt x="9983033" y="163088"/>
                </a:cubicBezTo>
                <a:cubicBezTo>
                  <a:pt x="9972879" y="127193"/>
                  <a:pt x="9954600" y="91961"/>
                  <a:pt x="9953458" y="89815"/>
                </a:cubicBezTo>
                <a:cubicBezTo>
                  <a:pt x="9954537" y="90830"/>
                  <a:pt x="9962217" y="98438"/>
                  <a:pt x="9972815" y="109830"/>
                </a:cubicBezTo>
                <a:cubicBezTo>
                  <a:pt x="9984240" y="122043"/>
                  <a:pt x="9998329" y="138975"/>
                  <a:pt x="10011340" y="156454"/>
                </a:cubicBezTo>
                <a:cubicBezTo>
                  <a:pt x="10023907" y="174051"/>
                  <a:pt x="10035457" y="192193"/>
                  <a:pt x="10043074" y="206122"/>
                </a:cubicBezTo>
                <a:lnTo>
                  <a:pt x="10049590" y="218372"/>
                </a:lnTo>
                <a:lnTo>
                  <a:pt x="10076072" y="218372"/>
                </a:lnTo>
                <a:lnTo>
                  <a:pt x="10077119" y="205464"/>
                </a:lnTo>
                <a:cubicBezTo>
                  <a:pt x="10078020" y="196012"/>
                  <a:pt x="10079139" y="185951"/>
                  <a:pt x="10080519" y="175923"/>
                </a:cubicBezTo>
                <a:cubicBezTo>
                  <a:pt x="10085787" y="135776"/>
                  <a:pt x="10095053" y="96331"/>
                  <a:pt x="10095053" y="96331"/>
                </a:cubicBezTo>
                <a:cubicBezTo>
                  <a:pt x="10095053" y="96331"/>
                  <a:pt x="10100765" y="136127"/>
                  <a:pt x="10110412" y="175182"/>
                </a:cubicBezTo>
                <a:lnTo>
                  <a:pt x="10122500" y="218372"/>
                </a:lnTo>
                <a:lnTo>
                  <a:pt x="10139456" y="218372"/>
                </a:lnTo>
                <a:lnTo>
                  <a:pt x="10140023" y="211154"/>
                </a:lnTo>
                <a:cubicBezTo>
                  <a:pt x="10140273" y="208288"/>
                  <a:pt x="10140432" y="206708"/>
                  <a:pt x="10140432" y="206708"/>
                </a:cubicBezTo>
                <a:cubicBezTo>
                  <a:pt x="10140432" y="206708"/>
                  <a:pt x="10144621" y="162151"/>
                  <a:pt x="10154394" y="118453"/>
                </a:cubicBezTo>
                <a:cubicBezTo>
                  <a:pt x="10163597" y="75770"/>
                  <a:pt x="10178068" y="34256"/>
                  <a:pt x="10178830" y="32188"/>
                </a:cubicBezTo>
                <a:cubicBezTo>
                  <a:pt x="10178830" y="34062"/>
                  <a:pt x="10178893" y="76901"/>
                  <a:pt x="10184288" y="119117"/>
                </a:cubicBezTo>
                <a:cubicBezTo>
                  <a:pt x="10189555" y="162424"/>
                  <a:pt x="10200218" y="204757"/>
                  <a:pt x="10200218" y="204757"/>
                </a:cubicBezTo>
                <a:cubicBezTo>
                  <a:pt x="10200218" y="204757"/>
                  <a:pt x="10200865" y="207407"/>
                  <a:pt x="10202078" y="212027"/>
                </a:cubicBezTo>
                <a:lnTo>
                  <a:pt x="10203829" y="218372"/>
                </a:lnTo>
                <a:lnTo>
                  <a:pt x="10252893" y="218372"/>
                </a:lnTo>
                <a:lnTo>
                  <a:pt x="10252927" y="217998"/>
                </a:lnTo>
                <a:cubicBezTo>
                  <a:pt x="10254069" y="203869"/>
                  <a:pt x="10255307" y="184995"/>
                  <a:pt x="10255688" y="166014"/>
                </a:cubicBezTo>
                <a:cubicBezTo>
                  <a:pt x="10256640" y="128090"/>
                  <a:pt x="10254228" y="89854"/>
                  <a:pt x="10254228" y="89854"/>
                </a:cubicBezTo>
                <a:cubicBezTo>
                  <a:pt x="10254228" y="89854"/>
                  <a:pt x="10271364" y="126218"/>
                  <a:pt x="10285390" y="163555"/>
                </a:cubicBezTo>
                <a:cubicBezTo>
                  <a:pt x="10289611" y="174675"/>
                  <a:pt x="10293546" y="185854"/>
                  <a:pt x="10296989" y="196071"/>
                </a:cubicBezTo>
                <a:lnTo>
                  <a:pt x="10304198" y="218372"/>
                </a:lnTo>
                <a:lnTo>
                  <a:pt x="10305369" y="218372"/>
                </a:lnTo>
                <a:lnTo>
                  <a:pt x="10305192" y="215408"/>
                </a:lnTo>
                <a:cubicBezTo>
                  <a:pt x="10305192" y="215408"/>
                  <a:pt x="10303098" y="172061"/>
                  <a:pt x="10307921" y="129417"/>
                </a:cubicBezTo>
                <a:cubicBezTo>
                  <a:pt x="10312300" y="86655"/>
                  <a:pt x="10323534" y="45064"/>
                  <a:pt x="10323534" y="45064"/>
                </a:cubicBezTo>
                <a:cubicBezTo>
                  <a:pt x="10323534" y="45064"/>
                  <a:pt x="10327279" y="87358"/>
                  <a:pt x="10337814" y="128441"/>
                </a:cubicBezTo>
                <a:cubicBezTo>
                  <a:pt x="10347906" y="169681"/>
                  <a:pt x="10364407" y="209361"/>
                  <a:pt x="10364407" y="209361"/>
                </a:cubicBezTo>
                <a:cubicBezTo>
                  <a:pt x="10364407" y="209361"/>
                  <a:pt x="10364994" y="210814"/>
                  <a:pt x="10366097" y="213428"/>
                </a:cubicBezTo>
                <a:lnTo>
                  <a:pt x="10368241" y="218372"/>
                </a:lnTo>
                <a:lnTo>
                  <a:pt x="10371592" y="218372"/>
                </a:lnTo>
                <a:lnTo>
                  <a:pt x="10371942" y="215455"/>
                </a:lnTo>
                <a:cubicBezTo>
                  <a:pt x="10373162" y="205647"/>
                  <a:pt x="10376148" y="183269"/>
                  <a:pt x="10380527" y="161176"/>
                </a:cubicBezTo>
                <a:cubicBezTo>
                  <a:pt x="10386303" y="131641"/>
                  <a:pt x="10394554" y="102730"/>
                  <a:pt x="10394554" y="102730"/>
                </a:cubicBezTo>
                <a:cubicBezTo>
                  <a:pt x="10394554" y="102730"/>
                  <a:pt x="10401281" y="131874"/>
                  <a:pt x="10410420" y="160356"/>
                </a:cubicBezTo>
                <a:cubicBezTo>
                  <a:pt x="10419496" y="188955"/>
                  <a:pt x="10430920" y="216813"/>
                  <a:pt x="10430920" y="216813"/>
                </a:cubicBezTo>
                <a:lnTo>
                  <a:pt x="10431563" y="218372"/>
                </a:lnTo>
                <a:lnTo>
                  <a:pt x="10472741" y="218372"/>
                </a:lnTo>
                <a:lnTo>
                  <a:pt x="10475049" y="212690"/>
                </a:lnTo>
                <a:cubicBezTo>
                  <a:pt x="10476204" y="209660"/>
                  <a:pt x="10476807" y="207917"/>
                  <a:pt x="10476807" y="207917"/>
                </a:cubicBezTo>
                <a:cubicBezTo>
                  <a:pt x="10476807" y="207917"/>
                  <a:pt x="10479409" y="200504"/>
                  <a:pt x="10482519" y="189150"/>
                </a:cubicBezTo>
                <a:cubicBezTo>
                  <a:pt x="10485756" y="177797"/>
                  <a:pt x="10488738" y="162424"/>
                  <a:pt x="10490643" y="146779"/>
                </a:cubicBezTo>
                <a:cubicBezTo>
                  <a:pt x="10494260" y="115527"/>
                  <a:pt x="10489627" y="83378"/>
                  <a:pt x="10489627" y="83378"/>
                </a:cubicBezTo>
                <a:cubicBezTo>
                  <a:pt x="10489627" y="83378"/>
                  <a:pt x="10494387" y="90713"/>
                  <a:pt x="10500670" y="102067"/>
                </a:cubicBezTo>
                <a:cubicBezTo>
                  <a:pt x="10507080" y="113420"/>
                  <a:pt x="10514316" y="128948"/>
                  <a:pt x="10520408" y="144945"/>
                </a:cubicBezTo>
                <a:cubicBezTo>
                  <a:pt x="10532467" y="176860"/>
                  <a:pt x="10536466" y="210609"/>
                  <a:pt x="10536466" y="210609"/>
                </a:cubicBezTo>
                <a:cubicBezTo>
                  <a:pt x="10536466" y="210609"/>
                  <a:pt x="10536736" y="212706"/>
                  <a:pt x="10537093" y="216393"/>
                </a:cubicBezTo>
                <a:lnTo>
                  <a:pt x="10537241" y="218372"/>
                </a:lnTo>
                <a:lnTo>
                  <a:pt x="10539984" y="218372"/>
                </a:lnTo>
                <a:lnTo>
                  <a:pt x="10540472" y="211663"/>
                </a:lnTo>
                <a:cubicBezTo>
                  <a:pt x="10541638" y="198261"/>
                  <a:pt x="10543478" y="182166"/>
                  <a:pt x="10546366" y="166209"/>
                </a:cubicBezTo>
                <a:cubicBezTo>
                  <a:pt x="10552967" y="127466"/>
                  <a:pt x="10565533" y="89932"/>
                  <a:pt x="10565533" y="89932"/>
                </a:cubicBezTo>
                <a:cubicBezTo>
                  <a:pt x="10565533" y="89932"/>
                  <a:pt x="10567945" y="128441"/>
                  <a:pt x="10576323" y="165974"/>
                </a:cubicBezTo>
                <a:cubicBezTo>
                  <a:pt x="10580321" y="184780"/>
                  <a:pt x="10585732" y="203254"/>
                  <a:pt x="10590143" y="217027"/>
                </a:cubicBezTo>
                <a:lnTo>
                  <a:pt x="10590594" y="218372"/>
                </a:lnTo>
                <a:lnTo>
                  <a:pt x="10626054" y="218372"/>
                </a:lnTo>
                <a:lnTo>
                  <a:pt x="10628556" y="188136"/>
                </a:lnTo>
                <a:cubicBezTo>
                  <a:pt x="10631032" y="148808"/>
                  <a:pt x="10630270" y="109128"/>
                  <a:pt x="10630270" y="109128"/>
                </a:cubicBezTo>
                <a:cubicBezTo>
                  <a:pt x="10630270" y="109128"/>
                  <a:pt x="10645883" y="147325"/>
                  <a:pt x="10658385" y="186302"/>
                </a:cubicBezTo>
                <a:cubicBezTo>
                  <a:pt x="10660670" y="193325"/>
                  <a:pt x="10662892" y="200348"/>
                  <a:pt x="10664986" y="207175"/>
                </a:cubicBezTo>
                <a:lnTo>
                  <a:pt x="10679710" y="44869"/>
                </a:lnTo>
                <a:lnTo>
                  <a:pt x="10716644" y="218372"/>
                </a:lnTo>
                <a:lnTo>
                  <a:pt x="10735613" y="218372"/>
                </a:lnTo>
                <a:lnTo>
                  <a:pt x="10736069" y="214081"/>
                </a:lnTo>
                <a:cubicBezTo>
                  <a:pt x="10738100" y="181191"/>
                  <a:pt x="10733530" y="147754"/>
                  <a:pt x="10733530" y="147754"/>
                </a:cubicBezTo>
                <a:cubicBezTo>
                  <a:pt x="10733530" y="147754"/>
                  <a:pt x="10738290" y="155440"/>
                  <a:pt x="10744700" y="167301"/>
                </a:cubicBezTo>
                <a:cubicBezTo>
                  <a:pt x="10751238" y="179123"/>
                  <a:pt x="10759107" y="195159"/>
                  <a:pt x="10765772" y="211546"/>
                </a:cubicBezTo>
                <a:lnTo>
                  <a:pt x="10768154" y="218372"/>
                </a:lnTo>
                <a:lnTo>
                  <a:pt x="10783387" y="218372"/>
                </a:lnTo>
                <a:lnTo>
                  <a:pt x="10783479" y="216539"/>
                </a:lnTo>
                <a:cubicBezTo>
                  <a:pt x="10783923" y="210921"/>
                  <a:pt x="10783923" y="202962"/>
                  <a:pt x="10785129" y="193364"/>
                </a:cubicBezTo>
                <a:cubicBezTo>
                  <a:pt x="10786779" y="174246"/>
                  <a:pt x="10790841" y="148846"/>
                  <a:pt x="10796553" y="123837"/>
                </a:cubicBezTo>
                <a:cubicBezTo>
                  <a:pt x="10802773" y="98867"/>
                  <a:pt x="10810643" y="74248"/>
                  <a:pt x="10817941" y="56105"/>
                </a:cubicBezTo>
                <a:cubicBezTo>
                  <a:pt x="10821178" y="46975"/>
                  <a:pt x="10824923" y="39524"/>
                  <a:pt x="10827018" y="34256"/>
                </a:cubicBezTo>
                <a:cubicBezTo>
                  <a:pt x="10829302" y="29028"/>
                  <a:pt x="10830635" y="26024"/>
                  <a:pt x="10830635" y="26024"/>
                </a:cubicBezTo>
                <a:cubicBezTo>
                  <a:pt x="10830635" y="26024"/>
                  <a:pt x="10830254" y="29145"/>
                  <a:pt x="10829556" y="34607"/>
                </a:cubicBezTo>
                <a:cubicBezTo>
                  <a:pt x="10829048" y="40070"/>
                  <a:pt x="10827652" y="47756"/>
                  <a:pt x="10827144" y="57120"/>
                </a:cubicBezTo>
                <a:cubicBezTo>
                  <a:pt x="10825431" y="75730"/>
                  <a:pt x="10825113" y="100506"/>
                  <a:pt x="10826446" y="125086"/>
                </a:cubicBezTo>
                <a:cubicBezTo>
                  <a:pt x="10828223" y="149705"/>
                  <a:pt x="10831651" y="174051"/>
                  <a:pt x="10835585" y="192155"/>
                </a:cubicBezTo>
                <a:cubicBezTo>
                  <a:pt x="10837172" y="201206"/>
                  <a:pt x="10839457" y="208697"/>
                  <a:pt x="10840662" y="213925"/>
                </a:cubicBezTo>
                <a:lnTo>
                  <a:pt x="10841760" y="218372"/>
                </a:lnTo>
                <a:lnTo>
                  <a:pt x="10881540" y="218372"/>
                </a:lnTo>
                <a:lnTo>
                  <a:pt x="10881850" y="217067"/>
                </a:lnTo>
                <a:cubicBezTo>
                  <a:pt x="10886101" y="198692"/>
                  <a:pt x="10895324" y="156620"/>
                  <a:pt x="10901083" y="114044"/>
                </a:cubicBezTo>
                <a:cubicBezTo>
                  <a:pt x="10909334" y="57354"/>
                  <a:pt x="10911428" y="0"/>
                  <a:pt x="10911428" y="0"/>
                </a:cubicBezTo>
                <a:cubicBezTo>
                  <a:pt x="10911428" y="0"/>
                  <a:pt x="10924312" y="56652"/>
                  <a:pt x="10930976" y="114161"/>
                </a:cubicBezTo>
                <a:cubicBezTo>
                  <a:pt x="10934625" y="142897"/>
                  <a:pt x="10936704" y="171778"/>
                  <a:pt x="10937870" y="193476"/>
                </a:cubicBezTo>
                <a:lnTo>
                  <a:pt x="10938958" y="218372"/>
                </a:lnTo>
                <a:lnTo>
                  <a:pt x="10967734" y="218372"/>
                </a:lnTo>
                <a:lnTo>
                  <a:pt x="10968613" y="215700"/>
                </a:lnTo>
                <a:cubicBezTo>
                  <a:pt x="10974137" y="199143"/>
                  <a:pt x="10987096" y="161381"/>
                  <a:pt x="11002377" y="124188"/>
                </a:cubicBezTo>
                <a:cubicBezTo>
                  <a:pt x="11021670" y="76355"/>
                  <a:pt x="11044772" y="29574"/>
                  <a:pt x="11046486" y="26180"/>
                </a:cubicBezTo>
                <a:cubicBezTo>
                  <a:pt x="11046168" y="27936"/>
                  <a:pt x="11043820" y="41123"/>
                  <a:pt x="11040837" y="60007"/>
                </a:cubicBezTo>
                <a:cubicBezTo>
                  <a:pt x="11043122" y="46859"/>
                  <a:pt x="11044645" y="38509"/>
                  <a:pt x="11044645" y="38509"/>
                </a:cubicBezTo>
                <a:cubicBezTo>
                  <a:pt x="11044645" y="38509"/>
                  <a:pt x="11051182" y="84431"/>
                  <a:pt x="11060132" y="130002"/>
                </a:cubicBezTo>
                <a:cubicBezTo>
                  <a:pt x="11066700" y="164180"/>
                  <a:pt x="11074554" y="198138"/>
                  <a:pt x="11078071" y="212982"/>
                </a:cubicBezTo>
                <a:lnTo>
                  <a:pt x="11079362" y="218372"/>
                </a:lnTo>
                <a:lnTo>
                  <a:pt x="11095052" y="218372"/>
                </a:lnTo>
                <a:lnTo>
                  <a:pt x="11095990" y="198436"/>
                </a:lnTo>
                <a:cubicBezTo>
                  <a:pt x="11096180" y="163712"/>
                  <a:pt x="11090342" y="128597"/>
                  <a:pt x="11090342" y="128597"/>
                </a:cubicBezTo>
                <a:cubicBezTo>
                  <a:pt x="11090342" y="128597"/>
                  <a:pt x="11110714" y="161020"/>
                  <a:pt x="11125629" y="195393"/>
                </a:cubicBezTo>
                <a:lnTo>
                  <a:pt x="11134306" y="218372"/>
                </a:lnTo>
                <a:lnTo>
                  <a:pt x="11177178" y="218372"/>
                </a:lnTo>
                <a:lnTo>
                  <a:pt x="11180021" y="210843"/>
                </a:lnTo>
                <a:cubicBezTo>
                  <a:pt x="11186557" y="192935"/>
                  <a:pt x="11193729" y="168784"/>
                  <a:pt x="11199632" y="144282"/>
                </a:cubicBezTo>
                <a:cubicBezTo>
                  <a:pt x="11205026" y="119741"/>
                  <a:pt x="11209088" y="94965"/>
                  <a:pt x="11210866" y="76237"/>
                </a:cubicBezTo>
                <a:cubicBezTo>
                  <a:pt x="11212135" y="66874"/>
                  <a:pt x="11212262" y="59071"/>
                  <a:pt x="11212769" y="53569"/>
                </a:cubicBezTo>
                <a:cubicBezTo>
                  <a:pt x="11213150" y="48068"/>
                  <a:pt x="11213404" y="44947"/>
                  <a:pt x="11213404" y="44947"/>
                </a:cubicBezTo>
                <a:cubicBezTo>
                  <a:pt x="11213404" y="44947"/>
                  <a:pt x="11214102" y="48029"/>
                  <a:pt x="11215371" y="53452"/>
                </a:cubicBezTo>
                <a:cubicBezTo>
                  <a:pt x="11216451" y="58914"/>
                  <a:pt x="11218672" y="66679"/>
                  <a:pt x="11220258" y="76043"/>
                </a:cubicBezTo>
                <a:cubicBezTo>
                  <a:pt x="11224066" y="94770"/>
                  <a:pt x="11227494" y="119935"/>
                  <a:pt x="11229524" y="145335"/>
                </a:cubicBezTo>
                <a:cubicBezTo>
                  <a:pt x="11231048" y="170696"/>
                  <a:pt x="11231175" y="196290"/>
                  <a:pt x="11230033" y="215486"/>
                </a:cubicBezTo>
                <a:lnTo>
                  <a:pt x="11229847" y="218372"/>
                </a:lnTo>
                <a:lnTo>
                  <a:pt x="11288371" y="218372"/>
                </a:lnTo>
                <a:lnTo>
                  <a:pt x="11287352" y="206300"/>
                </a:lnTo>
                <a:cubicBezTo>
                  <a:pt x="11286629" y="195722"/>
                  <a:pt x="11286058" y="184449"/>
                  <a:pt x="11285820" y="173193"/>
                </a:cubicBezTo>
                <a:cubicBezTo>
                  <a:pt x="11284551" y="128090"/>
                  <a:pt x="11288549" y="83495"/>
                  <a:pt x="11288549" y="83495"/>
                </a:cubicBezTo>
                <a:cubicBezTo>
                  <a:pt x="11288549" y="83495"/>
                  <a:pt x="11299529" y="127583"/>
                  <a:pt x="11315522" y="170501"/>
                </a:cubicBezTo>
                <a:cubicBezTo>
                  <a:pt x="11319441" y="181269"/>
                  <a:pt x="11323658" y="191947"/>
                  <a:pt x="11327778" y="201907"/>
                </a:cubicBezTo>
                <a:lnTo>
                  <a:pt x="11334875" y="218372"/>
                </a:lnTo>
                <a:lnTo>
                  <a:pt x="11393301" y="218372"/>
                </a:lnTo>
                <a:lnTo>
                  <a:pt x="11394095" y="211428"/>
                </a:lnTo>
                <a:cubicBezTo>
                  <a:pt x="11395745" y="195276"/>
                  <a:pt x="11396252" y="173661"/>
                  <a:pt x="11395300" y="151851"/>
                </a:cubicBezTo>
                <a:cubicBezTo>
                  <a:pt x="11393904" y="130119"/>
                  <a:pt x="11391048" y="108231"/>
                  <a:pt x="11387621" y="91844"/>
                </a:cubicBezTo>
                <a:cubicBezTo>
                  <a:pt x="11386225" y="83612"/>
                  <a:pt x="11384193" y="76901"/>
                  <a:pt x="11383115" y="72102"/>
                </a:cubicBezTo>
                <a:cubicBezTo>
                  <a:pt x="11382099" y="67888"/>
                  <a:pt x="11381528" y="65274"/>
                  <a:pt x="11381401" y="64689"/>
                </a:cubicBezTo>
                <a:cubicBezTo>
                  <a:pt x="11381718" y="65235"/>
                  <a:pt x="11383178" y="67693"/>
                  <a:pt x="11385590" y="71595"/>
                </a:cubicBezTo>
                <a:cubicBezTo>
                  <a:pt x="11388192" y="76082"/>
                  <a:pt x="11392508" y="82441"/>
                  <a:pt x="11396697" y="90284"/>
                </a:cubicBezTo>
                <a:cubicBezTo>
                  <a:pt x="11405582" y="105812"/>
                  <a:pt x="11415927" y="127036"/>
                  <a:pt x="11424876" y="148730"/>
                </a:cubicBezTo>
                <a:cubicBezTo>
                  <a:pt x="11433380" y="170423"/>
                  <a:pt x="11440488" y="192622"/>
                  <a:pt x="11444550" y="209438"/>
                </a:cubicBezTo>
                <a:lnTo>
                  <a:pt x="11446551" y="218372"/>
                </a:lnTo>
                <a:lnTo>
                  <a:pt x="11502645" y="218372"/>
                </a:lnTo>
                <a:lnTo>
                  <a:pt x="11506431" y="205264"/>
                </a:lnTo>
                <a:cubicBezTo>
                  <a:pt x="11516712" y="167106"/>
                  <a:pt x="11524582" y="128402"/>
                  <a:pt x="11524582" y="128402"/>
                </a:cubicBezTo>
                <a:cubicBezTo>
                  <a:pt x="11524582" y="128402"/>
                  <a:pt x="11531690" y="167145"/>
                  <a:pt x="11536324" y="206239"/>
                </a:cubicBezTo>
                <a:lnTo>
                  <a:pt x="11537526" y="218372"/>
                </a:lnTo>
                <a:lnTo>
                  <a:pt x="11551326" y="218372"/>
                </a:lnTo>
                <a:lnTo>
                  <a:pt x="11551334" y="217583"/>
                </a:lnTo>
                <a:cubicBezTo>
                  <a:pt x="11551508" y="200650"/>
                  <a:pt x="11551746" y="178070"/>
                  <a:pt x="11552000" y="155479"/>
                </a:cubicBezTo>
                <a:cubicBezTo>
                  <a:pt x="11551746" y="110221"/>
                  <a:pt x="11551492" y="65001"/>
                  <a:pt x="11551492" y="65001"/>
                </a:cubicBezTo>
                <a:cubicBezTo>
                  <a:pt x="11551492" y="65001"/>
                  <a:pt x="11566597" y="109089"/>
                  <a:pt x="11581766" y="153177"/>
                </a:cubicBezTo>
                <a:cubicBezTo>
                  <a:pt x="11588970" y="175319"/>
                  <a:pt x="11596173" y="197451"/>
                  <a:pt x="11601576" y="214048"/>
                </a:cubicBezTo>
                <a:lnTo>
                  <a:pt x="11602984" y="218372"/>
                </a:lnTo>
                <a:lnTo>
                  <a:pt x="11631817" y="218372"/>
                </a:lnTo>
                <a:lnTo>
                  <a:pt x="11630548" y="198810"/>
                </a:lnTo>
                <a:cubicBezTo>
                  <a:pt x="11629962" y="188338"/>
                  <a:pt x="11629446" y="177172"/>
                  <a:pt x="11629113" y="166014"/>
                </a:cubicBezTo>
                <a:cubicBezTo>
                  <a:pt x="11627652" y="121379"/>
                  <a:pt x="11629049" y="76940"/>
                  <a:pt x="11629049" y="76940"/>
                </a:cubicBezTo>
                <a:cubicBezTo>
                  <a:pt x="11629049" y="76940"/>
                  <a:pt x="11642568" y="120443"/>
                  <a:pt x="11658815" y="163244"/>
                </a:cubicBezTo>
                <a:cubicBezTo>
                  <a:pt x="11662829" y="173963"/>
                  <a:pt x="11667014" y="184632"/>
                  <a:pt x="11671033" y="194605"/>
                </a:cubicBezTo>
                <a:lnTo>
                  <a:pt x="11680846" y="218372"/>
                </a:lnTo>
                <a:lnTo>
                  <a:pt x="11743666" y="218372"/>
                </a:lnTo>
                <a:lnTo>
                  <a:pt x="11744495" y="206668"/>
                </a:lnTo>
                <a:cubicBezTo>
                  <a:pt x="11747098" y="209829"/>
                  <a:pt x="11749764" y="213028"/>
                  <a:pt x="11752429" y="216188"/>
                </a:cubicBezTo>
                <a:lnTo>
                  <a:pt x="11754285" y="218372"/>
                </a:lnTo>
                <a:lnTo>
                  <a:pt x="11846181" y="218372"/>
                </a:lnTo>
                <a:lnTo>
                  <a:pt x="11871620" y="130704"/>
                </a:lnTo>
                <a:lnTo>
                  <a:pt x="11872127" y="129182"/>
                </a:lnTo>
                <a:lnTo>
                  <a:pt x="11872572" y="130704"/>
                </a:lnTo>
                <a:lnTo>
                  <a:pt x="11898010" y="218372"/>
                </a:lnTo>
                <a:lnTo>
                  <a:pt x="11989902" y="218372"/>
                </a:lnTo>
                <a:lnTo>
                  <a:pt x="11991762" y="216188"/>
                </a:lnTo>
                <a:cubicBezTo>
                  <a:pt x="11994428" y="213028"/>
                  <a:pt x="11997031" y="209829"/>
                  <a:pt x="11999696" y="206668"/>
                </a:cubicBezTo>
                <a:lnTo>
                  <a:pt x="12000526" y="218372"/>
                </a:lnTo>
                <a:lnTo>
                  <a:pt x="12063384" y="218372"/>
                </a:lnTo>
                <a:lnTo>
                  <a:pt x="12073195" y="194605"/>
                </a:lnTo>
                <a:cubicBezTo>
                  <a:pt x="12077217" y="184632"/>
                  <a:pt x="12081410" y="173963"/>
                  <a:pt x="12085440" y="163244"/>
                </a:cubicBezTo>
                <a:cubicBezTo>
                  <a:pt x="12101624" y="120443"/>
                  <a:pt x="12115142" y="76940"/>
                  <a:pt x="12115142" y="76940"/>
                </a:cubicBezTo>
                <a:cubicBezTo>
                  <a:pt x="12115142" y="76940"/>
                  <a:pt x="12116538" y="121379"/>
                  <a:pt x="12115079" y="166014"/>
                </a:cubicBezTo>
                <a:cubicBezTo>
                  <a:pt x="12114746" y="177172"/>
                  <a:pt x="12114230" y="188338"/>
                  <a:pt x="12113644" y="198810"/>
                </a:cubicBezTo>
                <a:lnTo>
                  <a:pt x="12112375" y="218372"/>
                </a:lnTo>
                <a:lnTo>
                  <a:pt x="12143208" y="218372"/>
                </a:lnTo>
                <a:lnTo>
                  <a:pt x="12186225" y="90946"/>
                </a:lnTo>
                <a:lnTo>
                  <a:pt x="12190350" y="218372"/>
                </a:lnTo>
                <a:lnTo>
                  <a:pt x="12192000" y="218372"/>
                </a:lnTo>
                <a:lnTo>
                  <a:pt x="12192000" y="269100"/>
                </a:lnTo>
                <a:lnTo>
                  <a:pt x="12192001" y="269133"/>
                </a:lnTo>
                <a:lnTo>
                  <a:pt x="12192000" y="269133"/>
                </a:lnTo>
                <a:lnTo>
                  <a:pt x="12192000" y="586467"/>
                </a:lnTo>
                <a:lnTo>
                  <a:pt x="0" y="586467"/>
                </a:lnTo>
                <a:lnTo>
                  <a:pt x="0" y="218372"/>
                </a:lnTo>
                <a:lnTo>
                  <a:pt x="6411" y="218372"/>
                </a:lnTo>
                <a:lnTo>
                  <a:pt x="6411" y="173349"/>
                </a:lnTo>
                <a:lnTo>
                  <a:pt x="10854" y="128402"/>
                </a:lnTo>
                <a:lnTo>
                  <a:pt x="36978" y="218372"/>
                </a:lnTo>
                <a:lnTo>
                  <a:pt x="112885" y="218372"/>
                </a:lnTo>
                <a:lnTo>
                  <a:pt x="126293" y="176753"/>
                </a:lnTo>
                <a:cubicBezTo>
                  <a:pt x="130267" y="163185"/>
                  <a:pt x="132647" y="154075"/>
                  <a:pt x="132647" y="154075"/>
                </a:cubicBezTo>
                <a:cubicBezTo>
                  <a:pt x="132647" y="154075"/>
                  <a:pt x="134012" y="163273"/>
                  <a:pt x="135630" y="177133"/>
                </a:cubicBezTo>
                <a:lnTo>
                  <a:pt x="139271" y="218372"/>
                </a:lnTo>
                <a:lnTo>
                  <a:pt x="202325" y="218372"/>
                </a:lnTo>
                <a:lnTo>
                  <a:pt x="212138" y="194605"/>
                </a:lnTo>
                <a:cubicBezTo>
                  <a:pt x="216157" y="184632"/>
                  <a:pt x="220342" y="173963"/>
                  <a:pt x="224356" y="163244"/>
                </a:cubicBezTo>
                <a:cubicBezTo>
                  <a:pt x="240604" y="120443"/>
                  <a:pt x="254059" y="76940"/>
                  <a:pt x="254059" y="76940"/>
                </a:cubicBezTo>
                <a:cubicBezTo>
                  <a:pt x="254059" y="76940"/>
                  <a:pt x="255519" y="121379"/>
                  <a:pt x="254059" y="166014"/>
                </a:cubicBezTo>
                <a:cubicBezTo>
                  <a:pt x="253726" y="177172"/>
                  <a:pt x="253210" y="188338"/>
                  <a:pt x="252624" y="198810"/>
                </a:cubicBezTo>
                <a:lnTo>
                  <a:pt x="251355" y="218372"/>
                </a:lnTo>
                <a:lnTo>
                  <a:pt x="282201" y="218372"/>
                </a:lnTo>
                <a:lnTo>
                  <a:pt x="325269" y="90946"/>
                </a:lnTo>
                <a:lnTo>
                  <a:pt x="329344" y="218372"/>
                </a:lnTo>
                <a:lnTo>
                  <a:pt x="345697" y="218372"/>
                </a:lnTo>
                <a:lnTo>
                  <a:pt x="346911" y="206239"/>
                </a:lnTo>
                <a:cubicBezTo>
                  <a:pt x="351544" y="167145"/>
                  <a:pt x="358589" y="128402"/>
                  <a:pt x="358589" y="128402"/>
                </a:cubicBezTo>
                <a:cubicBezTo>
                  <a:pt x="358589" y="128402"/>
                  <a:pt x="366522" y="167106"/>
                  <a:pt x="376804" y="205264"/>
                </a:cubicBezTo>
                <a:lnTo>
                  <a:pt x="380576" y="218372"/>
                </a:lnTo>
                <a:lnTo>
                  <a:pt x="436656" y="218372"/>
                </a:lnTo>
                <a:lnTo>
                  <a:pt x="438684" y="209438"/>
                </a:lnTo>
                <a:cubicBezTo>
                  <a:pt x="442746" y="192622"/>
                  <a:pt x="449855" y="170423"/>
                  <a:pt x="458296" y="148730"/>
                </a:cubicBezTo>
                <a:cubicBezTo>
                  <a:pt x="467245" y="127036"/>
                  <a:pt x="477590" y="105812"/>
                  <a:pt x="486538" y="90284"/>
                </a:cubicBezTo>
                <a:cubicBezTo>
                  <a:pt x="490664" y="82441"/>
                  <a:pt x="494980" y="76082"/>
                  <a:pt x="497582" y="71595"/>
                </a:cubicBezTo>
                <a:cubicBezTo>
                  <a:pt x="499993" y="67693"/>
                  <a:pt x="501453" y="65235"/>
                  <a:pt x="501834" y="64689"/>
                </a:cubicBezTo>
                <a:cubicBezTo>
                  <a:pt x="501707" y="65274"/>
                  <a:pt x="501072" y="67888"/>
                  <a:pt x="500057" y="72102"/>
                </a:cubicBezTo>
                <a:cubicBezTo>
                  <a:pt x="499041" y="76901"/>
                  <a:pt x="497011" y="83612"/>
                  <a:pt x="495614" y="91844"/>
                </a:cubicBezTo>
                <a:cubicBezTo>
                  <a:pt x="492124" y="108231"/>
                  <a:pt x="489268" y="130119"/>
                  <a:pt x="487871" y="151851"/>
                </a:cubicBezTo>
                <a:cubicBezTo>
                  <a:pt x="486983" y="173661"/>
                  <a:pt x="487490" y="195276"/>
                  <a:pt x="489077" y="211428"/>
                </a:cubicBezTo>
                <a:lnTo>
                  <a:pt x="489871" y="218372"/>
                </a:lnTo>
                <a:lnTo>
                  <a:pt x="548337" y="218372"/>
                </a:lnTo>
                <a:lnTo>
                  <a:pt x="555447" y="201907"/>
                </a:lnTo>
                <a:cubicBezTo>
                  <a:pt x="559573" y="191947"/>
                  <a:pt x="563794" y="181269"/>
                  <a:pt x="567713" y="170501"/>
                </a:cubicBezTo>
                <a:cubicBezTo>
                  <a:pt x="583643" y="127583"/>
                  <a:pt x="594623" y="83495"/>
                  <a:pt x="594623" y="83495"/>
                </a:cubicBezTo>
                <a:cubicBezTo>
                  <a:pt x="594623" y="83495"/>
                  <a:pt x="598621" y="128090"/>
                  <a:pt x="597352" y="173193"/>
                </a:cubicBezTo>
                <a:cubicBezTo>
                  <a:pt x="597114" y="184449"/>
                  <a:pt x="596547" y="195722"/>
                  <a:pt x="595830" y="206300"/>
                </a:cubicBezTo>
                <a:lnTo>
                  <a:pt x="594820" y="218372"/>
                </a:lnTo>
                <a:lnTo>
                  <a:pt x="653324" y="218372"/>
                </a:lnTo>
                <a:lnTo>
                  <a:pt x="653139" y="215486"/>
                </a:lnTo>
                <a:cubicBezTo>
                  <a:pt x="651997" y="196290"/>
                  <a:pt x="652124" y="170696"/>
                  <a:pt x="653710" y="145335"/>
                </a:cubicBezTo>
                <a:cubicBezTo>
                  <a:pt x="655741" y="119935"/>
                  <a:pt x="659169" y="94770"/>
                  <a:pt x="662977" y="76043"/>
                </a:cubicBezTo>
                <a:cubicBezTo>
                  <a:pt x="664563" y="66679"/>
                  <a:pt x="666721" y="58914"/>
                  <a:pt x="667864" y="53452"/>
                </a:cubicBezTo>
                <a:cubicBezTo>
                  <a:pt x="669069" y="48029"/>
                  <a:pt x="669831" y="44947"/>
                  <a:pt x="669831" y="44947"/>
                </a:cubicBezTo>
                <a:cubicBezTo>
                  <a:pt x="669831" y="44947"/>
                  <a:pt x="670021" y="48068"/>
                  <a:pt x="670402" y="53569"/>
                </a:cubicBezTo>
                <a:cubicBezTo>
                  <a:pt x="670910" y="59071"/>
                  <a:pt x="671100" y="66874"/>
                  <a:pt x="672306" y="76237"/>
                </a:cubicBezTo>
                <a:cubicBezTo>
                  <a:pt x="674147" y="94965"/>
                  <a:pt x="678145" y="119741"/>
                  <a:pt x="683603" y="144282"/>
                </a:cubicBezTo>
                <a:cubicBezTo>
                  <a:pt x="689442" y="168784"/>
                  <a:pt x="696678" y="192935"/>
                  <a:pt x="703215" y="210843"/>
                </a:cubicBezTo>
                <a:lnTo>
                  <a:pt x="706046" y="218372"/>
                </a:lnTo>
                <a:lnTo>
                  <a:pt x="748929" y="218372"/>
                </a:lnTo>
                <a:lnTo>
                  <a:pt x="757606" y="195393"/>
                </a:lnTo>
                <a:cubicBezTo>
                  <a:pt x="772521" y="161020"/>
                  <a:pt x="792893" y="128597"/>
                  <a:pt x="792893" y="128597"/>
                </a:cubicBezTo>
                <a:cubicBezTo>
                  <a:pt x="792893" y="128597"/>
                  <a:pt x="786991" y="163712"/>
                  <a:pt x="787181" y="198436"/>
                </a:cubicBezTo>
                <a:lnTo>
                  <a:pt x="788131" y="218372"/>
                </a:lnTo>
                <a:lnTo>
                  <a:pt x="803813" y="218372"/>
                </a:lnTo>
                <a:lnTo>
                  <a:pt x="805111" y="212982"/>
                </a:lnTo>
                <a:cubicBezTo>
                  <a:pt x="808646" y="198138"/>
                  <a:pt x="816535" y="164180"/>
                  <a:pt x="823104" y="130002"/>
                </a:cubicBezTo>
                <a:cubicBezTo>
                  <a:pt x="831989" y="84431"/>
                  <a:pt x="838526" y="38509"/>
                  <a:pt x="838526" y="38509"/>
                </a:cubicBezTo>
                <a:cubicBezTo>
                  <a:pt x="838526" y="38509"/>
                  <a:pt x="840113" y="46859"/>
                  <a:pt x="842398" y="60046"/>
                </a:cubicBezTo>
                <a:cubicBezTo>
                  <a:pt x="839224" y="39758"/>
                  <a:pt x="836686" y="25985"/>
                  <a:pt x="836686" y="25985"/>
                </a:cubicBezTo>
                <a:cubicBezTo>
                  <a:pt x="836686" y="25985"/>
                  <a:pt x="860740" y="74521"/>
                  <a:pt x="880859" y="124188"/>
                </a:cubicBezTo>
                <a:cubicBezTo>
                  <a:pt x="896091" y="161381"/>
                  <a:pt x="909074" y="199143"/>
                  <a:pt x="914613" y="215700"/>
                </a:cubicBezTo>
                <a:lnTo>
                  <a:pt x="915495" y="218372"/>
                </a:lnTo>
                <a:lnTo>
                  <a:pt x="944266" y="218372"/>
                </a:lnTo>
                <a:lnTo>
                  <a:pt x="945333" y="193476"/>
                </a:lnTo>
                <a:cubicBezTo>
                  <a:pt x="946484" y="171778"/>
                  <a:pt x="948546" y="142897"/>
                  <a:pt x="952195" y="114161"/>
                </a:cubicBezTo>
                <a:cubicBezTo>
                  <a:pt x="958923" y="56652"/>
                  <a:pt x="971807" y="0"/>
                  <a:pt x="971807" y="0"/>
                </a:cubicBezTo>
                <a:close/>
              </a:path>
            </a:pathLst>
          </a:custGeom>
          <a:solidFill>
            <a:srgbClr val="3A660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889461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C7547-1A00-DE4B-84C1-311631059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73" y="185792"/>
            <a:ext cx="10907654" cy="770400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rgbClr val="3A660E"/>
                </a:solidFill>
                <a:latin typeface="Oswald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="" xmlns:a16="http://schemas.microsoft.com/office/drawing/2014/main" id="{34117598-E0E8-095A-5970-337E8365C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07600" y="1415039"/>
            <a:ext cx="6976800" cy="34718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1pPr>
            <a:lvl2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2pPr>
            <a:lvl3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3pPr>
            <a:lvl4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4pPr>
            <a:lvl5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="" xmlns:a16="http://schemas.microsoft.com/office/drawing/2014/main" id="{521D0A3D-6CDF-44A0-9E73-A878594A5A78}"/>
              </a:ext>
            </a:extLst>
          </p:cNvPr>
          <p:cNvSpPr/>
          <p:nvPr userDrawn="1"/>
        </p:nvSpPr>
        <p:spPr>
          <a:xfrm>
            <a:off x="0" y="6146157"/>
            <a:ext cx="12192001" cy="508148"/>
          </a:xfrm>
          <a:custGeom>
            <a:avLst/>
            <a:gdLst>
              <a:gd name="connsiteX0" fmla="*/ 971807 w 12192001"/>
              <a:gd name="connsiteY0" fmla="*/ 0 h 586467"/>
              <a:gd name="connsiteX1" fmla="*/ 982152 w 12192001"/>
              <a:gd name="connsiteY1" fmla="*/ 114044 h 586467"/>
              <a:gd name="connsiteX2" fmla="*/ 1001332 w 12192001"/>
              <a:gd name="connsiteY2" fmla="*/ 217067 h 586467"/>
              <a:gd name="connsiteX3" fmla="*/ 1001641 w 12192001"/>
              <a:gd name="connsiteY3" fmla="*/ 218372 h 586467"/>
              <a:gd name="connsiteX4" fmla="*/ 1041475 w 12192001"/>
              <a:gd name="connsiteY4" fmla="*/ 218372 h 586467"/>
              <a:gd name="connsiteX5" fmla="*/ 1042572 w 12192001"/>
              <a:gd name="connsiteY5" fmla="*/ 213925 h 586467"/>
              <a:gd name="connsiteX6" fmla="*/ 1047650 w 12192001"/>
              <a:gd name="connsiteY6" fmla="*/ 192155 h 586467"/>
              <a:gd name="connsiteX7" fmla="*/ 1056789 w 12192001"/>
              <a:gd name="connsiteY7" fmla="*/ 125086 h 586467"/>
              <a:gd name="connsiteX8" fmla="*/ 1056027 w 12192001"/>
              <a:gd name="connsiteY8" fmla="*/ 57120 h 586467"/>
              <a:gd name="connsiteX9" fmla="*/ 1053616 w 12192001"/>
              <a:gd name="connsiteY9" fmla="*/ 34607 h 586467"/>
              <a:gd name="connsiteX10" fmla="*/ 1052600 w 12192001"/>
              <a:gd name="connsiteY10" fmla="*/ 26024 h 586467"/>
              <a:gd name="connsiteX11" fmla="*/ 1056154 w 12192001"/>
              <a:gd name="connsiteY11" fmla="*/ 34256 h 586467"/>
              <a:gd name="connsiteX12" fmla="*/ 1065294 w 12192001"/>
              <a:gd name="connsiteY12" fmla="*/ 56105 h 586467"/>
              <a:gd name="connsiteX13" fmla="*/ 1086618 w 12192001"/>
              <a:gd name="connsiteY13" fmla="*/ 123837 h 586467"/>
              <a:gd name="connsiteX14" fmla="*/ 1098106 w 12192001"/>
              <a:gd name="connsiteY14" fmla="*/ 193364 h 586467"/>
              <a:gd name="connsiteX15" fmla="*/ 1099693 w 12192001"/>
              <a:gd name="connsiteY15" fmla="*/ 216539 h 586467"/>
              <a:gd name="connsiteX16" fmla="*/ 1099798 w 12192001"/>
              <a:gd name="connsiteY16" fmla="*/ 218372 h 586467"/>
              <a:gd name="connsiteX17" fmla="*/ 1115028 w 12192001"/>
              <a:gd name="connsiteY17" fmla="*/ 218372 h 586467"/>
              <a:gd name="connsiteX18" fmla="*/ 1117400 w 12192001"/>
              <a:gd name="connsiteY18" fmla="*/ 211546 h 586467"/>
              <a:gd name="connsiteX19" fmla="*/ 1138471 w 12192001"/>
              <a:gd name="connsiteY19" fmla="*/ 167301 h 586467"/>
              <a:gd name="connsiteX20" fmla="*/ 1149641 w 12192001"/>
              <a:gd name="connsiteY20" fmla="*/ 147754 h 586467"/>
              <a:gd name="connsiteX21" fmla="*/ 1147102 w 12192001"/>
              <a:gd name="connsiteY21" fmla="*/ 214081 h 586467"/>
              <a:gd name="connsiteX22" fmla="*/ 1147558 w 12192001"/>
              <a:gd name="connsiteY22" fmla="*/ 218372 h 586467"/>
              <a:gd name="connsiteX23" fmla="*/ 1166585 w 12192001"/>
              <a:gd name="connsiteY23" fmla="*/ 218372 h 586467"/>
              <a:gd name="connsiteX24" fmla="*/ 1203461 w 12192001"/>
              <a:gd name="connsiteY24" fmla="*/ 44869 h 586467"/>
              <a:gd name="connsiteX25" fmla="*/ 1218249 w 12192001"/>
              <a:gd name="connsiteY25" fmla="*/ 207175 h 586467"/>
              <a:gd name="connsiteX26" fmla="*/ 1224849 w 12192001"/>
              <a:gd name="connsiteY26" fmla="*/ 186302 h 586467"/>
              <a:gd name="connsiteX27" fmla="*/ 1252965 w 12192001"/>
              <a:gd name="connsiteY27" fmla="*/ 109128 h 586467"/>
              <a:gd name="connsiteX28" fmla="*/ 1254615 w 12192001"/>
              <a:gd name="connsiteY28" fmla="*/ 188136 h 586467"/>
              <a:gd name="connsiteX29" fmla="*/ 1257131 w 12192001"/>
              <a:gd name="connsiteY29" fmla="*/ 218372 h 586467"/>
              <a:gd name="connsiteX30" fmla="*/ 1292608 w 12192001"/>
              <a:gd name="connsiteY30" fmla="*/ 218372 h 586467"/>
              <a:gd name="connsiteX31" fmla="*/ 1293061 w 12192001"/>
              <a:gd name="connsiteY31" fmla="*/ 217027 h 586467"/>
              <a:gd name="connsiteX32" fmla="*/ 1306912 w 12192001"/>
              <a:gd name="connsiteY32" fmla="*/ 165974 h 586467"/>
              <a:gd name="connsiteX33" fmla="*/ 1317702 w 12192001"/>
              <a:gd name="connsiteY33" fmla="*/ 89932 h 586467"/>
              <a:gd name="connsiteX34" fmla="*/ 1336805 w 12192001"/>
              <a:gd name="connsiteY34" fmla="*/ 166209 h 586467"/>
              <a:gd name="connsiteX35" fmla="*/ 1342732 w 12192001"/>
              <a:gd name="connsiteY35" fmla="*/ 211663 h 586467"/>
              <a:gd name="connsiteX36" fmla="*/ 1343228 w 12192001"/>
              <a:gd name="connsiteY36" fmla="*/ 218372 h 586467"/>
              <a:gd name="connsiteX37" fmla="*/ 1345931 w 12192001"/>
              <a:gd name="connsiteY37" fmla="*/ 218372 h 586467"/>
              <a:gd name="connsiteX38" fmla="*/ 1346080 w 12192001"/>
              <a:gd name="connsiteY38" fmla="*/ 216393 h 586467"/>
              <a:gd name="connsiteX39" fmla="*/ 1346706 w 12192001"/>
              <a:gd name="connsiteY39" fmla="*/ 210609 h 586467"/>
              <a:gd name="connsiteX40" fmla="*/ 1362763 w 12192001"/>
              <a:gd name="connsiteY40" fmla="*/ 144945 h 586467"/>
              <a:gd name="connsiteX41" fmla="*/ 1382501 w 12192001"/>
              <a:gd name="connsiteY41" fmla="*/ 102067 h 586467"/>
              <a:gd name="connsiteX42" fmla="*/ 1393545 w 12192001"/>
              <a:gd name="connsiteY42" fmla="*/ 83378 h 586467"/>
              <a:gd name="connsiteX43" fmla="*/ 1392593 w 12192001"/>
              <a:gd name="connsiteY43" fmla="*/ 146779 h 586467"/>
              <a:gd name="connsiteX44" fmla="*/ 1400653 w 12192001"/>
              <a:gd name="connsiteY44" fmla="*/ 189150 h 586467"/>
              <a:gd name="connsiteX45" fmla="*/ 1406428 w 12192001"/>
              <a:gd name="connsiteY45" fmla="*/ 207917 h 586467"/>
              <a:gd name="connsiteX46" fmla="*/ 1408177 w 12192001"/>
              <a:gd name="connsiteY46" fmla="*/ 212690 h 586467"/>
              <a:gd name="connsiteX47" fmla="*/ 1410474 w 12192001"/>
              <a:gd name="connsiteY47" fmla="*/ 218372 h 586467"/>
              <a:gd name="connsiteX48" fmla="*/ 1451672 w 12192001"/>
              <a:gd name="connsiteY48" fmla="*/ 218372 h 586467"/>
              <a:gd name="connsiteX49" fmla="*/ 1452315 w 12192001"/>
              <a:gd name="connsiteY49" fmla="*/ 216813 h 586467"/>
              <a:gd name="connsiteX50" fmla="*/ 1472751 w 12192001"/>
              <a:gd name="connsiteY50" fmla="*/ 160356 h 586467"/>
              <a:gd name="connsiteX51" fmla="*/ 1488682 w 12192001"/>
              <a:gd name="connsiteY51" fmla="*/ 102730 h 586467"/>
              <a:gd name="connsiteX52" fmla="*/ 1502644 w 12192001"/>
              <a:gd name="connsiteY52" fmla="*/ 161176 h 586467"/>
              <a:gd name="connsiteX53" fmla="*/ 1511239 w 12192001"/>
              <a:gd name="connsiteY53" fmla="*/ 215455 h 586467"/>
              <a:gd name="connsiteX54" fmla="*/ 1511584 w 12192001"/>
              <a:gd name="connsiteY54" fmla="*/ 218372 h 586467"/>
              <a:gd name="connsiteX55" fmla="*/ 1514931 w 12192001"/>
              <a:gd name="connsiteY55" fmla="*/ 218372 h 586467"/>
              <a:gd name="connsiteX56" fmla="*/ 1517075 w 12192001"/>
              <a:gd name="connsiteY56" fmla="*/ 213428 h 586467"/>
              <a:gd name="connsiteX57" fmla="*/ 1518765 w 12192001"/>
              <a:gd name="connsiteY57" fmla="*/ 209361 h 586467"/>
              <a:gd name="connsiteX58" fmla="*/ 1545421 w 12192001"/>
              <a:gd name="connsiteY58" fmla="*/ 128441 h 586467"/>
              <a:gd name="connsiteX59" fmla="*/ 1559701 w 12192001"/>
              <a:gd name="connsiteY59" fmla="*/ 45064 h 586467"/>
              <a:gd name="connsiteX60" fmla="*/ 1575314 w 12192001"/>
              <a:gd name="connsiteY60" fmla="*/ 129417 h 586467"/>
              <a:gd name="connsiteX61" fmla="*/ 1577980 w 12192001"/>
              <a:gd name="connsiteY61" fmla="*/ 215408 h 586467"/>
              <a:gd name="connsiteX62" fmla="*/ 1577828 w 12192001"/>
              <a:gd name="connsiteY62" fmla="*/ 218372 h 586467"/>
              <a:gd name="connsiteX63" fmla="*/ 1579032 w 12192001"/>
              <a:gd name="connsiteY63" fmla="*/ 218372 h 586467"/>
              <a:gd name="connsiteX64" fmla="*/ 1586215 w 12192001"/>
              <a:gd name="connsiteY64" fmla="*/ 196071 h 586467"/>
              <a:gd name="connsiteX65" fmla="*/ 1597781 w 12192001"/>
              <a:gd name="connsiteY65" fmla="*/ 163555 h 586467"/>
              <a:gd name="connsiteX66" fmla="*/ 1629007 w 12192001"/>
              <a:gd name="connsiteY66" fmla="*/ 89854 h 586467"/>
              <a:gd name="connsiteX67" fmla="*/ 1627547 w 12192001"/>
              <a:gd name="connsiteY67" fmla="*/ 166014 h 586467"/>
              <a:gd name="connsiteX68" fmla="*/ 1630276 w 12192001"/>
              <a:gd name="connsiteY68" fmla="*/ 217998 h 586467"/>
              <a:gd name="connsiteX69" fmla="*/ 1630309 w 12192001"/>
              <a:gd name="connsiteY69" fmla="*/ 218372 h 586467"/>
              <a:gd name="connsiteX70" fmla="*/ 1679389 w 12192001"/>
              <a:gd name="connsiteY70" fmla="*/ 218372 h 586467"/>
              <a:gd name="connsiteX71" fmla="*/ 1681147 w 12192001"/>
              <a:gd name="connsiteY71" fmla="*/ 212027 h 586467"/>
              <a:gd name="connsiteX72" fmla="*/ 1683017 w 12192001"/>
              <a:gd name="connsiteY72" fmla="*/ 204757 h 586467"/>
              <a:gd name="connsiteX73" fmla="*/ 1698884 w 12192001"/>
              <a:gd name="connsiteY73" fmla="*/ 119117 h 586467"/>
              <a:gd name="connsiteX74" fmla="*/ 1704406 w 12192001"/>
              <a:gd name="connsiteY74" fmla="*/ 32188 h 586467"/>
              <a:gd name="connsiteX75" fmla="*/ 1728777 w 12192001"/>
              <a:gd name="connsiteY75" fmla="*/ 118453 h 586467"/>
              <a:gd name="connsiteX76" fmla="*/ 1742740 w 12192001"/>
              <a:gd name="connsiteY76" fmla="*/ 206708 h 586467"/>
              <a:gd name="connsiteX77" fmla="*/ 1743158 w 12192001"/>
              <a:gd name="connsiteY77" fmla="*/ 211154 h 586467"/>
              <a:gd name="connsiteX78" fmla="*/ 1743734 w 12192001"/>
              <a:gd name="connsiteY78" fmla="*/ 218372 h 586467"/>
              <a:gd name="connsiteX79" fmla="*/ 1760697 w 12192001"/>
              <a:gd name="connsiteY79" fmla="*/ 218372 h 586467"/>
              <a:gd name="connsiteX80" fmla="*/ 1772760 w 12192001"/>
              <a:gd name="connsiteY80" fmla="*/ 175182 h 586467"/>
              <a:gd name="connsiteX81" fmla="*/ 1788119 w 12192001"/>
              <a:gd name="connsiteY81" fmla="*/ 96331 h 586467"/>
              <a:gd name="connsiteX82" fmla="*/ 1802652 w 12192001"/>
              <a:gd name="connsiteY82" fmla="*/ 175923 h 586467"/>
              <a:gd name="connsiteX83" fmla="*/ 1806063 w 12192001"/>
              <a:gd name="connsiteY83" fmla="*/ 205464 h 586467"/>
              <a:gd name="connsiteX84" fmla="*/ 1807120 w 12192001"/>
              <a:gd name="connsiteY84" fmla="*/ 218372 h 586467"/>
              <a:gd name="connsiteX85" fmla="*/ 1833582 w 12192001"/>
              <a:gd name="connsiteY85" fmla="*/ 218372 h 586467"/>
              <a:gd name="connsiteX86" fmla="*/ 1840098 w 12192001"/>
              <a:gd name="connsiteY86" fmla="*/ 206122 h 586467"/>
              <a:gd name="connsiteX87" fmla="*/ 1871895 w 12192001"/>
              <a:gd name="connsiteY87" fmla="*/ 156454 h 586467"/>
              <a:gd name="connsiteX88" fmla="*/ 1910419 w 12192001"/>
              <a:gd name="connsiteY88" fmla="*/ 109830 h 586467"/>
              <a:gd name="connsiteX89" fmla="*/ 1929777 w 12192001"/>
              <a:gd name="connsiteY89" fmla="*/ 89815 h 586467"/>
              <a:gd name="connsiteX90" fmla="*/ 1900138 w 12192001"/>
              <a:gd name="connsiteY90" fmla="*/ 163088 h 586467"/>
              <a:gd name="connsiteX91" fmla="*/ 1889221 w 12192001"/>
              <a:gd name="connsiteY91" fmla="*/ 214121 h 586467"/>
              <a:gd name="connsiteX92" fmla="*/ 1888711 w 12192001"/>
              <a:gd name="connsiteY92" fmla="*/ 218372 h 586467"/>
              <a:gd name="connsiteX93" fmla="*/ 1909838 w 12192001"/>
              <a:gd name="connsiteY93" fmla="*/ 218372 h 586467"/>
              <a:gd name="connsiteX94" fmla="*/ 1959225 w 12192001"/>
              <a:gd name="connsiteY94" fmla="*/ 141356 h 586467"/>
              <a:gd name="connsiteX95" fmla="*/ 1948856 w 12192001"/>
              <a:gd name="connsiteY95" fmla="*/ 218372 h 586467"/>
              <a:gd name="connsiteX96" fmla="*/ 1969879 w 12192001"/>
              <a:gd name="connsiteY96" fmla="*/ 218372 h 586467"/>
              <a:gd name="connsiteX97" fmla="*/ 1973188 w 12192001"/>
              <a:gd name="connsiteY97" fmla="*/ 199763 h 586467"/>
              <a:gd name="connsiteX98" fmla="*/ 1977821 w 12192001"/>
              <a:gd name="connsiteY98" fmla="*/ 134099 h 586467"/>
              <a:gd name="connsiteX99" fmla="*/ 1968999 w 12192001"/>
              <a:gd name="connsiteY99" fmla="*/ 68240 h 586467"/>
              <a:gd name="connsiteX100" fmla="*/ 1962145 w 12192001"/>
              <a:gd name="connsiteY100" fmla="*/ 46703 h 586467"/>
              <a:gd name="connsiteX101" fmla="*/ 1959289 w 12192001"/>
              <a:gd name="connsiteY101" fmla="*/ 38665 h 586467"/>
              <a:gd name="connsiteX102" fmla="*/ 1964557 w 12192001"/>
              <a:gd name="connsiteY102" fmla="*/ 46078 h 586467"/>
              <a:gd name="connsiteX103" fmla="*/ 1977948 w 12192001"/>
              <a:gd name="connsiteY103" fmla="*/ 66445 h 586467"/>
              <a:gd name="connsiteX104" fmla="*/ 2007524 w 12192001"/>
              <a:gd name="connsiteY104" fmla="*/ 131680 h 586467"/>
              <a:gd name="connsiteX105" fmla="*/ 2018313 w 12192001"/>
              <a:gd name="connsiteY105" fmla="*/ 171437 h 586467"/>
              <a:gd name="connsiteX106" fmla="*/ 2020154 w 12192001"/>
              <a:gd name="connsiteY106" fmla="*/ 161332 h 586467"/>
              <a:gd name="connsiteX107" fmla="*/ 2037988 w 12192001"/>
              <a:gd name="connsiteY107" fmla="*/ 100155 h 586467"/>
              <a:gd name="connsiteX108" fmla="*/ 2045921 w 12192001"/>
              <a:gd name="connsiteY108" fmla="*/ 80452 h 586467"/>
              <a:gd name="connsiteX109" fmla="*/ 2049095 w 12192001"/>
              <a:gd name="connsiteY109" fmla="*/ 73038 h 586467"/>
              <a:gd name="connsiteX110" fmla="*/ 2048460 w 12192001"/>
              <a:gd name="connsiteY110" fmla="*/ 80764 h 586467"/>
              <a:gd name="connsiteX111" fmla="*/ 2047254 w 12192001"/>
              <a:gd name="connsiteY111" fmla="*/ 101013 h 586467"/>
              <a:gd name="connsiteX112" fmla="*/ 2050047 w 12192001"/>
              <a:gd name="connsiteY112" fmla="*/ 161956 h 586467"/>
              <a:gd name="connsiteX113" fmla="*/ 2055585 w 12192001"/>
              <a:gd name="connsiteY113" fmla="*/ 194042 h 586467"/>
              <a:gd name="connsiteX114" fmla="*/ 2061555 w 12192001"/>
              <a:gd name="connsiteY114" fmla="*/ 218372 h 586467"/>
              <a:gd name="connsiteX115" fmla="*/ 2097672 w 12192001"/>
              <a:gd name="connsiteY115" fmla="*/ 218372 h 586467"/>
              <a:gd name="connsiteX116" fmla="*/ 2087302 w 12192001"/>
              <a:gd name="connsiteY116" fmla="*/ 141356 h 586467"/>
              <a:gd name="connsiteX117" fmla="*/ 2136689 w 12192001"/>
              <a:gd name="connsiteY117" fmla="*/ 218372 h 586467"/>
              <a:gd name="connsiteX118" fmla="*/ 2157816 w 12192001"/>
              <a:gd name="connsiteY118" fmla="*/ 218372 h 586467"/>
              <a:gd name="connsiteX119" fmla="*/ 2157306 w 12192001"/>
              <a:gd name="connsiteY119" fmla="*/ 214121 h 586467"/>
              <a:gd name="connsiteX120" fmla="*/ 2146390 w 12192001"/>
              <a:gd name="connsiteY120" fmla="*/ 163088 h 586467"/>
              <a:gd name="connsiteX121" fmla="*/ 2116751 w 12192001"/>
              <a:gd name="connsiteY121" fmla="*/ 89815 h 586467"/>
              <a:gd name="connsiteX122" fmla="*/ 2136108 w 12192001"/>
              <a:gd name="connsiteY122" fmla="*/ 109830 h 586467"/>
              <a:gd name="connsiteX123" fmla="*/ 2174632 w 12192001"/>
              <a:gd name="connsiteY123" fmla="*/ 156454 h 586467"/>
              <a:gd name="connsiteX124" fmla="*/ 2206429 w 12192001"/>
              <a:gd name="connsiteY124" fmla="*/ 206122 h 586467"/>
              <a:gd name="connsiteX125" fmla="*/ 2212945 w 12192001"/>
              <a:gd name="connsiteY125" fmla="*/ 218372 h 586467"/>
              <a:gd name="connsiteX126" fmla="*/ 2239408 w 12192001"/>
              <a:gd name="connsiteY126" fmla="*/ 218372 h 586467"/>
              <a:gd name="connsiteX127" fmla="*/ 2240465 w 12192001"/>
              <a:gd name="connsiteY127" fmla="*/ 205464 h 586467"/>
              <a:gd name="connsiteX128" fmla="*/ 2243875 w 12192001"/>
              <a:gd name="connsiteY128" fmla="*/ 175923 h 586467"/>
              <a:gd name="connsiteX129" fmla="*/ 2258409 w 12192001"/>
              <a:gd name="connsiteY129" fmla="*/ 96331 h 586467"/>
              <a:gd name="connsiteX130" fmla="*/ 2273768 w 12192001"/>
              <a:gd name="connsiteY130" fmla="*/ 175182 h 586467"/>
              <a:gd name="connsiteX131" fmla="*/ 2285830 w 12192001"/>
              <a:gd name="connsiteY131" fmla="*/ 218372 h 586467"/>
              <a:gd name="connsiteX132" fmla="*/ 2302794 w 12192001"/>
              <a:gd name="connsiteY132" fmla="*/ 218372 h 586467"/>
              <a:gd name="connsiteX133" fmla="*/ 2303371 w 12192001"/>
              <a:gd name="connsiteY133" fmla="*/ 211154 h 586467"/>
              <a:gd name="connsiteX134" fmla="*/ 2303788 w 12192001"/>
              <a:gd name="connsiteY134" fmla="*/ 206708 h 586467"/>
              <a:gd name="connsiteX135" fmla="*/ 2317750 w 12192001"/>
              <a:gd name="connsiteY135" fmla="*/ 118453 h 586467"/>
              <a:gd name="connsiteX136" fmla="*/ 2342122 w 12192001"/>
              <a:gd name="connsiteY136" fmla="*/ 32188 h 586467"/>
              <a:gd name="connsiteX137" fmla="*/ 2347643 w 12192001"/>
              <a:gd name="connsiteY137" fmla="*/ 119117 h 586467"/>
              <a:gd name="connsiteX138" fmla="*/ 2363573 w 12192001"/>
              <a:gd name="connsiteY138" fmla="*/ 204757 h 586467"/>
              <a:gd name="connsiteX139" fmla="*/ 2365434 w 12192001"/>
              <a:gd name="connsiteY139" fmla="*/ 212027 h 586467"/>
              <a:gd name="connsiteX140" fmla="*/ 2367185 w 12192001"/>
              <a:gd name="connsiteY140" fmla="*/ 218372 h 586467"/>
              <a:gd name="connsiteX141" fmla="*/ 2416218 w 12192001"/>
              <a:gd name="connsiteY141" fmla="*/ 218372 h 586467"/>
              <a:gd name="connsiteX142" fmla="*/ 2416251 w 12192001"/>
              <a:gd name="connsiteY142" fmla="*/ 217998 h 586467"/>
              <a:gd name="connsiteX143" fmla="*/ 2418980 w 12192001"/>
              <a:gd name="connsiteY143" fmla="*/ 166014 h 586467"/>
              <a:gd name="connsiteX144" fmla="*/ 2417520 w 12192001"/>
              <a:gd name="connsiteY144" fmla="*/ 89854 h 586467"/>
              <a:gd name="connsiteX145" fmla="*/ 2448746 w 12192001"/>
              <a:gd name="connsiteY145" fmla="*/ 163555 h 586467"/>
              <a:gd name="connsiteX146" fmla="*/ 2460313 w 12192001"/>
              <a:gd name="connsiteY146" fmla="*/ 196071 h 586467"/>
              <a:gd name="connsiteX147" fmla="*/ 2467496 w 12192001"/>
              <a:gd name="connsiteY147" fmla="*/ 218372 h 586467"/>
              <a:gd name="connsiteX148" fmla="*/ 2468701 w 12192001"/>
              <a:gd name="connsiteY148" fmla="*/ 218372 h 586467"/>
              <a:gd name="connsiteX149" fmla="*/ 2468548 w 12192001"/>
              <a:gd name="connsiteY149" fmla="*/ 215408 h 586467"/>
              <a:gd name="connsiteX150" fmla="*/ 2471213 w 12192001"/>
              <a:gd name="connsiteY150" fmla="*/ 129417 h 586467"/>
              <a:gd name="connsiteX151" fmla="*/ 2486826 w 12192001"/>
              <a:gd name="connsiteY151" fmla="*/ 45064 h 586467"/>
              <a:gd name="connsiteX152" fmla="*/ 2501106 w 12192001"/>
              <a:gd name="connsiteY152" fmla="*/ 128441 h 586467"/>
              <a:gd name="connsiteX153" fmla="*/ 2527762 w 12192001"/>
              <a:gd name="connsiteY153" fmla="*/ 209361 h 586467"/>
              <a:gd name="connsiteX154" fmla="*/ 2529452 w 12192001"/>
              <a:gd name="connsiteY154" fmla="*/ 213428 h 586467"/>
              <a:gd name="connsiteX155" fmla="*/ 2531596 w 12192001"/>
              <a:gd name="connsiteY155" fmla="*/ 218372 h 586467"/>
              <a:gd name="connsiteX156" fmla="*/ 2534943 w 12192001"/>
              <a:gd name="connsiteY156" fmla="*/ 218372 h 586467"/>
              <a:gd name="connsiteX157" fmla="*/ 2535288 w 12192001"/>
              <a:gd name="connsiteY157" fmla="*/ 215455 h 586467"/>
              <a:gd name="connsiteX158" fmla="*/ 2543883 w 12192001"/>
              <a:gd name="connsiteY158" fmla="*/ 161176 h 586467"/>
              <a:gd name="connsiteX159" fmla="*/ 2557846 w 12192001"/>
              <a:gd name="connsiteY159" fmla="*/ 102730 h 586467"/>
              <a:gd name="connsiteX160" fmla="*/ 2573776 w 12192001"/>
              <a:gd name="connsiteY160" fmla="*/ 160356 h 586467"/>
              <a:gd name="connsiteX161" fmla="*/ 2594276 w 12192001"/>
              <a:gd name="connsiteY161" fmla="*/ 216813 h 586467"/>
              <a:gd name="connsiteX162" fmla="*/ 2594916 w 12192001"/>
              <a:gd name="connsiteY162" fmla="*/ 218372 h 586467"/>
              <a:gd name="connsiteX163" fmla="*/ 2636053 w 12192001"/>
              <a:gd name="connsiteY163" fmla="*/ 218372 h 586467"/>
              <a:gd name="connsiteX164" fmla="*/ 2638351 w 12192001"/>
              <a:gd name="connsiteY164" fmla="*/ 212690 h 586467"/>
              <a:gd name="connsiteX165" fmla="*/ 2640099 w 12192001"/>
              <a:gd name="connsiteY165" fmla="*/ 207917 h 586467"/>
              <a:gd name="connsiteX166" fmla="*/ 2645874 w 12192001"/>
              <a:gd name="connsiteY166" fmla="*/ 189150 h 586467"/>
              <a:gd name="connsiteX167" fmla="*/ 2653935 w 12192001"/>
              <a:gd name="connsiteY167" fmla="*/ 146779 h 586467"/>
              <a:gd name="connsiteX168" fmla="*/ 2652983 w 12192001"/>
              <a:gd name="connsiteY168" fmla="*/ 83378 h 586467"/>
              <a:gd name="connsiteX169" fmla="*/ 2664026 w 12192001"/>
              <a:gd name="connsiteY169" fmla="*/ 102067 h 586467"/>
              <a:gd name="connsiteX170" fmla="*/ 2683764 w 12192001"/>
              <a:gd name="connsiteY170" fmla="*/ 144945 h 586467"/>
              <a:gd name="connsiteX171" fmla="*/ 2699821 w 12192001"/>
              <a:gd name="connsiteY171" fmla="*/ 210609 h 586467"/>
              <a:gd name="connsiteX172" fmla="*/ 2700448 w 12192001"/>
              <a:gd name="connsiteY172" fmla="*/ 216393 h 586467"/>
              <a:gd name="connsiteX173" fmla="*/ 2700597 w 12192001"/>
              <a:gd name="connsiteY173" fmla="*/ 218372 h 586467"/>
              <a:gd name="connsiteX174" fmla="*/ 2703300 w 12192001"/>
              <a:gd name="connsiteY174" fmla="*/ 218372 h 586467"/>
              <a:gd name="connsiteX175" fmla="*/ 2703796 w 12192001"/>
              <a:gd name="connsiteY175" fmla="*/ 211663 h 586467"/>
              <a:gd name="connsiteX176" fmla="*/ 2709722 w 12192001"/>
              <a:gd name="connsiteY176" fmla="*/ 166209 h 586467"/>
              <a:gd name="connsiteX177" fmla="*/ 2728826 w 12192001"/>
              <a:gd name="connsiteY177" fmla="*/ 89932 h 586467"/>
              <a:gd name="connsiteX178" fmla="*/ 2739615 w 12192001"/>
              <a:gd name="connsiteY178" fmla="*/ 165974 h 586467"/>
              <a:gd name="connsiteX179" fmla="*/ 2753467 w 12192001"/>
              <a:gd name="connsiteY179" fmla="*/ 217027 h 586467"/>
              <a:gd name="connsiteX180" fmla="*/ 2753920 w 12192001"/>
              <a:gd name="connsiteY180" fmla="*/ 218372 h 586467"/>
              <a:gd name="connsiteX181" fmla="*/ 2789410 w 12192001"/>
              <a:gd name="connsiteY181" fmla="*/ 218372 h 586467"/>
              <a:gd name="connsiteX182" fmla="*/ 2791912 w 12192001"/>
              <a:gd name="connsiteY182" fmla="*/ 188136 h 586467"/>
              <a:gd name="connsiteX183" fmla="*/ 2793625 w 12192001"/>
              <a:gd name="connsiteY183" fmla="*/ 109128 h 586467"/>
              <a:gd name="connsiteX184" fmla="*/ 2821678 w 12192001"/>
              <a:gd name="connsiteY184" fmla="*/ 186302 h 586467"/>
              <a:gd name="connsiteX185" fmla="*/ 2828278 w 12192001"/>
              <a:gd name="connsiteY185" fmla="*/ 207175 h 586467"/>
              <a:gd name="connsiteX186" fmla="*/ 2843066 w 12192001"/>
              <a:gd name="connsiteY186" fmla="*/ 44869 h 586467"/>
              <a:gd name="connsiteX187" fmla="*/ 2879943 w 12192001"/>
              <a:gd name="connsiteY187" fmla="*/ 218372 h 586467"/>
              <a:gd name="connsiteX188" fmla="*/ 2898970 w 12192001"/>
              <a:gd name="connsiteY188" fmla="*/ 218372 h 586467"/>
              <a:gd name="connsiteX189" fmla="*/ 2899425 w 12192001"/>
              <a:gd name="connsiteY189" fmla="*/ 214081 h 586467"/>
              <a:gd name="connsiteX190" fmla="*/ 2896886 w 12192001"/>
              <a:gd name="connsiteY190" fmla="*/ 147754 h 586467"/>
              <a:gd name="connsiteX191" fmla="*/ 2908056 w 12192001"/>
              <a:gd name="connsiteY191" fmla="*/ 167301 h 586467"/>
              <a:gd name="connsiteX192" fmla="*/ 2929127 w 12192001"/>
              <a:gd name="connsiteY192" fmla="*/ 211546 h 586467"/>
              <a:gd name="connsiteX193" fmla="*/ 2931509 w 12192001"/>
              <a:gd name="connsiteY193" fmla="*/ 218372 h 586467"/>
              <a:gd name="connsiteX194" fmla="*/ 2946730 w 12192001"/>
              <a:gd name="connsiteY194" fmla="*/ 218372 h 586467"/>
              <a:gd name="connsiteX195" fmla="*/ 2946835 w 12192001"/>
              <a:gd name="connsiteY195" fmla="*/ 216539 h 586467"/>
              <a:gd name="connsiteX196" fmla="*/ 2948421 w 12192001"/>
              <a:gd name="connsiteY196" fmla="*/ 193364 h 586467"/>
              <a:gd name="connsiteX197" fmla="*/ 2959909 w 12192001"/>
              <a:gd name="connsiteY197" fmla="*/ 123837 h 586467"/>
              <a:gd name="connsiteX198" fmla="*/ 2981234 w 12192001"/>
              <a:gd name="connsiteY198" fmla="*/ 56105 h 586467"/>
              <a:gd name="connsiteX199" fmla="*/ 2990373 w 12192001"/>
              <a:gd name="connsiteY199" fmla="*/ 34256 h 586467"/>
              <a:gd name="connsiteX200" fmla="*/ 2993927 w 12192001"/>
              <a:gd name="connsiteY200" fmla="*/ 26024 h 586467"/>
              <a:gd name="connsiteX201" fmla="*/ 2992912 w 12192001"/>
              <a:gd name="connsiteY201" fmla="*/ 34607 h 586467"/>
              <a:gd name="connsiteX202" fmla="*/ 2990500 w 12192001"/>
              <a:gd name="connsiteY202" fmla="*/ 57120 h 586467"/>
              <a:gd name="connsiteX203" fmla="*/ 2989738 w 12192001"/>
              <a:gd name="connsiteY203" fmla="*/ 125086 h 586467"/>
              <a:gd name="connsiteX204" fmla="*/ 2998941 w 12192001"/>
              <a:gd name="connsiteY204" fmla="*/ 192155 h 586467"/>
              <a:gd name="connsiteX205" fmla="*/ 3003955 w 12192001"/>
              <a:gd name="connsiteY205" fmla="*/ 213925 h 586467"/>
              <a:gd name="connsiteX206" fmla="*/ 3005052 w 12192001"/>
              <a:gd name="connsiteY206" fmla="*/ 218372 h 586467"/>
              <a:gd name="connsiteX207" fmla="*/ 3044889 w 12192001"/>
              <a:gd name="connsiteY207" fmla="*/ 218372 h 586467"/>
              <a:gd name="connsiteX208" fmla="*/ 3045197 w 12192001"/>
              <a:gd name="connsiteY208" fmla="*/ 217067 h 586467"/>
              <a:gd name="connsiteX209" fmla="*/ 3064439 w 12192001"/>
              <a:gd name="connsiteY209" fmla="*/ 114044 h 586467"/>
              <a:gd name="connsiteX210" fmla="*/ 3074721 w 12192001"/>
              <a:gd name="connsiteY210" fmla="*/ 0 h 586467"/>
              <a:gd name="connsiteX211" fmla="*/ 3094332 w 12192001"/>
              <a:gd name="connsiteY211" fmla="*/ 114161 h 586467"/>
              <a:gd name="connsiteX212" fmla="*/ 3101226 w 12192001"/>
              <a:gd name="connsiteY212" fmla="*/ 193476 h 586467"/>
              <a:gd name="connsiteX213" fmla="*/ 3102315 w 12192001"/>
              <a:gd name="connsiteY213" fmla="*/ 218372 h 586467"/>
              <a:gd name="connsiteX214" fmla="*/ 3131032 w 12192001"/>
              <a:gd name="connsiteY214" fmla="*/ 218372 h 586467"/>
              <a:gd name="connsiteX215" fmla="*/ 3131914 w 12192001"/>
              <a:gd name="connsiteY215" fmla="*/ 215700 h 586467"/>
              <a:gd name="connsiteX216" fmla="*/ 3165669 w 12192001"/>
              <a:gd name="connsiteY216" fmla="*/ 124188 h 586467"/>
              <a:gd name="connsiteX217" fmla="*/ 3209778 w 12192001"/>
              <a:gd name="connsiteY217" fmla="*/ 26180 h 586467"/>
              <a:gd name="connsiteX218" fmla="*/ 3204130 w 12192001"/>
              <a:gd name="connsiteY218" fmla="*/ 60007 h 586467"/>
              <a:gd name="connsiteX219" fmla="*/ 3208001 w 12192001"/>
              <a:gd name="connsiteY219" fmla="*/ 38509 h 586467"/>
              <a:gd name="connsiteX220" fmla="*/ 3223424 w 12192001"/>
              <a:gd name="connsiteY220" fmla="*/ 130002 h 586467"/>
              <a:gd name="connsiteX221" fmla="*/ 3241417 w 12192001"/>
              <a:gd name="connsiteY221" fmla="*/ 212982 h 586467"/>
              <a:gd name="connsiteX222" fmla="*/ 3242716 w 12192001"/>
              <a:gd name="connsiteY222" fmla="*/ 218372 h 586467"/>
              <a:gd name="connsiteX223" fmla="*/ 3258397 w 12192001"/>
              <a:gd name="connsiteY223" fmla="*/ 218372 h 586467"/>
              <a:gd name="connsiteX224" fmla="*/ 3259346 w 12192001"/>
              <a:gd name="connsiteY224" fmla="*/ 198436 h 586467"/>
              <a:gd name="connsiteX225" fmla="*/ 3253634 w 12192001"/>
              <a:gd name="connsiteY225" fmla="*/ 128597 h 586467"/>
              <a:gd name="connsiteX226" fmla="*/ 3288922 w 12192001"/>
              <a:gd name="connsiteY226" fmla="*/ 195393 h 586467"/>
              <a:gd name="connsiteX227" fmla="*/ 3297610 w 12192001"/>
              <a:gd name="connsiteY227" fmla="*/ 218372 h 586467"/>
              <a:gd name="connsiteX228" fmla="*/ 3340482 w 12192001"/>
              <a:gd name="connsiteY228" fmla="*/ 218372 h 586467"/>
              <a:gd name="connsiteX229" fmla="*/ 3343313 w 12192001"/>
              <a:gd name="connsiteY229" fmla="*/ 210843 h 586467"/>
              <a:gd name="connsiteX230" fmla="*/ 3362924 w 12192001"/>
              <a:gd name="connsiteY230" fmla="*/ 144282 h 586467"/>
              <a:gd name="connsiteX231" fmla="*/ 3374221 w 12192001"/>
              <a:gd name="connsiteY231" fmla="*/ 76237 h 586467"/>
              <a:gd name="connsiteX232" fmla="*/ 3376125 w 12192001"/>
              <a:gd name="connsiteY232" fmla="*/ 53569 h 586467"/>
              <a:gd name="connsiteX233" fmla="*/ 3376696 w 12192001"/>
              <a:gd name="connsiteY233" fmla="*/ 44947 h 586467"/>
              <a:gd name="connsiteX234" fmla="*/ 3378664 w 12192001"/>
              <a:gd name="connsiteY234" fmla="*/ 53452 h 586467"/>
              <a:gd name="connsiteX235" fmla="*/ 3383551 w 12192001"/>
              <a:gd name="connsiteY235" fmla="*/ 76043 h 586467"/>
              <a:gd name="connsiteX236" fmla="*/ 3392817 w 12192001"/>
              <a:gd name="connsiteY236" fmla="*/ 145335 h 586467"/>
              <a:gd name="connsiteX237" fmla="*/ 3393388 w 12192001"/>
              <a:gd name="connsiteY237" fmla="*/ 215486 h 586467"/>
              <a:gd name="connsiteX238" fmla="*/ 3393203 w 12192001"/>
              <a:gd name="connsiteY238" fmla="*/ 218372 h 586467"/>
              <a:gd name="connsiteX239" fmla="*/ 3451708 w 12192001"/>
              <a:gd name="connsiteY239" fmla="*/ 218372 h 586467"/>
              <a:gd name="connsiteX240" fmla="*/ 3450698 w 12192001"/>
              <a:gd name="connsiteY240" fmla="*/ 206300 h 586467"/>
              <a:gd name="connsiteX241" fmla="*/ 3449176 w 12192001"/>
              <a:gd name="connsiteY241" fmla="*/ 173193 h 586467"/>
              <a:gd name="connsiteX242" fmla="*/ 3451905 w 12192001"/>
              <a:gd name="connsiteY242" fmla="*/ 83495 h 586467"/>
              <a:gd name="connsiteX243" fmla="*/ 3478815 w 12192001"/>
              <a:gd name="connsiteY243" fmla="*/ 170501 h 586467"/>
              <a:gd name="connsiteX244" fmla="*/ 3491081 w 12192001"/>
              <a:gd name="connsiteY244" fmla="*/ 201907 h 586467"/>
              <a:gd name="connsiteX245" fmla="*/ 3498191 w 12192001"/>
              <a:gd name="connsiteY245" fmla="*/ 218372 h 586467"/>
              <a:gd name="connsiteX246" fmla="*/ 3556656 w 12192001"/>
              <a:gd name="connsiteY246" fmla="*/ 218372 h 586467"/>
              <a:gd name="connsiteX247" fmla="*/ 3557450 w 12192001"/>
              <a:gd name="connsiteY247" fmla="*/ 211428 h 586467"/>
              <a:gd name="connsiteX248" fmla="*/ 3558656 w 12192001"/>
              <a:gd name="connsiteY248" fmla="*/ 151851 h 586467"/>
              <a:gd name="connsiteX249" fmla="*/ 3550913 w 12192001"/>
              <a:gd name="connsiteY249" fmla="*/ 91844 h 586467"/>
              <a:gd name="connsiteX250" fmla="*/ 3546471 w 12192001"/>
              <a:gd name="connsiteY250" fmla="*/ 72102 h 586467"/>
              <a:gd name="connsiteX251" fmla="*/ 3544693 w 12192001"/>
              <a:gd name="connsiteY251" fmla="*/ 64689 h 586467"/>
              <a:gd name="connsiteX252" fmla="*/ 3548945 w 12192001"/>
              <a:gd name="connsiteY252" fmla="*/ 71595 h 586467"/>
              <a:gd name="connsiteX253" fmla="*/ 3559989 w 12192001"/>
              <a:gd name="connsiteY253" fmla="*/ 90284 h 586467"/>
              <a:gd name="connsiteX254" fmla="*/ 3588232 w 12192001"/>
              <a:gd name="connsiteY254" fmla="*/ 148730 h 586467"/>
              <a:gd name="connsiteX255" fmla="*/ 3607843 w 12192001"/>
              <a:gd name="connsiteY255" fmla="*/ 209438 h 586467"/>
              <a:gd name="connsiteX256" fmla="*/ 3609872 w 12192001"/>
              <a:gd name="connsiteY256" fmla="*/ 218372 h 586467"/>
              <a:gd name="connsiteX257" fmla="*/ 3665952 w 12192001"/>
              <a:gd name="connsiteY257" fmla="*/ 218372 h 586467"/>
              <a:gd name="connsiteX258" fmla="*/ 3669723 w 12192001"/>
              <a:gd name="connsiteY258" fmla="*/ 205264 h 586467"/>
              <a:gd name="connsiteX259" fmla="*/ 3687938 w 12192001"/>
              <a:gd name="connsiteY259" fmla="*/ 128402 h 586467"/>
              <a:gd name="connsiteX260" fmla="*/ 3699616 w 12192001"/>
              <a:gd name="connsiteY260" fmla="*/ 206239 h 586467"/>
              <a:gd name="connsiteX261" fmla="*/ 3700830 w 12192001"/>
              <a:gd name="connsiteY261" fmla="*/ 218372 h 586467"/>
              <a:gd name="connsiteX262" fmla="*/ 3714682 w 12192001"/>
              <a:gd name="connsiteY262" fmla="*/ 218372 h 586467"/>
              <a:gd name="connsiteX263" fmla="*/ 3714690 w 12192001"/>
              <a:gd name="connsiteY263" fmla="*/ 217583 h 586467"/>
              <a:gd name="connsiteX264" fmla="*/ 3715356 w 12192001"/>
              <a:gd name="connsiteY264" fmla="*/ 155479 h 586467"/>
              <a:gd name="connsiteX265" fmla="*/ 3714785 w 12192001"/>
              <a:gd name="connsiteY265" fmla="*/ 65001 h 586467"/>
              <a:gd name="connsiteX266" fmla="*/ 3745058 w 12192001"/>
              <a:gd name="connsiteY266" fmla="*/ 153177 h 586467"/>
              <a:gd name="connsiteX267" fmla="*/ 3764900 w 12192001"/>
              <a:gd name="connsiteY267" fmla="*/ 214048 h 586467"/>
              <a:gd name="connsiteX268" fmla="*/ 3766313 w 12192001"/>
              <a:gd name="connsiteY268" fmla="*/ 218372 h 586467"/>
              <a:gd name="connsiteX269" fmla="*/ 3795172 w 12192001"/>
              <a:gd name="connsiteY269" fmla="*/ 218372 h 586467"/>
              <a:gd name="connsiteX270" fmla="*/ 3793903 w 12192001"/>
              <a:gd name="connsiteY270" fmla="*/ 198810 h 586467"/>
              <a:gd name="connsiteX271" fmla="*/ 3792468 w 12192001"/>
              <a:gd name="connsiteY271" fmla="*/ 166014 h 586467"/>
              <a:gd name="connsiteX272" fmla="*/ 3792405 w 12192001"/>
              <a:gd name="connsiteY272" fmla="*/ 76940 h 586467"/>
              <a:gd name="connsiteX273" fmla="*/ 3822107 w 12192001"/>
              <a:gd name="connsiteY273" fmla="*/ 163244 h 586467"/>
              <a:gd name="connsiteX274" fmla="*/ 3834326 w 12192001"/>
              <a:gd name="connsiteY274" fmla="*/ 194605 h 586467"/>
              <a:gd name="connsiteX275" fmla="*/ 3844139 w 12192001"/>
              <a:gd name="connsiteY275" fmla="*/ 218372 h 586467"/>
              <a:gd name="connsiteX276" fmla="*/ 3906964 w 12192001"/>
              <a:gd name="connsiteY276" fmla="*/ 218372 h 586467"/>
              <a:gd name="connsiteX277" fmla="*/ 3907470 w 12192001"/>
              <a:gd name="connsiteY277" fmla="*/ 210570 h 586467"/>
              <a:gd name="connsiteX278" fmla="*/ 3912167 w 12192001"/>
              <a:gd name="connsiteY278" fmla="*/ 216188 h 586467"/>
              <a:gd name="connsiteX279" fmla="*/ 3914032 w 12192001"/>
              <a:gd name="connsiteY279" fmla="*/ 218372 h 586467"/>
              <a:gd name="connsiteX280" fmla="*/ 4022706 w 12192001"/>
              <a:gd name="connsiteY280" fmla="*/ 218372 h 586467"/>
              <a:gd name="connsiteX281" fmla="*/ 4029517 w 12192001"/>
              <a:gd name="connsiteY281" fmla="*/ 149315 h 586467"/>
              <a:gd name="connsiteX282" fmla="*/ 4033642 w 12192001"/>
              <a:gd name="connsiteY282" fmla="*/ 135308 h 586467"/>
              <a:gd name="connsiteX283" fmla="*/ 4037704 w 12192001"/>
              <a:gd name="connsiteY283" fmla="*/ 149315 h 586467"/>
              <a:gd name="connsiteX284" fmla="*/ 4044548 w 12192001"/>
              <a:gd name="connsiteY284" fmla="*/ 218372 h 586467"/>
              <a:gd name="connsiteX285" fmla="*/ 4153254 w 12192001"/>
              <a:gd name="connsiteY285" fmla="*/ 218372 h 586467"/>
              <a:gd name="connsiteX286" fmla="*/ 4155118 w 12192001"/>
              <a:gd name="connsiteY286" fmla="*/ 216188 h 586467"/>
              <a:gd name="connsiteX287" fmla="*/ 4159751 w 12192001"/>
              <a:gd name="connsiteY287" fmla="*/ 210648 h 586467"/>
              <a:gd name="connsiteX288" fmla="*/ 4160283 w 12192001"/>
              <a:gd name="connsiteY288" fmla="*/ 218372 h 586467"/>
              <a:gd name="connsiteX289" fmla="*/ 4223123 w 12192001"/>
              <a:gd name="connsiteY289" fmla="*/ 218372 h 586467"/>
              <a:gd name="connsiteX290" fmla="*/ 4232934 w 12192001"/>
              <a:gd name="connsiteY290" fmla="*/ 194605 h 586467"/>
              <a:gd name="connsiteX291" fmla="*/ 4245178 w 12192001"/>
              <a:gd name="connsiteY291" fmla="*/ 163244 h 586467"/>
              <a:gd name="connsiteX292" fmla="*/ 4274881 w 12192001"/>
              <a:gd name="connsiteY292" fmla="*/ 76940 h 586467"/>
              <a:gd name="connsiteX293" fmla="*/ 4274817 w 12192001"/>
              <a:gd name="connsiteY293" fmla="*/ 166014 h 586467"/>
              <a:gd name="connsiteX294" fmla="*/ 4273382 w 12192001"/>
              <a:gd name="connsiteY294" fmla="*/ 198810 h 586467"/>
              <a:gd name="connsiteX295" fmla="*/ 4272114 w 12192001"/>
              <a:gd name="connsiteY295" fmla="*/ 218372 h 586467"/>
              <a:gd name="connsiteX296" fmla="*/ 4302946 w 12192001"/>
              <a:gd name="connsiteY296" fmla="*/ 218372 h 586467"/>
              <a:gd name="connsiteX297" fmla="*/ 4345964 w 12192001"/>
              <a:gd name="connsiteY297" fmla="*/ 90946 h 586467"/>
              <a:gd name="connsiteX298" fmla="*/ 4350088 w 12192001"/>
              <a:gd name="connsiteY298" fmla="*/ 218372 h 586467"/>
              <a:gd name="connsiteX299" fmla="*/ 4366405 w 12192001"/>
              <a:gd name="connsiteY299" fmla="*/ 218372 h 586467"/>
              <a:gd name="connsiteX300" fmla="*/ 4367606 w 12192001"/>
              <a:gd name="connsiteY300" fmla="*/ 206239 h 586467"/>
              <a:gd name="connsiteX301" fmla="*/ 4379347 w 12192001"/>
              <a:gd name="connsiteY301" fmla="*/ 128402 h 586467"/>
              <a:gd name="connsiteX302" fmla="*/ 4397499 w 12192001"/>
              <a:gd name="connsiteY302" fmla="*/ 205264 h 586467"/>
              <a:gd name="connsiteX303" fmla="*/ 4401285 w 12192001"/>
              <a:gd name="connsiteY303" fmla="*/ 218372 h 586467"/>
              <a:gd name="connsiteX304" fmla="*/ 4457415 w 12192001"/>
              <a:gd name="connsiteY304" fmla="*/ 218372 h 586467"/>
              <a:gd name="connsiteX305" fmla="*/ 4459442 w 12192001"/>
              <a:gd name="connsiteY305" fmla="*/ 209438 h 586467"/>
              <a:gd name="connsiteX306" fmla="*/ 4479054 w 12192001"/>
              <a:gd name="connsiteY306" fmla="*/ 148730 h 586467"/>
              <a:gd name="connsiteX307" fmla="*/ 4507296 w 12192001"/>
              <a:gd name="connsiteY307" fmla="*/ 90284 h 586467"/>
              <a:gd name="connsiteX308" fmla="*/ 4518340 w 12192001"/>
              <a:gd name="connsiteY308" fmla="*/ 71595 h 586467"/>
              <a:gd name="connsiteX309" fmla="*/ 4522592 w 12192001"/>
              <a:gd name="connsiteY309" fmla="*/ 64689 h 586467"/>
              <a:gd name="connsiteX310" fmla="*/ 4520816 w 12192001"/>
              <a:gd name="connsiteY310" fmla="*/ 72102 h 586467"/>
              <a:gd name="connsiteX311" fmla="*/ 4516309 w 12192001"/>
              <a:gd name="connsiteY311" fmla="*/ 91844 h 586467"/>
              <a:gd name="connsiteX312" fmla="*/ 4508629 w 12192001"/>
              <a:gd name="connsiteY312" fmla="*/ 151851 h 586467"/>
              <a:gd name="connsiteX313" fmla="*/ 4509835 w 12192001"/>
              <a:gd name="connsiteY313" fmla="*/ 211428 h 586467"/>
              <a:gd name="connsiteX314" fmla="*/ 4510629 w 12192001"/>
              <a:gd name="connsiteY314" fmla="*/ 218372 h 586467"/>
              <a:gd name="connsiteX315" fmla="*/ 4569056 w 12192001"/>
              <a:gd name="connsiteY315" fmla="*/ 218372 h 586467"/>
              <a:gd name="connsiteX316" fmla="*/ 4576152 w 12192001"/>
              <a:gd name="connsiteY316" fmla="*/ 201907 h 586467"/>
              <a:gd name="connsiteX317" fmla="*/ 4588408 w 12192001"/>
              <a:gd name="connsiteY317" fmla="*/ 170501 h 586467"/>
              <a:gd name="connsiteX318" fmla="*/ 4615382 w 12192001"/>
              <a:gd name="connsiteY318" fmla="*/ 83495 h 586467"/>
              <a:gd name="connsiteX319" fmla="*/ 4618110 w 12192001"/>
              <a:gd name="connsiteY319" fmla="*/ 173193 h 586467"/>
              <a:gd name="connsiteX320" fmla="*/ 4616578 w 12192001"/>
              <a:gd name="connsiteY320" fmla="*/ 206300 h 586467"/>
              <a:gd name="connsiteX321" fmla="*/ 4615559 w 12192001"/>
              <a:gd name="connsiteY321" fmla="*/ 218372 h 586467"/>
              <a:gd name="connsiteX322" fmla="*/ 4674083 w 12192001"/>
              <a:gd name="connsiteY322" fmla="*/ 218372 h 586467"/>
              <a:gd name="connsiteX323" fmla="*/ 4673897 w 12192001"/>
              <a:gd name="connsiteY323" fmla="*/ 215486 h 586467"/>
              <a:gd name="connsiteX324" fmla="*/ 4674469 w 12192001"/>
              <a:gd name="connsiteY324" fmla="*/ 145335 h 586467"/>
              <a:gd name="connsiteX325" fmla="*/ 4683734 w 12192001"/>
              <a:gd name="connsiteY325" fmla="*/ 76043 h 586467"/>
              <a:gd name="connsiteX326" fmla="*/ 4688623 w 12192001"/>
              <a:gd name="connsiteY326" fmla="*/ 53452 h 586467"/>
              <a:gd name="connsiteX327" fmla="*/ 4690525 w 12192001"/>
              <a:gd name="connsiteY327" fmla="*/ 44947 h 586467"/>
              <a:gd name="connsiteX328" fmla="*/ 4691161 w 12192001"/>
              <a:gd name="connsiteY328" fmla="*/ 53569 h 586467"/>
              <a:gd name="connsiteX329" fmla="*/ 4693064 w 12192001"/>
              <a:gd name="connsiteY329" fmla="*/ 76237 h 586467"/>
              <a:gd name="connsiteX330" fmla="*/ 4704299 w 12192001"/>
              <a:gd name="connsiteY330" fmla="*/ 144282 h 586467"/>
              <a:gd name="connsiteX331" fmla="*/ 4723973 w 12192001"/>
              <a:gd name="connsiteY331" fmla="*/ 210843 h 586467"/>
              <a:gd name="connsiteX332" fmla="*/ 4726805 w 12192001"/>
              <a:gd name="connsiteY332" fmla="*/ 218372 h 586467"/>
              <a:gd name="connsiteX333" fmla="*/ 4769623 w 12192001"/>
              <a:gd name="connsiteY333" fmla="*/ 218372 h 586467"/>
              <a:gd name="connsiteX334" fmla="*/ 4778300 w 12192001"/>
              <a:gd name="connsiteY334" fmla="*/ 195393 h 586467"/>
              <a:gd name="connsiteX335" fmla="*/ 4813651 w 12192001"/>
              <a:gd name="connsiteY335" fmla="*/ 128597 h 586467"/>
              <a:gd name="connsiteX336" fmla="*/ 4807939 w 12192001"/>
              <a:gd name="connsiteY336" fmla="*/ 198436 h 586467"/>
              <a:gd name="connsiteX337" fmla="*/ 4808877 w 12192001"/>
              <a:gd name="connsiteY337" fmla="*/ 218372 h 586467"/>
              <a:gd name="connsiteX338" fmla="*/ 4824571 w 12192001"/>
              <a:gd name="connsiteY338" fmla="*/ 218372 h 586467"/>
              <a:gd name="connsiteX339" fmla="*/ 4825870 w 12192001"/>
              <a:gd name="connsiteY339" fmla="*/ 212982 h 586467"/>
              <a:gd name="connsiteX340" fmla="*/ 4843863 w 12192001"/>
              <a:gd name="connsiteY340" fmla="*/ 130002 h 586467"/>
              <a:gd name="connsiteX341" fmla="*/ 4859284 w 12192001"/>
              <a:gd name="connsiteY341" fmla="*/ 38509 h 586467"/>
              <a:gd name="connsiteX342" fmla="*/ 4863791 w 12192001"/>
              <a:gd name="connsiteY342" fmla="*/ 64025 h 586467"/>
              <a:gd name="connsiteX343" fmla="*/ 4857380 w 12192001"/>
              <a:gd name="connsiteY343" fmla="*/ 25985 h 586467"/>
              <a:gd name="connsiteX344" fmla="*/ 4901617 w 12192001"/>
              <a:gd name="connsiteY344" fmla="*/ 124188 h 586467"/>
              <a:gd name="connsiteX345" fmla="*/ 4935318 w 12192001"/>
              <a:gd name="connsiteY345" fmla="*/ 215700 h 586467"/>
              <a:gd name="connsiteX346" fmla="*/ 4936197 w 12192001"/>
              <a:gd name="connsiteY346" fmla="*/ 218372 h 586467"/>
              <a:gd name="connsiteX347" fmla="*/ 4964971 w 12192001"/>
              <a:gd name="connsiteY347" fmla="*/ 218372 h 586467"/>
              <a:gd name="connsiteX348" fmla="*/ 4966060 w 12192001"/>
              <a:gd name="connsiteY348" fmla="*/ 193476 h 586467"/>
              <a:gd name="connsiteX349" fmla="*/ 4972953 w 12192001"/>
              <a:gd name="connsiteY349" fmla="*/ 114161 h 586467"/>
              <a:gd name="connsiteX350" fmla="*/ 4992565 w 12192001"/>
              <a:gd name="connsiteY350" fmla="*/ 0 h 586467"/>
              <a:gd name="connsiteX351" fmla="*/ 5002846 w 12192001"/>
              <a:gd name="connsiteY351" fmla="*/ 114044 h 586467"/>
              <a:gd name="connsiteX352" fmla="*/ 5022089 w 12192001"/>
              <a:gd name="connsiteY352" fmla="*/ 217067 h 586467"/>
              <a:gd name="connsiteX353" fmla="*/ 5022398 w 12192001"/>
              <a:gd name="connsiteY353" fmla="*/ 218372 h 586467"/>
              <a:gd name="connsiteX354" fmla="*/ 5062234 w 12192001"/>
              <a:gd name="connsiteY354" fmla="*/ 218372 h 586467"/>
              <a:gd name="connsiteX355" fmla="*/ 5063332 w 12192001"/>
              <a:gd name="connsiteY355" fmla="*/ 213925 h 586467"/>
              <a:gd name="connsiteX356" fmla="*/ 5068344 w 12192001"/>
              <a:gd name="connsiteY356" fmla="*/ 192155 h 586467"/>
              <a:gd name="connsiteX357" fmla="*/ 5077547 w 12192001"/>
              <a:gd name="connsiteY357" fmla="*/ 125086 h 586467"/>
              <a:gd name="connsiteX358" fmla="*/ 5076786 w 12192001"/>
              <a:gd name="connsiteY358" fmla="*/ 57120 h 586467"/>
              <a:gd name="connsiteX359" fmla="*/ 5074374 w 12192001"/>
              <a:gd name="connsiteY359" fmla="*/ 34607 h 586467"/>
              <a:gd name="connsiteX360" fmla="*/ 5073359 w 12192001"/>
              <a:gd name="connsiteY360" fmla="*/ 26024 h 586467"/>
              <a:gd name="connsiteX361" fmla="*/ 5076912 w 12192001"/>
              <a:gd name="connsiteY361" fmla="*/ 34256 h 586467"/>
              <a:gd name="connsiteX362" fmla="*/ 5086053 w 12192001"/>
              <a:gd name="connsiteY362" fmla="*/ 56105 h 586467"/>
              <a:gd name="connsiteX363" fmla="*/ 5107376 w 12192001"/>
              <a:gd name="connsiteY363" fmla="*/ 123837 h 586467"/>
              <a:gd name="connsiteX364" fmla="*/ 5118801 w 12192001"/>
              <a:gd name="connsiteY364" fmla="*/ 193364 h 586467"/>
              <a:gd name="connsiteX365" fmla="*/ 5120451 w 12192001"/>
              <a:gd name="connsiteY365" fmla="*/ 216539 h 586467"/>
              <a:gd name="connsiteX366" fmla="*/ 5120556 w 12192001"/>
              <a:gd name="connsiteY366" fmla="*/ 218372 h 586467"/>
              <a:gd name="connsiteX367" fmla="*/ 5135777 w 12192001"/>
              <a:gd name="connsiteY367" fmla="*/ 218372 h 586467"/>
              <a:gd name="connsiteX368" fmla="*/ 5138159 w 12192001"/>
              <a:gd name="connsiteY368" fmla="*/ 211546 h 586467"/>
              <a:gd name="connsiteX369" fmla="*/ 5159229 w 12192001"/>
              <a:gd name="connsiteY369" fmla="*/ 167301 h 586467"/>
              <a:gd name="connsiteX370" fmla="*/ 5170399 w 12192001"/>
              <a:gd name="connsiteY370" fmla="*/ 147754 h 586467"/>
              <a:gd name="connsiteX371" fmla="*/ 5167860 w 12192001"/>
              <a:gd name="connsiteY371" fmla="*/ 214081 h 586467"/>
              <a:gd name="connsiteX372" fmla="*/ 5168316 w 12192001"/>
              <a:gd name="connsiteY372" fmla="*/ 218372 h 586467"/>
              <a:gd name="connsiteX373" fmla="*/ 5187343 w 12192001"/>
              <a:gd name="connsiteY373" fmla="*/ 218372 h 586467"/>
              <a:gd name="connsiteX374" fmla="*/ 5224219 w 12192001"/>
              <a:gd name="connsiteY374" fmla="*/ 44869 h 586467"/>
              <a:gd name="connsiteX375" fmla="*/ 5238944 w 12192001"/>
              <a:gd name="connsiteY375" fmla="*/ 207175 h 586467"/>
              <a:gd name="connsiteX376" fmla="*/ 5245608 w 12192001"/>
              <a:gd name="connsiteY376" fmla="*/ 186302 h 586467"/>
              <a:gd name="connsiteX377" fmla="*/ 5273660 w 12192001"/>
              <a:gd name="connsiteY377" fmla="*/ 109128 h 586467"/>
              <a:gd name="connsiteX378" fmla="*/ 5275374 w 12192001"/>
              <a:gd name="connsiteY378" fmla="*/ 188136 h 586467"/>
              <a:gd name="connsiteX379" fmla="*/ 5277877 w 12192001"/>
              <a:gd name="connsiteY379" fmla="*/ 218372 h 586467"/>
              <a:gd name="connsiteX380" fmla="*/ 5313344 w 12192001"/>
              <a:gd name="connsiteY380" fmla="*/ 218372 h 586467"/>
              <a:gd name="connsiteX381" fmla="*/ 5313796 w 12192001"/>
              <a:gd name="connsiteY381" fmla="*/ 217027 h 586467"/>
              <a:gd name="connsiteX382" fmla="*/ 5327670 w 12192001"/>
              <a:gd name="connsiteY382" fmla="*/ 165974 h 586467"/>
              <a:gd name="connsiteX383" fmla="*/ 5338396 w 12192001"/>
              <a:gd name="connsiteY383" fmla="*/ 89932 h 586467"/>
              <a:gd name="connsiteX384" fmla="*/ 5357563 w 12192001"/>
              <a:gd name="connsiteY384" fmla="*/ 166209 h 586467"/>
              <a:gd name="connsiteX385" fmla="*/ 5363466 w 12192001"/>
              <a:gd name="connsiteY385" fmla="*/ 211663 h 586467"/>
              <a:gd name="connsiteX386" fmla="*/ 5363961 w 12192001"/>
              <a:gd name="connsiteY386" fmla="*/ 218372 h 586467"/>
              <a:gd name="connsiteX387" fmla="*/ 5366689 w 12192001"/>
              <a:gd name="connsiteY387" fmla="*/ 218372 h 586467"/>
              <a:gd name="connsiteX388" fmla="*/ 5366838 w 12192001"/>
              <a:gd name="connsiteY388" fmla="*/ 216393 h 586467"/>
              <a:gd name="connsiteX389" fmla="*/ 5367464 w 12192001"/>
              <a:gd name="connsiteY389" fmla="*/ 210609 h 586467"/>
              <a:gd name="connsiteX390" fmla="*/ 5383521 w 12192001"/>
              <a:gd name="connsiteY390" fmla="*/ 144945 h 586467"/>
              <a:gd name="connsiteX391" fmla="*/ 5403260 w 12192001"/>
              <a:gd name="connsiteY391" fmla="*/ 102067 h 586467"/>
              <a:gd name="connsiteX392" fmla="*/ 5414303 w 12192001"/>
              <a:gd name="connsiteY392" fmla="*/ 83378 h 586467"/>
              <a:gd name="connsiteX393" fmla="*/ 5413351 w 12192001"/>
              <a:gd name="connsiteY393" fmla="*/ 146779 h 586467"/>
              <a:gd name="connsiteX394" fmla="*/ 5421411 w 12192001"/>
              <a:gd name="connsiteY394" fmla="*/ 189150 h 586467"/>
              <a:gd name="connsiteX395" fmla="*/ 5427187 w 12192001"/>
              <a:gd name="connsiteY395" fmla="*/ 207917 h 586467"/>
              <a:gd name="connsiteX396" fmla="*/ 5428935 w 12192001"/>
              <a:gd name="connsiteY396" fmla="*/ 212690 h 586467"/>
              <a:gd name="connsiteX397" fmla="*/ 5431232 w 12192001"/>
              <a:gd name="connsiteY397" fmla="*/ 218372 h 586467"/>
              <a:gd name="connsiteX398" fmla="*/ 5472367 w 12192001"/>
              <a:gd name="connsiteY398" fmla="*/ 218372 h 586467"/>
              <a:gd name="connsiteX399" fmla="*/ 5473010 w 12192001"/>
              <a:gd name="connsiteY399" fmla="*/ 216813 h 586467"/>
              <a:gd name="connsiteX400" fmla="*/ 5493509 w 12192001"/>
              <a:gd name="connsiteY400" fmla="*/ 160356 h 586467"/>
              <a:gd name="connsiteX401" fmla="*/ 5509440 w 12192001"/>
              <a:gd name="connsiteY401" fmla="*/ 102730 h 586467"/>
              <a:gd name="connsiteX402" fmla="*/ 5523402 w 12192001"/>
              <a:gd name="connsiteY402" fmla="*/ 161176 h 586467"/>
              <a:gd name="connsiteX403" fmla="*/ 5531998 w 12192001"/>
              <a:gd name="connsiteY403" fmla="*/ 215455 h 586467"/>
              <a:gd name="connsiteX404" fmla="*/ 5532342 w 12192001"/>
              <a:gd name="connsiteY404" fmla="*/ 218372 h 586467"/>
              <a:gd name="connsiteX405" fmla="*/ 5535689 w 12192001"/>
              <a:gd name="connsiteY405" fmla="*/ 218372 h 586467"/>
              <a:gd name="connsiteX406" fmla="*/ 5537834 w 12192001"/>
              <a:gd name="connsiteY406" fmla="*/ 213428 h 586467"/>
              <a:gd name="connsiteX407" fmla="*/ 5539523 w 12192001"/>
              <a:gd name="connsiteY407" fmla="*/ 209361 h 586467"/>
              <a:gd name="connsiteX408" fmla="*/ 5566179 w 12192001"/>
              <a:gd name="connsiteY408" fmla="*/ 128441 h 586467"/>
              <a:gd name="connsiteX409" fmla="*/ 5580460 w 12192001"/>
              <a:gd name="connsiteY409" fmla="*/ 45064 h 586467"/>
              <a:gd name="connsiteX410" fmla="*/ 5596072 w 12192001"/>
              <a:gd name="connsiteY410" fmla="*/ 129417 h 586467"/>
              <a:gd name="connsiteX411" fmla="*/ 5598738 w 12192001"/>
              <a:gd name="connsiteY411" fmla="*/ 215408 h 586467"/>
              <a:gd name="connsiteX412" fmla="*/ 5598560 w 12192001"/>
              <a:gd name="connsiteY412" fmla="*/ 218372 h 586467"/>
              <a:gd name="connsiteX413" fmla="*/ 5599732 w 12192001"/>
              <a:gd name="connsiteY413" fmla="*/ 218372 h 586467"/>
              <a:gd name="connsiteX414" fmla="*/ 5606941 w 12192001"/>
              <a:gd name="connsiteY414" fmla="*/ 196071 h 586467"/>
              <a:gd name="connsiteX415" fmla="*/ 5618539 w 12192001"/>
              <a:gd name="connsiteY415" fmla="*/ 163555 h 586467"/>
              <a:gd name="connsiteX416" fmla="*/ 5649765 w 12192001"/>
              <a:gd name="connsiteY416" fmla="*/ 89854 h 586467"/>
              <a:gd name="connsiteX417" fmla="*/ 5648242 w 12192001"/>
              <a:gd name="connsiteY417" fmla="*/ 166014 h 586467"/>
              <a:gd name="connsiteX418" fmla="*/ 5651027 w 12192001"/>
              <a:gd name="connsiteY418" fmla="*/ 217998 h 586467"/>
              <a:gd name="connsiteX419" fmla="*/ 5651060 w 12192001"/>
              <a:gd name="connsiteY419" fmla="*/ 218372 h 586467"/>
              <a:gd name="connsiteX420" fmla="*/ 5700101 w 12192001"/>
              <a:gd name="connsiteY420" fmla="*/ 218372 h 586467"/>
              <a:gd name="connsiteX421" fmla="*/ 5701852 w 12192001"/>
              <a:gd name="connsiteY421" fmla="*/ 212027 h 586467"/>
              <a:gd name="connsiteX422" fmla="*/ 5703712 w 12192001"/>
              <a:gd name="connsiteY422" fmla="*/ 204757 h 586467"/>
              <a:gd name="connsiteX423" fmla="*/ 5719643 w 12192001"/>
              <a:gd name="connsiteY423" fmla="*/ 119117 h 586467"/>
              <a:gd name="connsiteX424" fmla="*/ 5725164 w 12192001"/>
              <a:gd name="connsiteY424" fmla="*/ 32110 h 586467"/>
              <a:gd name="connsiteX425" fmla="*/ 5749535 w 12192001"/>
              <a:gd name="connsiteY425" fmla="*/ 118453 h 586467"/>
              <a:gd name="connsiteX426" fmla="*/ 5763498 w 12192001"/>
              <a:gd name="connsiteY426" fmla="*/ 206708 h 586467"/>
              <a:gd name="connsiteX427" fmla="*/ 5763916 w 12192001"/>
              <a:gd name="connsiteY427" fmla="*/ 211154 h 586467"/>
              <a:gd name="connsiteX428" fmla="*/ 5764492 w 12192001"/>
              <a:gd name="connsiteY428" fmla="*/ 218372 h 586467"/>
              <a:gd name="connsiteX429" fmla="*/ 5781430 w 12192001"/>
              <a:gd name="connsiteY429" fmla="*/ 218372 h 586467"/>
              <a:gd name="connsiteX430" fmla="*/ 5793518 w 12192001"/>
              <a:gd name="connsiteY430" fmla="*/ 175182 h 586467"/>
              <a:gd name="connsiteX431" fmla="*/ 5808877 w 12192001"/>
              <a:gd name="connsiteY431" fmla="*/ 96331 h 586467"/>
              <a:gd name="connsiteX432" fmla="*/ 5823410 w 12192001"/>
              <a:gd name="connsiteY432" fmla="*/ 175923 h 586467"/>
              <a:gd name="connsiteX433" fmla="*/ 5826821 w 12192001"/>
              <a:gd name="connsiteY433" fmla="*/ 205464 h 586467"/>
              <a:gd name="connsiteX434" fmla="*/ 5827878 w 12192001"/>
              <a:gd name="connsiteY434" fmla="*/ 218372 h 586467"/>
              <a:gd name="connsiteX435" fmla="*/ 5854340 w 12192001"/>
              <a:gd name="connsiteY435" fmla="*/ 218372 h 586467"/>
              <a:gd name="connsiteX436" fmla="*/ 5860856 w 12192001"/>
              <a:gd name="connsiteY436" fmla="*/ 206122 h 586467"/>
              <a:gd name="connsiteX437" fmla="*/ 5892590 w 12192001"/>
              <a:gd name="connsiteY437" fmla="*/ 156454 h 586467"/>
              <a:gd name="connsiteX438" fmla="*/ 5931114 w 12192001"/>
              <a:gd name="connsiteY438" fmla="*/ 109830 h 586467"/>
              <a:gd name="connsiteX439" fmla="*/ 5950535 w 12192001"/>
              <a:gd name="connsiteY439" fmla="*/ 89815 h 586467"/>
              <a:gd name="connsiteX440" fmla="*/ 5920896 w 12192001"/>
              <a:gd name="connsiteY440" fmla="*/ 163088 h 586467"/>
              <a:gd name="connsiteX441" fmla="*/ 5909979 w 12192001"/>
              <a:gd name="connsiteY441" fmla="*/ 214121 h 586467"/>
              <a:gd name="connsiteX442" fmla="*/ 5909469 w 12192001"/>
              <a:gd name="connsiteY442" fmla="*/ 218372 h 586467"/>
              <a:gd name="connsiteX443" fmla="*/ 5930597 w 12192001"/>
              <a:gd name="connsiteY443" fmla="*/ 218372 h 586467"/>
              <a:gd name="connsiteX444" fmla="*/ 5979984 w 12192001"/>
              <a:gd name="connsiteY444" fmla="*/ 141356 h 586467"/>
              <a:gd name="connsiteX445" fmla="*/ 5969615 w 12192001"/>
              <a:gd name="connsiteY445" fmla="*/ 218372 h 586467"/>
              <a:gd name="connsiteX446" fmla="*/ 5990637 w 12192001"/>
              <a:gd name="connsiteY446" fmla="*/ 218372 h 586467"/>
              <a:gd name="connsiteX447" fmla="*/ 5993946 w 12192001"/>
              <a:gd name="connsiteY447" fmla="*/ 199763 h 586467"/>
              <a:gd name="connsiteX448" fmla="*/ 5998579 w 12192001"/>
              <a:gd name="connsiteY448" fmla="*/ 134099 h 586467"/>
              <a:gd name="connsiteX449" fmla="*/ 5989757 w 12192001"/>
              <a:gd name="connsiteY449" fmla="*/ 68240 h 586467"/>
              <a:gd name="connsiteX450" fmla="*/ 5982903 w 12192001"/>
              <a:gd name="connsiteY450" fmla="*/ 46703 h 586467"/>
              <a:gd name="connsiteX451" fmla="*/ 5980047 w 12192001"/>
              <a:gd name="connsiteY451" fmla="*/ 38665 h 586467"/>
              <a:gd name="connsiteX452" fmla="*/ 5985315 w 12192001"/>
              <a:gd name="connsiteY452" fmla="*/ 46078 h 586467"/>
              <a:gd name="connsiteX453" fmla="*/ 5998706 w 12192001"/>
              <a:gd name="connsiteY453" fmla="*/ 66445 h 586467"/>
              <a:gd name="connsiteX454" fmla="*/ 6028282 w 12192001"/>
              <a:gd name="connsiteY454" fmla="*/ 131680 h 586467"/>
              <a:gd name="connsiteX455" fmla="*/ 6039071 w 12192001"/>
              <a:gd name="connsiteY455" fmla="*/ 171437 h 586467"/>
              <a:gd name="connsiteX456" fmla="*/ 6040848 w 12192001"/>
              <a:gd name="connsiteY456" fmla="*/ 161332 h 586467"/>
              <a:gd name="connsiteX457" fmla="*/ 6058746 w 12192001"/>
              <a:gd name="connsiteY457" fmla="*/ 100155 h 586467"/>
              <a:gd name="connsiteX458" fmla="*/ 6066679 w 12192001"/>
              <a:gd name="connsiteY458" fmla="*/ 80452 h 586467"/>
              <a:gd name="connsiteX459" fmla="*/ 6069789 w 12192001"/>
              <a:gd name="connsiteY459" fmla="*/ 73038 h 586467"/>
              <a:gd name="connsiteX460" fmla="*/ 6069218 w 12192001"/>
              <a:gd name="connsiteY460" fmla="*/ 80764 h 586467"/>
              <a:gd name="connsiteX461" fmla="*/ 6068012 w 12192001"/>
              <a:gd name="connsiteY461" fmla="*/ 101013 h 586467"/>
              <a:gd name="connsiteX462" fmla="*/ 6070806 w 12192001"/>
              <a:gd name="connsiteY462" fmla="*/ 161956 h 586467"/>
              <a:gd name="connsiteX463" fmla="*/ 6076319 w 12192001"/>
              <a:gd name="connsiteY463" fmla="*/ 194042 h 586467"/>
              <a:gd name="connsiteX464" fmla="*/ 6082310 w 12192001"/>
              <a:gd name="connsiteY464" fmla="*/ 218372 h 586467"/>
              <a:gd name="connsiteX465" fmla="*/ 6118430 w 12192001"/>
              <a:gd name="connsiteY465" fmla="*/ 218372 h 586467"/>
              <a:gd name="connsiteX466" fmla="*/ 6108060 w 12192001"/>
              <a:gd name="connsiteY466" fmla="*/ 141356 h 586467"/>
              <a:gd name="connsiteX467" fmla="*/ 6157447 w 12192001"/>
              <a:gd name="connsiteY467" fmla="*/ 218372 h 586467"/>
              <a:gd name="connsiteX468" fmla="*/ 6178574 w 12192001"/>
              <a:gd name="connsiteY468" fmla="*/ 218372 h 586467"/>
              <a:gd name="connsiteX469" fmla="*/ 6178064 w 12192001"/>
              <a:gd name="connsiteY469" fmla="*/ 214121 h 586467"/>
              <a:gd name="connsiteX470" fmla="*/ 6167084 w 12192001"/>
              <a:gd name="connsiteY470" fmla="*/ 163088 h 586467"/>
              <a:gd name="connsiteX471" fmla="*/ 6137509 w 12192001"/>
              <a:gd name="connsiteY471" fmla="*/ 89815 h 586467"/>
              <a:gd name="connsiteX472" fmla="*/ 6156866 w 12192001"/>
              <a:gd name="connsiteY472" fmla="*/ 109830 h 586467"/>
              <a:gd name="connsiteX473" fmla="*/ 6195390 w 12192001"/>
              <a:gd name="connsiteY473" fmla="*/ 156454 h 586467"/>
              <a:gd name="connsiteX474" fmla="*/ 6227124 w 12192001"/>
              <a:gd name="connsiteY474" fmla="*/ 206122 h 586467"/>
              <a:gd name="connsiteX475" fmla="*/ 6233681 w 12192001"/>
              <a:gd name="connsiteY475" fmla="*/ 218372 h 586467"/>
              <a:gd name="connsiteX476" fmla="*/ 6260148 w 12192001"/>
              <a:gd name="connsiteY476" fmla="*/ 218372 h 586467"/>
              <a:gd name="connsiteX477" fmla="*/ 6261196 w 12192001"/>
              <a:gd name="connsiteY477" fmla="*/ 205464 h 586467"/>
              <a:gd name="connsiteX478" fmla="*/ 6264569 w 12192001"/>
              <a:gd name="connsiteY478" fmla="*/ 175923 h 586467"/>
              <a:gd name="connsiteX479" fmla="*/ 6279167 w 12192001"/>
              <a:gd name="connsiteY479" fmla="*/ 96331 h 586467"/>
              <a:gd name="connsiteX480" fmla="*/ 6294526 w 12192001"/>
              <a:gd name="connsiteY480" fmla="*/ 175182 h 586467"/>
              <a:gd name="connsiteX481" fmla="*/ 6306569 w 12192001"/>
              <a:gd name="connsiteY481" fmla="*/ 218372 h 586467"/>
              <a:gd name="connsiteX482" fmla="*/ 6323511 w 12192001"/>
              <a:gd name="connsiteY482" fmla="*/ 218372 h 586467"/>
              <a:gd name="connsiteX483" fmla="*/ 6324075 w 12192001"/>
              <a:gd name="connsiteY483" fmla="*/ 211154 h 586467"/>
              <a:gd name="connsiteX484" fmla="*/ 6324482 w 12192001"/>
              <a:gd name="connsiteY484" fmla="*/ 206708 h 586467"/>
              <a:gd name="connsiteX485" fmla="*/ 6338445 w 12192001"/>
              <a:gd name="connsiteY485" fmla="*/ 118453 h 586467"/>
              <a:gd name="connsiteX486" fmla="*/ 6362879 w 12192001"/>
              <a:gd name="connsiteY486" fmla="*/ 32188 h 586467"/>
              <a:gd name="connsiteX487" fmla="*/ 6368401 w 12192001"/>
              <a:gd name="connsiteY487" fmla="*/ 119117 h 586467"/>
              <a:gd name="connsiteX488" fmla="*/ 6384268 w 12192001"/>
              <a:gd name="connsiteY488" fmla="*/ 204757 h 586467"/>
              <a:gd name="connsiteX489" fmla="*/ 6386138 w 12192001"/>
              <a:gd name="connsiteY489" fmla="*/ 212027 h 586467"/>
              <a:gd name="connsiteX490" fmla="*/ 6387896 w 12192001"/>
              <a:gd name="connsiteY490" fmla="*/ 218372 h 586467"/>
              <a:gd name="connsiteX491" fmla="*/ 6436976 w 12192001"/>
              <a:gd name="connsiteY491" fmla="*/ 218372 h 586467"/>
              <a:gd name="connsiteX492" fmla="*/ 6437009 w 12192001"/>
              <a:gd name="connsiteY492" fmla="*/ 217998 h 586467"/>
              <a:gd name="connsiteX493" fmla="*/ 6439738 w 12192001"/>
              <a:gd name="connsiteY493" fmla="*/ 166014 h 586467"/>
              <a:gd name="connsiteX494" fmla="*/ 6438278 w 12192001"/>
              <a:gd name="connsiteY494" fmla="*/ 89854 h 586467"/>
              <a:gd name="connsiteX495" fmla="*/ 6469441 w 12192001"/>
              <a:gd name="connsiteY495" fmla="*/ 163555 h 586467"/>
              <a:gd name="connsiteX496" fmla="*/ 6481063 w 12192001"/>
              <a:gd name="connsiteY496" fmla="*/ 196071 h 586467"/>
              <a:gd name="connsiteX497" fmla="*/ 6488253 w 12192001"/>
              <a:gd name="connsiteY497" fmla="*/ 218372 h 586467"/>
              <a:gd name="connsiteX498" fmla="*/ 6489459 w 12192001"/>
              <a:gd name="connsiteY498" fmla="*/ 218372 h 586467"/>
              <a:gd name="connsiteX499" fmla="*/ 6489306 w 12192001"/>
              <a:gd name="connsiteY499" fmla="*/ 215408 h 586467"/>
              <a:gd name="connsiteX500" fmla="*/ 6491971 w 12192001"/>
              <a:gd name="connsiteY500" fmla="*/ 129417 h 586467"/>
              <a:gd name="connsiteX501" fmla="*/ 6507584 w 12192001"/>
              <a:gd name="connsiteY501" fmla="*/ 45064 h 586467"/>
              <a:gd name="connsiteX502" fmla="*/ 6521864 w 12192001"/>
              <a:gd name="connsiteY502" fmla="*/ 128441 h 586467"/>
              <a:gd name="connsiteX503" fmla="*/ 6548457 w 12192001"/>
              <a:gd name="connsiteY503" fmla="*/ 209361 h 586467"/>
              <a:gd name="connsiteX504" fmla="*/ 6550179 w 12192001"/>
              <a:gd name="connsiteY504" fmla="*/ 213428 h 586467"/>
              <a:gd name="connsiteX505" fmla="*/ 6552337 w 12192001"/>
              <a:gd name="connsiteY505" fmla="*/ 218372 h 586467"/>
              <a:gd name="connsiteX506" fmla="*/ 6555643 w 12192001"/>
              <a:gd name="connsiteY506" fmla="*/ 218372 h 586467"/>
              <a:gd name="connsiteX507" fmla="*/ 6555993 w 12192001"/>
              <a:gd name="connsiteY507" fmla="*/ 215455 h 586467"/>
              <a:gd name="connsiteX508" fmla="*/ 6564641 w 12192001"/>
              <a:gd name="connsiteY508" fmla="*/ 161176 h 586467"/>
              <a:gd name="connsiteX509" fmla="*/ 6578604 w 12192001"/>
              <a:gd name="connsiteY509" fmla="*/ 102730 h 586467"/>
              <a:gd name="connsiteX510" fmla="*/ 6594534 w 12192001"/>
              <a:gd name="connsiteY510" fmla="*/ 160356 h 586467"/>
              <a:gd name="connsiteX511" fmla="*/ 6614970 w 12192001"/>
              <a:gd name="connsiteY511" fmla="*/ 216813 h 586467"/>
              <a:gd name="connsiteX512" fmla="*/ 6615614 w 12192001"/>
              <a:gd name="connsiteY512" fmla="*/ 218372 h 586467"/>
              <a:gd name="connsiteX513" fmla="*/ 6656796 w 12192001"/>
              <a:gd name="connsiteY513" fmla="*/ 218372 h 586467"/>
              <a:gd name="connsiteX514" fmla="*/ 6659100 w 12192001"/>
              <a:gd name="connsiteY514" fmla="*/ 212690 h 586467"/>
              <a:gd name="connsiteX515" fmla="*/ 6660857 w 12192001"/>
              <a:gd name="connsiteY515" fmla="*/ 207917 h 586467"/>
              <a:gd name="connsiteX516" fmla="*/ 6666633 w 12192001"/>
              <a:gd name="connsiteY516" fmla="*/ 189150 h 586467"/>
              <a:gd name="connsiteX517" fmla="*/ 6674693 w 12192001"/>
              <a:gd name="connsiteY517" fmla="*/ 146779 h 586467"/>
              <a:gd name="connsiteX518" fmla="*/ 6673741 w 12192001"/>
              <a:gd name="connsiteY518" fmla="*/ 83378 h 586467"/>
              <a:gd name="connsiteX519" fmla="*/ 6684784 w 12192001"/>
              <a:gd name="connsiteY519" fmla="*/ 102067 h 586467"/>
              <a:gd name="connsiteX520" fmla="*/ 6704522 w 12192001"/>
              <a:gd name="connsiteY520" fmla="*/ 144945 h 586467"/>
              <a:gd name="connsiteX521" fmla="*/ 6720579 w 12192001"/>
              <a:gd name="connsiteY521" fmla="*/ 210609 h 586467"/>
              <a:gd name="connsiteX522" fmla="*/ 6721206 w 12192001"/>
              <a:gd name="connsiteY522" fmla="*/ 216393 h 586467"/>
              <a:gd name="connsiteX523" fmla="*/ 6721355 w 12192001"/>
              <a:gd name="connsiteY523" fmla="*/ 218372 h 586467"/>
              <a:gd name="connsiteX524" fmla="*/ 6724058 w 12192001"/>
              <a:gd name="connsiteY524" fmla="*/ 218372 h 586467"/>
              <a:gd name="connsiteX525" fmla="*/ 6724555 w 12192001"/>
              <a:gd name="connsiteY525" fmla="*/ 211663 h 586467"/>
              <a:gd name="connsiteX526" fmla="*/ 6730480 w 12192001"/>
              <a:gd name="connsiteY526" fmla="*/ 166209 h 586467"/>
              <a:gd name="connsiteX527" fmla="*/ 6749583 w 12192001"/>
              <a:gd name="connsiteY527" fmla="*/ 89932 h 586467"/>
              <a:gd name="connsiteX528" fmla="*/ 6760373 w 12192001"/>
              <a:gd name="connsiteY528" fmla="*/ 165974 h 586467"/>
              <a:gd name="connsiteX529" fmla="*/ 6774193 w 12192001"/>
              <a:gd name="connsiteY529" fmla="*/ 217027 h 586467"/>
              <a:gd name="connsiteX530" fmla="*/ 6774644 w 12192001"/>
              <a:gd name="connsiteY530" fmla="*/ 218372 h 586467"/>
              <a:gd name="connsiteX531" fmla="*/ 6810105 w 12192001"/>
              <a:gd name="connsiteY531" fmla="*/ 218372 h 586467"/>
              <a:gd name="connsiteX532" fmla="*/ 6812607 w 12192001"/>
              <a:gd name="connsiteY532" fmla="*/ 188136 h 586467"/>
              <a:gd name="connsiteX533" fmla="*/ 6814320 w 12192001"/>
              <a:gd name="connsiteY533" fmla="*/ 109128 h 586467"/>
              <a:gd name="connsiteX534" fmla="*/ 6842436 w 12192001"/>
              <a:gd name="connsiteY534" fmla="*/ 186302 h 586467"/>
              <a:gd name="connsiteX535" fmla="*/ 6849036 w 12192001"/>
              <a:gd name="connsiteY535" fmla="*/ 207175 h 586467"/>
              <a:gd name="connsiteX536" fmla="*/ 6863824 w 12192001"/>
              <a:gd name="connsiteY536" fmla="*/ 44869 h 586467"/>
              <a:gd name="connsiteX537" fmla="*/ 6900702 w 12192001"/>
              <a:gd name="connsiteY537" fmla="*/ 218372 h 586467"/>
              <a:gd name="connsiteX538" fmla="*/ 6919664 w 12192001"/>
              <a:gd name="connsiteY538" fmla="*/ 218372 h 586467"/>
              <a:gd name="connsiteX539" fmla="*/ 6920119 w 12192001"/>
              <a:gd name="connsiteY539" fmla="*/ 214081 h 586467"/>
              <a:gd name="connsiteX540" fmla="*/ 6917644 w 12192001"/>
              <a:gd name="connsiteY540" fmla="*/ 147754 h 586467"/>
              <a:gd name="connsiteX541" fmla="*/ 6928751 w 12192001"/>
              <a:gd name="connsiteY541" fmla="*/ 167301 h 586467"/>
              <a:gd name="connsiteX542" fmla="*/ 6949822 w 12192001"/>
              <a:gd name="connsiteY542" fmla="*/ 211546 h 586467"/>
              <a:gd name="connsiteX543" fmla="*/ 6952204 w 12192001"/>
              <a:gd name="connsiteY543" fmla="*/ 218372 h 586467"/>
              <a:gd name="connsiteX544" fmla="*/ 6967487 w 12192001"/>
              <a:gd name="connsiteY544" fmla="*/ 218372 h 586467"/>
              <a:gd name="connsiteX545" fmla="*/ 6967592 w 12192001"/>
              <a:gd name="connsiteY545" fmla="*/ 216539 h 586467"/>
              <a:gd name="connsiteX546" fmla="*/ 6969179 w 12192001"/>
              <a:gd name="connsiteY546" fmla="*/ 193364 h 586467"/>
              <a:gd name="connsiteX547" fmla="*/ 6980603 w 12192001"/>
              <a:gd name="connsiteY547" fmla="*/ 123837 h 586467"/>
              <a:gd name="connsiteX548" fmla="*/ 7001992 w 12192001"/>
              <a:gd name="connsiteY548" fmla="*/ 56105 h 586467"/>
              <a:gd name="connsiteX549" fmla="*/ 7011131 w 12192001"/>
              <a:gd name="connsiteY549" fmla="*/ 34256 h 586467"/>
              <a:gd name="connsiteX550" fmla="*/ 7014685 w 12192001"/>
              <a:gd name="connsiteY550" fmla="*/ 26024 h 586467"/>
              <a:gd name="connsiteX551" fmla="*/ 7013606 w 12192001"/>
              <a:gd name="connsiteY551" fmla="*/ 34607 h 586467"/>
              <a:gd name="connsiteX552" fmla="*/ 7011258 w 12192001"/>
              <a:gd name="connsiteY552" fmla="*/ 57120 h 586467"/>
              <a:gd name="connsiteX553" fmla="*/ 7010496 w 12192001"/>
              <a:gd name="connsiteY553" fmla="*/ 125086 h 586467"/>
              <a:gd name="connsiteX554" fmla="*/ 7019636 w 12192001"/>
              <a:gd name="connsiteY554" fmla="*/ 192155 h 586467"/>
              <a:gd name="connsiteX555" fmla="*/ 7024713 w 12192001"/>
              <a:gd name="connsiteY555" fmla="*/ 213925 h 586467"/>
              <a:gd name="connsiteX556" fmla="*/ 7025810 w 12192001"/>
              <a:gd name="connsiteY556" fmla="*/ 218372 h 586467"/>
              <a:gd name="connsiteX557" fmla="*/ 7065645 w 12192001"/>
              <a:gd name="connsiteY557" fmla="*/ 218372 h 586467"/>
              <a:gd name="connsiteX558" fmla="*/ 7065953 w 12192001"/>
              <a:gd name="connsiteY558" fmla="*/ 217067 h 586467"/>
              <a:gd name="connsiteX559" fmla="*/ 7085133 w 12192001"/>
              <a:gd name="connsiteY559" fmla="*/ 114044 h 586467"/>
              <a:gd name="connsiteX560" fmla="*/ 7095478 w 12192001"/>
              <a:gd name="connsiteY560" fmla="*/ 0 h 586467"/>
              <a:gd name="connsiteX561" fmla="*/ 7115090 w 12192001"/>
              <a:gd name="connsiteY561" fmla="*/ 114161 h 586467"/>
              <a:gd name="connsiteX562" fmla="*/ 7121928 w 12192001"/>
              <a:gd name="connsiteY562" fmla="*/ 193476 h 586467"/>
              <a:gd name="connsiteX563" fmla="*/ 7123010 w 12192001"/>
              <a:gd name="connsiteY563" fmla="*/ 218372 h 586467"/>
              <a:gd name="connsiteX564" fmla="*/ 7151790 w 12192001"/>
              <a:gd name="connsiteY564" fmla="*/ 218372 h 586467"/>
              <a:gd name="connsiteX565" fmla="*/ 7152672 w 12192001"/>
              <a:gd name="connsiteY565" fmla="*/ 215700 h 586467"/>
              <a:gd name="connsiteX566" fmla="*/ 7186427 w 12192001"/>
              <a:gd name="connsiteY566" fmla="*/ 124188 h 586467"/>
              <a:gd name="connsiteX567" fmla="*/ 7230536 w 12192001"/>
              <a:gd name="connsiteY567" fmla="*/ 26180 h 586467"/>
              <a:gd name="connsiteX568" fmla="*/ 7224888 w 12192001"/>
              <a:gd name="connsiteY568" fmla="*/ 60007 h 586467"/>
              <a:gd name="connsiteX569" fmla="*/ 7228695 w 12192001"/>
              <a:gd name="connsiteY569" fmla="*/ 38509 h 586467"/>
              <a:gd name="connsiteX570" fmla="*/ 7244182 w 12192001"/>
              <a:gd name="connsiteY570" fmla="*/ 130002 h 586467"/>
              <a:gd name="connsiteX571" fmla="*/ 7262175 w 12192001"/>
              <a:gd name="connsiteY571" fmla="*/ 212982 h 586467"/>
              <a:gd name="connsiteX572" fmla="*/ 7263474 w 12192001"/>
              <a:gd name="connsiteY572" fmla="*/ 218372 h 586467"/>
              <a:gd name="connsiteX573" fmla="*/ 7279143 w 12192001"/>
              <a:gd name="connsiteY573" fmla="*/ 218372 h 586467"/>
              <a:gd name="connsiteX574" fmla="*/ 7280104 w 12192001"/>
              <a:gd name="connsiteY574" fmla="*/ 198436 h 586467"/>
              <a:gd name="connsiteX575" fmla="*/ 7274392 w 12192001"/>
              <a:gd name="connsiteY575" fmla="*/ 128597 h 586467"/>
              <a:gd name="connsiteX576" fmla="*/ 7309679 w 12192001"/>
              <a:gd name="connsiteY576" fmla="*/ 195393 h 586467"/>
              <a:gd name="connsiteX577" fmla="*/ 7318357 w 12192001"/>
              <a:gd name="connsiteY577" fmla="*/ 218372 h 586467"/>
              <a:gd name="connsiteX578" fmla="*/ 7361240 w 12192001"/>
              <a:gd name="connsiteY578" fmla="*/ 218372 h 586467"/>
              <a:gd name="connsiteX579" fmla="*/ 7364071 w 12192001"/>
              <a:gd name="connsiteY579" fmla="*/ 210843 h 586467"/>
              <a:gd name="connsiteX580" fmla="*/ 7383682 w 12192001"/>
              <a:gd name="connsiteY580" fmla="*/ 144282 h 586467"/>
              <a:gd name="connsiteX581" fmla="*/ 7394979 w 12192001"/>
              <a:gd name="connsiteY581" fmla="*/ 76237 h 586467"/>
              <a:gd name="connsiteX582" fmla="*/ 7396883 w 12192001"/>
              <a:gd name="connsiteY582" fmla="*/ 53569 h 586467"/>
              <a:gd name="connsiteX583" fmla="*/ 7397455 w 12192001"/>
              <a:gd name="connsiteY583" fmla="*/ 44947 h 586467"/>
              <a:gd name="connsiteX584" fmla="*/ 7399422 w 12192001"/>
              <a:gd name="connsiteY584" fmla="*/ 53452 h 586467"/>
              <a:gd name="connsiteX585" fmla="*/ 7404309 w 12192001"/>
              <a:gd name="connsiteY585" fmla="*/ 76043 h 586467"/>
              <a:gd name="connsiteX586" fmla="*/ 7413575 w 12192001"/>
              <a:gd name="connsiteY586" fmla="*/ 145335 h 586467"/>
              <a:gd name="connsiteX587" fmla="*/ 7414083 w 12192001"/>
              <a:gd name="connsiteY587" fmla="*/ 215486 h 586467"/>
              <a:gd name="connsiteX588" fmla="*/ 7413918 w 12192001"/>
              <a:gd name="connsiteY588" fmla="*/ 218372 h 586467"/>
              <a:gd name="connsiteX589" fmla="*/ 7472465 w 12192001"/>
              <a:gd name="connsiteY589" fmla="*/ 218372 h 586467"/>
              <a:gd name="connsiteX590" fmla="*/ 7471455 w 12192001"/>
              <a:gd name="connsiteY590" fmla="*/ 206300 h 586467"/>
              <a:gd name="connsiteX591" fmla="*/ 7469933 w 12192001"/>
              <a:gd name="connsiteY591" fmla="*/ 173193 h 586467"/>
              <a:gd name="connsiteX592" fmla="*/ 7472663 w 12192001"/>
              <a:gd name="connsiteY592" fmla="*/ 83495 h 586467"/>
              <a:gd name="connsiteX593" fmla="*/ 7499573 w 12192001"/>
              <a:gd name="connsiteY593" fmla="*/ 170501 h 586467"/>
              <a:gd name="connsiteX594" fmla="*/ 7511839 w 12192001"/>
              <a:gd name="connsiteY594" fmla="*/ 201907 h 586467"/>
              <a:gd name="connsiteX595" fmla="*/ 7518949 w 12192001"/>
              <a:gd name="connsiteY595" fmla="*/ 218372 h 586467"/>
              <a:gd name="connsiteX596" fmla="*/ 7577392 w 12192001"/>
              <a:gd name="connsiteY596" fmla="*/ 218372 h 586467"/>
              <a:gd name="connsiteX597" fmla="*/ 7578208 w 12192001"/>
              <a:gd name="connsiteY597" fmla="*/ 211428 h 586467"/>
              <a:gd name="connsiteX598" fmla="*/ 7579414 w 12192001"/>
              <a:gd name="connsiteY598" fmla="*/ 151851 h 586467"/>
              <a:gd name="connsiteX599" fmla="*/ 7571671 w 12192001"/>
              <a:gd name="connsiteY599" fmla="*/ 91844 h 586467"/>
              <a:gd name="connsiteX600" fmla="*/ 7567229 w 12192001"/>
              <a:gd name="connsiteY600" fmla="*/ 72102 h 586467"/>
              <a:gd name="connsiteX601" fmla="*/ 7565451 w 12192001"/>
              <a:gd name="connsiteY601" fmla="*/ 64689 h 586467"/>
              <a:gd name="connsiteX602" fmla="*/ 7569703 w 12192001"/>
              <a:gd name="connsiteY602" fmla="*/ 71595 h 586467"/>
              <a:gd name="connsiteX603" fmla="*/ 7580747 w 12192001"/>
              <a:gd name="connsiteY603" fmla="*/ 90284 h 586467"/>
              <a:gd name="connsiteX604" fmla="*/ 7608926 w 12192001"/>
              <a:gd name="connsiteY604" fmla="*/ 148730 h 586467"/>
              <a:gd name="connsiteX605" fmla="*/ 7628601 w 12192001"/>
              <a:gd name="connsiteY605" fmla="*/ 209438 h 586467"/>
              <a:gd name="connsiteX606" fmla="*/ 7630630 w 12192001"/>
              <a:gd name="connsiteY606" fmla="*/ 218372 h 586467"/>
              <a:gd name="connsiteX607" fmla="*/ 7686702 w 12192001"/>
              <a:gd name="connsiteY607" fmla="*/ 218372 h 586467"/>
              <a:gd name="connsiteX608" fmla="*/ 7690481 w 12192001"/>
              <a:gd name="connsiteY608" fmla="*/ 205264 h 586467"/>
              <a:gd name="connsiteX609" fmla="*/ 7691370 w 12192001"/>
              <a:gd name="connsiteY609" fmla="*/ 201908 h 586467"/>
              <a:gd name="connsiteX610" fmla="*/ 7698148 w 12192001"/>
              <a:gd name="connsiteY610" fmla="*/ 218372 h 586467"/>
              <a:gd name="connsiteX611" fmla="*/ 7838682 w 12192001"/>
              <a:gd name="connsiteY611" fmla="*/ 218372 h 586467"/>
              <a:gd name="connsiteX612" fmla="*/ 7843881 w 12192001"/>
              <a:gd name="connsiteY612" fmla="*/ 165858 h 586467"/>
              <a:gd name="connsiteX613" fmla="*/ 7855834 w 12192001"/>
              <a:gd name="connsiteY613" fmla="*/ 196415 h 586467"/>
              <a:gd name="connsiteX614" fmla="*/ 7864912 w 12192001"/>
              <a:gd name="connsiteY614" fmla="*/ 218372 h 586467"/>
              <a:gd name="connsiteX615" fmla="*/ 7949815 w 12192001"/>
              <a:gd name="connsiteY615" fmla="*/ 218372 h 586467"/>
              <a:gd name="connsiteX616" fmla="*/ 7951965 w 12192001"/>
              <a:gd name="connsiteY616" fmla="*/ 212091 h 586467"/>
              <a:gd name="connsiteX617" fmla="*/ 7954144 w 12192001"/>
              <a:gd name="connsiteY617" fmla="*/ 218372 h 586467"/>
              <a:gd name="connsiteX618" fmla="*/ 8039018 w 12192001"/>
              <a:gd name="connsiteY618" fmla="*/ 218372 h 586467"/>
              <a:gd name="connsiteX619" fmla="*/ 8048097 w 12192001"/>
              <a:gd name="connsiteY619" fmla="*/ 196415 h 586467"/>
              <a:gd name="connsiteX620" fmla="*/ 8060049 w 12192001"/>
              <a:gd name="connsiteY620" fmla="*/ 165858 h 586467"/>
              <a:gd name="connsiteX621" fmla="*/ 8065249 w 12192001"/>
              <a:gd name="connsiteY621" fmla="*/ 218372 h 586467"/>
              <a:gd name="connsiteX622" fmla="*/ 8205783 w 12192001"/>
              <a:gd name="connsiteY622" fmla="*/ 218372 h 586467"/>
              <a:gd name="connsiteX623" fmla="*/ 8212560 w 12192001"/>
              <a:gd name="connsiteY623" fmla="*/ 201908 h 586467"/>
              <a:gd name="connsiteX624" fmla="*/ 8213449 w 12192001"/>
              <a:gd name="connsiteY624" fmla="*/ 205264 h 586467"/>
              <a:gd name="connsiteX625" fmla="*/ 8217235 w 12192001"/>
              <a:gd name="connsiteY625" fmla="*/ 218372 h 586467"/>
              <a:gd name="connsiteX626" fmla="*/ 8273329 w 12192001"/>
              <a:gd name="connsiteY626" fmla="*/ 218372 h 586467"/>
              <a:gd name="connsiteX627" fmla="*/ 8275329 w 12192001"/>
              <a:gd name="connsiteY627" fmla="*/ 209438 h 586467"/>
              <a:gd name="connsiteX628" fmla="*/ 8295004 w 12192001"/>
              <a:gd name="connsiteY628" fmla="*/ 148730 h 586467"/>
              <a:gd name="connsiteX629" fmla="*/ 8323183 w 12192001"/>
              <a:gd name="connsiteY629" fmla="*/ 90284 h 586467"/>
              <a:gd name="connsiteX630" fmla="*/ 8334290 w 12192001"/>
              <a:gd name="connsiteY630" fmla="*/ 71595 h 586467"/>
              <a:gd name="connsiteX631" fmla="*/ 8338478 w 12192001"/>
              <a:gd name="connsiteY631" fmla="*/ 64689 h 586467"/>
              <a:gd name="connsiteX632" fmla="*/ 8336702 w 12192001"/>
              <a:gd name="connsiteY632" fmla="*/ 72102 h 586467"/>
              <a:gd name="connsiteX633" fmla="*/ 8332259 w 12192001"/>
              <a:gd name="connsiteY633" fmla="*/ 91844 h 586467"/>
              <a:gd name="connsiteX634" fmla="*/ 8324579 w 12192001"/>
              <a:gd name="connsiteY634" fmla="*/ 151851 h 586467"/>
              <a:gd name="connsiteX635" fmla="*/ 8325785 w 12192001"/>
              <a:gd name="connsiteY635" fmla="*/ 211428 h 586467"/>
              <a:gd name="connsiteX636" fmla="*/ 8326579 w 12192001"/>
              <a:gd name="connsiteY636" fmla="*/ 218372 h 586467"/>
              <a:gd name="connsiteX637" fmla="*/ 8385005 w 12192001"/>
              <a:gd name="connsiteY637" fmla="*/ 218372 h 586467"/>
              <a:gd name="connsiteX638" fmla="*/ 8392101 w 12192001"/>
              <a:gd name="connsiteY638" fmla="*/ 201907 h 586467"/>
              <a:gd name="connsiteX639" fmla="*/ 8404357 w 12192001"/>
              <a:gd name="connsiteY639" fmla="*/ 170501 h 586467"/>
              <a:gd name="connsiteX640" fmla="*/ 8431330 w 12192001"/>
              <a:gd name="connsiteY640" fmla="*/ 83495 h 586467"/>
              <a:gd name="connsiteX641" fmla="*/ 8433996 w 12192001"/>
              <a:gd name="connsiteY641" fmla="*/ 173193 h 586467"/>
              <a:gd name="connsiteX642" fmla="*/ 8432500 w 12192001"/>
              <a:gd name="connsiteY642" fmla="*/ 206300 h 586467"/>
              <a:gd name="connsiteX643" fmla="*/ 8431489 w 12192001"/>
              <a:gd name="connsiteY643" fmla="*/ 218372 h 586467"/>
              <a:gd name="connsiteX644" fmla="*/ 8490012 w 12192001"/>
              <a:gd name="connsiteY644" fmla="*/ 218372 h 586467"/>
              <a:gd name="connsiteX645" fmla="*/ 8489847 w 12192001"/>
              <a:gd name="connsiteY645" fmla="*/ 215486 h 586467"/>
              <a:gd name="connsiteX646" fmla="*/ 8490355 w 12192001"/>
              <a:gd name="connsiteY646" fmla="*/ 145335 h 586467"/>
              <a:gd name="connsiteX647" fmla="*/ 8499621 w 12192001"/>
              <a:gd name="connsiteY647" fmla="*/ 76043 h 586467"/>
              <a:gd name="connsiteX648" fmla="*/ 8504508 w 12192001"/>
              <a:gd name="connsiteY648" fmla="*/ 53452 h 586467"/>
              <a:gd name="connsiteX649" fmla="*/ 8506476 w 12192001"/>
              <a:gd name="connsiteY649" fmla="*/ 44947 h 586467"/>
              <a:gd name="connsiteX650" fmla="*/ 8507110 w 12192001"/>
              <a:gd name="connsiteY650" fmla="*/ 53569 h 586467"/>
              <a:gd name="connsiteX651" fmla="*/ 8508951 w 12192001"/>
              <a:gd name="connsiteY651" fmla="*/ 76237 h 586467"/>
              <a:gd name="connsiteX652" fmla="*/ 8520247 w 12192001"/>
              <a:gd name="connsiteY652" fmla="*/ 144282 h 586467"/>
              <a:gd name="connsiteX653" fmla="*/ 8539859 w 12192001"/>
              <a:gd name="connsiteY653" fmla="*/ 210843 h 586467"/>
              <a:gd name="connsiteX654" fmla="*/ 8542690 w 12192001"/>
              <a:gd name="connsiteY654" fmla="*/ 218372 h 586467"/>
              <a:gd name="connsiteX655" fmla="*/ 8585573 w 12192001"/>
              <a:gd name="connsiteY655" fmla="*/ 218372 h 586467"/>
              <a:gd name="connsiteX656" fmla="*/ 8594250 w 12192001"/>
              <a:gd name="connsiteY656" fmla="*/ 195393 h 586467"/>
              <a:gd name="connsiteX657" fmla="*/ 8629538 w 12192001"/>
              <a:gd name="connsiteY657" fmla="*/ 128597 h 586467"/>
              <a:gd name="connsiteX658" fmla="*/ 8623826 w 12192001"/>
              <a:gd name="connsiteY658" fmla="*/ 198436 h 586467"/>
              <a:gd name="connsiteX659" fmla="*/ 8624788 w 12192001"/>
              <a:gd name="connsiteY659" fmla="*/ 218372 h 586467"/>
              <a:gd name="connsiteX660" fmla="*/ 8640457 w 12192001"/>
              <a:gd name="connsiteY660" fmla="*/ 218372 h 586467"/>
              <a:gd name="connsiteX661" fmla="*/ 8641755 w 12192001"/>
              <a:gd name="connsiteY661" fmla="*/ 212982 h 586467"/>
              <a:gd name="connsiteX662" fmla="*/ 8659748 w 12192001"/>
              <a:gd name="connsiteY662" fmla="*/ 130002 h 586467"/>
              <a:gd name="connsiteX663" fmla="*/ 8675234 w 12192001"/>
              <a:gd name="connsiteY663" fmla="*/ 38509 h 586467"/>
              <a:gd name="connsiteX664" fmla="*/ 8679042 w 12192001"/>
              <a:gd name="connsiteY664" fmla="*/ 60046 h 586467"/>
              <a:gd name="connsiteX665" fmla="*/ 8673330 w 12192001"/>
              <a:gd name="connsiteY665" fmla="*/ 25985 h 586467"/>
              <a:gd name="connsiteX666" fmla="*/ 8717503 w 12192001"/>
              <a:gd name="connsiteY666" fmla="*/ 124188 h 586467"/>
              <a:gd name="connsiteX667" fmla="*/ 8751267 w 12192001"/>
              <a:gd name="connsiteY667" fmla="*/ 215700 h 586467"/>
              <a:gd name="connsiteX668" fmla="*/ 8752146 w 12192001"/>
              <a:gd name="connsiteY668" fmla="*/ 218372 h 586467"/>
              <a:gd name="connsiteX669" fmla="*/ 8780919 w 12192001"/>
              <a:gd name="connsiteY669" fmla="*/ 218372 h 586467"/>
              <a:gd name="connsiteX670" fmla="*/ 8782001 w 12192001"/>
              <a:gd name="connsiteY670" fmla="*/ 193476 h 586467"/>
              <a:gd name="connsiteX671" fmla="*/ 8788840 w 12192001"/>
              <a:gd name="connsiteY671" fmla="*/ 114161 h 586467"/>
              <a:gd name="connsiteX672" fmla="*/ 8808451 w 12192001"/>
              <a:gd name="connsiteY672" fmla="*/ 0 h 586467"/>
              <a:gd name="connsiteX673" fmla="*/ 8818796 w 12192001"/>
              <a:gd name="connsiteY673" fmla="*/ 114044 h 586467"/>
              <a:gd name="connsiteX674" fmla="*/ 8837976 w 12192001"/>
              <a:gd name="connsiteY674" fmla="*/ 217067 h 586467"/>
              <a:gd name="connsiteX675" fmla="*/ 8838284 w 12192001"/>
              <a:gd name="connsiteY675" fmla="*/ 218372 h 586467"/>
              <a:gd name="connsiteX676" fmla="*/ 8878119 w 12192001"/>
              <a:gd name="connsiteY676" fmla="*/ 218372 h 586467"/>
              <a:gd name="connsiteX677" fmla="*/ 8879217 w 12192001"/>
              <a:gd name="connsiteY677" fmla="*/ 213925 h 586467"/>
              <a:gd name="connsiteX678" fmla="*/ 8884294 w 12192001"/>
              <a:gd name="connsiteY678" fmla="*/ 192155 h 586467"/>
              <a:gd name="connsiteX679" fmla="*/ 8893433 w 12192001"/>
              <a:gd name="connsiteY679" fmla="*/ 125086 h 586467"/>
              <a:gd name="connsiteX680" fmla="*/ 8892735 w 12192001"/>
              <a:gd name="connsiteY680" fmla="*/ 57120 h 586467"/>
              <a:gd name="connsiteX681" fmla="*/ 8890324 w 12192001"/>
              <a:gd name="connsiteY681" fmla="*/ 34607 h 586467"/>
              <a:gd name="connsiteX682" fmla="*/ 8889244 w 12192001"/>
              <a:gd name="connsiteY682" fmla="*/ 26024 h 586467"/>
              <a:gd name="connsiteX683" fmla="*/ 8892862 w 12192001"/>
              <a:gd name="connsiteY683" fmla="*/ 34256 h 586467"/>
              <a:gd name="connsiteX684" fmla="*/ 8901938 w 12192001"/>
              <a:gd name="connsiteY684" fmla="*/ 56105 h 586467"/>
              <a:gd name="connsiteX685" fmla="*/ 8923326 w 12192001"/>
              <a:gd name="connsiteY685" fmla="*/ 123837 h 586467"/>
              <a:gd name="connsiteX686" fmla="*/ 8934750 w 12192001"/>
              <a:gd name="connsiteY686" fmla="*/ 193364 h 586467"/>
              <a:gd name="connsiteX687" fmla="*/ 8936401 w 12192001"/>
              <a:gd name="connsiteY687" fmla="*/ 216539 h 586467"/>
              <a:gd name="connsiteX688" fmla="*/ 8936493 w 12192001"/>
              <a:gd name="connsiteY688" fmla="*/ 218372 h 586467"/>
              <a:gd name="connsiteX689" fmla="*/ 8951725 w 12192001"/>
              <a:gd name="connsiteY689" fmla="*/ 218372 h 586467"/>
              <a:gd name="connsiteX690" fmla="*/ 8954107 w 12192001"/>
              <a:gd name="connsiteY690" fmla="*/ 211546 h 586467"/>
              <a:gd name="connsiteX691" fmla="*/ 8975179 w 12192001"/>
              <a:gd name="connsiteY691" fmla="*/ 167301 h 586467"/>
              <a:gd name="connsiteX692" fmla="*/ 8986286 w 12192001"/>
              <a:gd name="connsiteY692" fmla="*/ 147754 h 586467"/>
              <a:gd name="connsiteX693" fmla="*/ 8983810 w 12192001"/>
              <a:gd name="connsiteY693" fmla="*/ 214081 h 586467"/>
              <a:gd name="connsiteX694" fmla="*/ 8984266 w 12192001"/>
              <a:gd name="connsiteY694" fmla="*/ 218372 h 586467"/>
              <a:gd name="connsiteX695" fmla="*/ 9003229 w 12192001"/>
              <a:gd name="connsiteY695" fmla="*/ 218372 h 586467"/>
              <a:gd name="connsiteX696" fmla="*/ 9040105 w 12192001"/>
              <a:gd name="connsiteY696" fmla="*/ 44869 h 586467"/>
              <a:gd name="connsiteX697" fmla="*/ 9054893 w 12192001"/>
              <a:gd name="connsiteY697" fmla="*/ 207175 h 586467"/>
              <a:gd name="connsiteX698" fmla="*/ 9061494 w 12192001"/>
              <a:gd name="connsiteY698" fmla="*/ 186302 h 586467"/>
              <a:gd name="connsiteX699" fmla="*/ 9089610 w 12192001"/>
              <a:gd name="connsiteY699" fmla="*/ 109128 h 586467"/>
              <a:gd name="connsiteX700" fmla="*/ 9091323 w 12192001"/>
              <a:gd name="connsiteY700" fmla="*/ 188136 h 586467"/>
              <a:gd name="connsiteX701" fmla="*/ 9093825 w 12192001"/>
              <a:gd name="connsiteY701" fmla="*/ 218372 h 586467"/>
              <a:gd name="connsiteX702" fmla="*/ 9129285 w 12192001"/>
              <a:gd name="connsiteY702" fmla="*/ 218372 h 586467"/>
              <a:gd name="connsiteX703" fmla="*/ 9129737 w 12192001"/>
              <a:gd name="connsiteY703" fmla="*/ 217027 h 586467"/>
              <a:gd name="connsiteX704" fmla="*/ 9143557 w 12192001"/>
              <a:gd name="connsiteY704" fmla="*/ 165974 h 586467"/>
              <a:gd name="connsiteX705" fmla="*/ 9154346 w 12192001"/>
              <a:gd name="connsiteY705" fmla="*/ 89932 h 586467"/>
              <a:gd name="connsiteX706" fmla="*/ 9173513 w 12192001"/>
              <a:gd name="connsiteY706" fmla="*/ 166209 h 586467"/>
              <a:gd name="connsiteX707" fmla="*/ 9179384 w 12192001"/>
              <a:gd name="connsiteY707" fmla="*/ 211663 h 586467"/>
              <a:gd name="connsiteX708" fmla="*/ 9179877 w 12192001"/>
              <a:gd name="connsiteY708" fmla="*/ 218372 h 586467"/>
              <a:gd name="connsiteX709" fmla="*/ 9182596 w 12192001"/>
              <a:gd name="connsiteY709" fmla="*/ 218372 h 586467"/>
              <a:gd name="connsiteX710" fmla="*/ 9182747 w 12192001"/>
              <a:gd name="connsiteY710" fmla="*/ 216393 h 586467"/>
              <a:gd name="connsiteX711" fmla="*/ 9183350 w 12192001"/>
              <a:gd name="connsiteY711" fmla="*/ 210609 h 586467"/>
              <a:gd name="connsiteX712" fmla="*/ 9199471 w 12192001"/>
              <a:gd name="connsiteY712" fmla="*/ 144945 h 586467"/>
              <a:gd name="connsiteX713" fmla="*/ 9219145 w 12192001"/>
              <a:gd name="connsiteY713" fmla="*/ 102067 h 586467"/>
              <a:gd name="connsiteX714" fmla="*/ 9230189 w 12192001"/>
              <a:gd name="connsiteY714" fmla="*/ 83378 h 586467"/>
              <a:gd name="connsiteX715" fmla="*/ 9229237 w 12192001"/>
              <a:gd name="connsiteY715" fmla="*/ 146779 h 586467"/>
              <a:gd name="connsiteX716" fmla="*/ 9237360 w 12192001"/>
              <a:gd name="connsiteY716" fmla="*/ 189150 h 586467"/>
              <a:gd name="connsiteX717" fmla="*/ 9243073 w 12192001"/>
              <a:gd name="connsiteY717" fmla="*/ 207917 h 586467"/>
              <a:gd name="connsiteX718" fmla="*/ 9244830 w 12192001"/>
              <a:gd name="connsiteY718" fmla="*/ 212690 h 586467"/>
              <a:gd name="connsiteX719" fmla="*/ 9247134 w 12192001"/>
              <a:gd name="connsiteY719" fmla="*/ 218372 h 586467"/>
              <a:gd name="connsiteX720" fmla="*/ 9288315 w 12192001"/>
              <a:gd name="connsiteY720" fmla="*/ 218372 h 586467"/>
              <a:gd name="connsiteX721" fmla="*/ 9288959 w 12192001"/>
              <a:gd name="connsiteY721" fmla="*/ 216813 h 586467"/>
              <a:gd name="connsiteX722" fmla="*/ 9309396 w 12192001"/>
              <a:gd name="connsiteY722" fmla="*/ 160356 h 586467"/>
              <a:gd name="connsiteX723" fmla="*/ 9325326 w 12192001"/>
              <a:gd name="connsiteY723" fmla="*/ 102730 h 586467"/>
              <a:gd name="connsiteX724" fmla="*/ 9339289 w 12192001"/>
              <a:gd name="connsiteY724" fmla="*/ 161176 h 586467"/>
              <a:gd name="connsiteX725" fmla="*/ 9347937 w 12192001"/>
              <a:gd name="connsiteY725" fmla="*/ 215455 h 586467"/>
              <a:gd name="connsiteX726" fmla="*/ 9348288 w 12192001"/>
              <a:gd name="connsiteY726" fmla="*/ 218372 h 586467"/>
              <a:gd name="connsiteX727" fmla="*/ 9351606 w 12192001"/>
              <a:gd name="connsiteY727" fmla="*/ 218372 h 586467"/>
              <a:gd name="connsiteX728" fmla="*/ 9353775 w 12192001"/>
              <a:gd name="connsiteY728" fmla="*/ 213428 h 586467"/>
              <a:gd name="connsiteX729" fmla="*/ 9355473 w 12192001"/>
              <a:gd name="connsiteY729" fmla="*/ 209361 h 586467"/>
              <a:gd name="connsiteX730" fmla="*/ 9382065 w 12192001"/>
              <a:gd name="connsiteY730" fmla="*/ 128441 h 586467"/>
              <a:gd name="connsiteX731" fmla="*/ 9396345 w 12192001"/>
              <a:gd name="connsiteY731" fmla="*/ 45064 h 586467"/>
              <a:gd name="connsiteX732" fmla="*/ 9411958 w 12192001"/>
              <a:gd name="connsiteY732" fmla="*/ 129417 h 586467"/>
              <a:gd name="connsiteX733" fmla="*/ 9414624 w 12192001"/>
              <a:gd name="connsiteY733" fmla="*/ 215408 h 586467"/>
              <a:gd name="connsiteX734" fmla="*/ 9414472 w 12192001"/>
              <a:gd name="connsiteY734" fmla="*/ 218372 h 586467"/>
              <a:gd name="connsiteX735" fmla="*/ 9415681 w 12192001"/>
              <a:gd name="connsiteY735" fmla="*/ 218372 h 586467"/>
              <a:gd name="connsiteX736" fmla="*/ 9422890 w 12192001"/>
              <a:gd name="connsiteY736" fmla="*/ 196071 h 586467"/>
              <a:gd name="connsiteX737" fmla="*/ 9434489 w 12192001"/>
              <a:gd name="connsiteY737" fmla="*/ 163555 h 586467"/>
              <a:gd name="connsiteX738" fmla="*/ 9465652 w 12192001"/>
              <a:gd name="connsiteY738" fmla="*/ 89854 h 586467"/>
              <a:gd name="connsiteX739" fmla="*/ 9464191 w 12192001"/>
              <a:gd name="connsiteY739" fmla="*/ 166014 h 586467"/>
              <a:gd name="connsiteX740" fmla="*/ 9466953 w 12192001"/>
              <a:gd name="connsiteY740" fmla="*/ 217998 h 586467"/>
              <a:gd name="connsiteX741" fmla="*/ 9466986 w 12192001"/>
              <a:gd name="connsiteY741" fmla="*/ 218372 h 586467"/>
              <a:gd name="connsiteX742" fmla="*/ 9516051 w 12192001"/>
              <a:gd name="connsiteY742" fmla="*/ 218372 h 586467"/>
              <a:gd name="connsiteX743" fmla="*/ 9517802 w 12192001"/>
              <a:gd name="connsiteY743" fmla="*/ 212027 h 586467"/>
              <a:gd name="connsiteX744" fmla="*/ 9519662 w 12192001"/>
              <a:gd name="connsiteY744" fmla="*/ 204757 h 586467"/>
              <a:gd name="connsiteX745" fmla="*/ 9535592 w 12192001"/>
              <a:gd name="connsiteY745" fmla="*/ 119117 h 586467"/>
              <a:gd name="connsiteX746" fmla="*/ 9541050 w 12192001"/>
              <a:gd name="connsiteY746" fmla="*/ 32188 h 586467"/>
              <a:gd name="connsiteX747" fmla="*/ 9565485 w 12192001"/>
              <a:gd name="connsiteY747" fmla="*/ 118453 h 586467"/>
              <a:gd name="connsiteX748" fmla="*/ 9579447 w 12192001"/>
              <a:gd name="connsiteY748" fmla="*/ 206708 h 586467"/>
              <a:gd name="connsiteX749" fmla="*/ 9579856 w 12192001"/>
              <a:gd name="connsiteY749" fmla="*/ 211154 h 586467"/>
              <a:gd name="connsiteX750" fmla="*/ 9580423 w 12192001"/>
              <a:gd name="connsiteY750" fmla="*/ 218372 h 586467"/>
              <a:gd name="connsiteX751" fmla="*/ 9597379 w 12192001"/>
              <a:gd name="connsiteY751" fmla="*/ 218372 h 586467"/>
              <a:gd name="connsiteX752" fmla="*/ 9609467 w 12192001"/>
              <a:gd name="connsiteY752" fmla="*/ 175182 h 586467"/>
              <a:gd name="connsiteX753" fmla="*/ 9624763 w 12192001"/>
              <a:gd name="connsiteY753" fmla="*/ 96331 h 586467"/>
              <a:gd name="connsiteX754" fmla="*/ 9639361 w 12192001"/>
              <a:gd name="connsiteY754" fmla="*/ 175923 h 586467"/>
              <a:gd name="connsiteX755" fmla="*/ 9642735 w 12192001"/>
              <a:gd name="connsiteY755" fmla="*/ 205464 h 586467"/>
              <a:gd name="connsiteX756" fmla="*/ 9643782 w 12192001"/>
              <a:gd name="connsiteY756" fmla="*/ 218372 h 586467"/>
              <a:gd name="connsiteX757" fmla="*/ 9670266 w 12192001"/>
              <a:gd name="connsiteY757" fmla="*/ 218372 h 586467"/>
              <a:gd name="connsiteX758" fmla="*/ 9676805 w 12192001"/>
              <a:gd name="connsiteY758" fmla="*/ 206122 h 586467"/>
              <a:gd name="connsiteX759" fmla="*/ 9708539 w 12192001"/>
              <a:gd name="connsiteY759" fmla="*/ 156454 h 586467"/>
              <a:gd name="connsiteX760" fmla="*/ 9747064 w 12192001"/>
              <a:gd name="connsiteY760" fmla="*/ 109830 h 586467"/>
              <a:gd name="connsiteX761" fmla="*/ 9766422 w 12192001"/>
              <a:gd name="connsiteY761" fmla="*/ 89815 h 586467"/>
              <a:gd name="connsiteX762" fmla="*/ 9736846 w 12192001"/>
              <a:gd name="connsiteY762" fmla="*/ 163088 h 586467"/>
              <a:gd name="connsiteX763" fmla="*/ 9725930 w 12192001"/>
              <a:gd name="connsiteY763" fmla="*/ 214121 h 586467"/>
              <a:gd name="connsiteX764" fmla="*/ 9725406 w 12192001"/>
              <a:gd name="connsiteY764" fmla="*/ 218372 h 586467"/>
              <a:gd name="connsiteX765" fmla="*/ 9746483 w 12192001"/>
              <a:gd name="connsiteY765" fmla="*/ 218372 h 586467"/>
              <a:gd name="connsiteX766" fmla="*/ 9795870 w 12192001"/>
              <a:gd name="connsiteY766" fmla="*/ 141356 h 586467"/>
              <a:gd name="connsiteX767" fmla="*/ 9785500 w 12192001"/>
              <a:gd name="connsiteY767" fmla="*/ 218372 h 586467"/>
              <a:gd name="connsiteX768" fmla="*/ 9806524 w 12192001"/>
              <a:gd name="connsiteY768" fmla="*/ 218372 h 586467"/>
              <a:gd name="connsiteX769" fmla="*/ 9809833 w 12192001"/>
              <a:gd name="connsiteY769" fmla="*/ 199763 h 586467"/>
              <a:gd name="connsiteX770" fmla="*/ 9814466 w 12192001"/>
              <a:gd name="connsiteY770" fmla="*/ 134099 h 586467"/>
              <a:gd name="connsiteX771" fmla="*/ 9805644 w 12192001"/>
              <a:gd name="connsiteY771" fmla="*/ 68240 h 586467"/>
              <a:gd name="connsiteX772" fmla="*/ 9798790 w 12192001"/>
              <a:gd name="connsiteY772" fmla="*/ 46703 h 586467"/>
              <a:gd name="connsiteX773" fmla="*/ 9795933 w 12192001"/>
              <a:gd name="connsiteY773" fmla="*/ 38665 h 586467"/>
              <a:gd name="connsiteX774" fmla="*/ 9801201 w 12192001"/>
              <a:gd name="connsiteY774" fmla="*/ 46078 h 586467"/>
              <a:gd name="connsiteX775" fmla="*/ 9814656 w 12192001"/>
              <a:gd name="connsiteY775" fmla="*/ 66445 h 586467"/>
              <a:gd name="connsiteX776" fmla="*/ 9844231 w 12192001"/>
              <a:gd name="connsiteY776" fmla="*/ 131680 h 586467"/>
              <a:gd name="connsiteX777" fmla="*/ 9854958 w 12192001"/>
              <a:gd name="connsiteY777" fmla="*/ 171437 h 586467"/>
              <a:gd name="connsiteX778" fmla="*/ 9856798 w 12192001"/>
              <a:gd name="connsiteY778" fmla="*/ 161332 h 586467"/>
              <a:gd name="connsiteX779" fmla="*/ 9874696 w 12192001"/>
              <a:gd name="connsiteY779" fmla="*/ 100155 h 586467"/>
              <a:gd name="connsiteX780" fmla="*/ 9882629 w 12192001"/>
              <a:gd name="connsiteY780" fmla="*/ 80452 h 586467"/>
              <a:gd name="connsiteX781" fmla="*/ 9885739 w 12192001"/>
              <a:gd name="connsiteY781" fmla="*/ 73038 h 586467"/>
              <a:gd name="connsiteX782" fmla="*/ 9885168 w 12192001"/>
              <a:gd name="connsiteY782" fmla="*/ 80764 h 586467"/>
              <a:gd name="connsiteX783" fmla="*/ 9883962 w 12192001"/>
              <a:gd name="connsiteY783" fmla="*/ 101013 h 586467"/>
              <a:gd name="connsiteX784" fmla="*/ 9886691 w 12192001"/>
              <a:gd name="connsiteY784" fmla="*/ 161956 h 586467"/>
              <a:gd name="connsiteX785" fmla="*/ 9892236 w 12192001"/>
              <a:gd name="connsiteY785" fmla="*/ 194042 h 586467"/>
              <a:gd name="connsiteX786" fmla="*/ 9898256 w 12192001"/>
              <a:gd name="connsiteY786" fmla="*/ 218372 h 586467"/>
              <a:gd name="connsiteX787" fmla="*/ 9934341 w 12192001"/>
              <a:gd name="connsiteY787" fmla="*/ 218372 h 586467"/>
              <a:gd name="connsiteX788" fmla="*/ 9924010 w 12192001"/>
              <a:gd name="connsiteY788" fmla="*/ 141356 h 586467"/>
              <a:gd name="connsiteX789" fmla="*/ 9973397 w 12192001"/>
              <a:gd name="connsiteY789" fmla="*/ 218372 h 586467"/>
              <a:gd name="connsiteX790" fmla="*/ 9994468 w 12192001"/>
              <a:gd name="connsiteY790" fmla="*/ 218372 h 586467"/>
              <a:gd name="connsiteX791" fmla="*/ 9993950 w 12192001"/>
              <a:gd name="connsiteY791" fmla="*/ 214121 h 586467"/>
              <a:gd name="connsiteX792" fmla="*/ 9983033 w 12192001"/>
              <a:gd name="connsiteY792" fmla="*/ 163088 h 586467"/>
              <a:gd name="connsiteX793" fmla="*/ 9953458 w 12192001"/>
              <a:gd name="connsiteY793" fmla="*/ 89815 h 586467"/>
              <a:gd name="connsiteX794" fmla="*/ 9972815 w 12192001"/>
              <a:gd name="connsiteY794" fmla="*/ 109830 h 586467"/>
              <a:gd name="connsiteX795" fmla="*/ 10011340 w 12192001"/>
              <a:gd name="connsiteY795" fmla="*/ 156454 h 586467"/>
              <a:gd name="connsiteX796" fmla="*/ 10043074 w 12192001"/>
              <a:gd name="connsiteY796" fmla="*/ 206122 h 586467"/>
              <a:gd name="connsiteX797" fmla="*/ 10049590 w 12192001"/>
              <a:gd name="connsiteY797" fmla="*/ 218372 h 586467"/>
              <a:gd name="connsiteX798" fmla="*/ 10076072 w 12192001"/>
              <a:gd name="connsiteY798" fmla="*/ 218372 h 586467"/>
              <a:gd name="connsiteX799" fmla="*/ 10077119 w 12192001"/>
              <a:gd name="connsiteY799" fmla="*/ 205464 h 586467"/>
              <a:gd name="connsiteX800" fmla="*/ 10080519 w 12192001"/>
              <a:gd name="connsiteY800" fmla="*/ 175923 h 586467"/>
              <a:gd name="connsiteX801" fmla="*/ 10095053 w 12192001"/>
              <a:gd name="connsiteY801" fmla="*/ 96331 h 586467"/>
              <a:gd name="connsiteX802" fmla="*/ 10110412 w 12192001"/>
              <a:gd name="connsiteY802" fmla="*/ 175182 h 586467"/>
              <a:gd name="connsiteX803" fmla="*/ 10122500 w 12192001"/>
              <a:gd name="connsiteY803" fmla="*/ 218372 h 586467"/>
              <a:gd name="connsiteX804" fmla="*/ 10139456 w 12192001"/>
              <a:gd name="connsiteY804" fmla="*/ 218372 h 586467"/>
              <a:gd name="connsiteX805" fmla="*/ 10140023 w 12192001"/>
              <a:gd name="connsiteY805" fmla="*/ 211154 h 586467"/>
              <a:gd name="connsiteX806" fmla="*/ 10140432 w 12192001"/>
              <a:gd name="connsiteY806" fmla="*/ 206708 h 586467"/>
              <a:gd name="connsiteX807" fmla="*/ 10154394 w 12192001"/>
              <a:gd name="connsiteY807" fmla="*/ 118453 h 586467"/>
              <a:gd name="connsiteX808" fmla="*/ 10178830 w 12192001"/>
              <a:gd name="connsiteY808" fmla="*/ 32188 h 586467"/>
              <a:gd name="connsiteX809" fmla="*/ 10184288 w 12192001"/>
              <a:gd name="connsiteY809" fmla="*/ 119117 h 586467"/>
              <a:gd name="connsiteX810" fmla="*/ 10200218 w 12192001"/>
              <a:gd name="connsiteY810" fmla="*/ 204757 h 586467"/>
              <a:gd name="connsiteX811" fmla="*/ 10202078 w 12192001"/>
              <a:gd name="connsiteY811" fmla="*/ 212027 h 586467"/>
              <a:gd name="connsiteX812" fmla="*/ 10203829 w 12192001"/>
              <a:gd name="connsiteY812" fmla="*/ 218372 h 586467"/>
              <a:gd name="connsiteX813" fmla="*/ 10252893 w 12192001"/>
              <a:gd name="connsiteY813" fmla="*/ 218372 h 586467"/>
              <a:gd name="connsiteX814" fmla="*/ 10252927 w 12192001"/>
              <a:gd name="connsiteY814" fmla="*/ 217998 h 586467"/>
              <a:gd name="connsiteX815" fmla="*/ 10255688 w 12192001"/>
              <a:gd name="connsiteY815" fmla="*/ 166014 h 586467"/>
              <a:gd name="connsiteX816" fmla="*/ 10254228 w 12192001"/>
              <a:gd name="connsiteY816" fmla="*/ 89854 h 586467"/>
              <a:gd name="connsiteX817" fmla="*/ 10285390 w 12192001"/>
              <a:gd name="connsiteY817" fmla="*/ 163555 h 586467"/>
              <a:gd name="connsiteX818" fmla="*/ 10296989 w 12192001"/>
              <a:gd name="connsiteY818" fmla="*/ 196071 h 586467"/>
              <a:gd name="connsiteX819" fmla="*/ 10304198 w 12192001"/>
              <a:gd name="connsiteY819" fmla="*/ 218372 h 586467"/>
              <a:gd name="connsiteX820" fmla="*/ 10305369 w 12192001"/>
              <a:gd name="connsiteY820" fmla="*/ 218372 h 586467"/>
              <a:gd name="connsiteX821" fmla="*/ 10305192 w 12192001"/>
              <a:gd name="connsiteY821" fmla="*/ 215408 h 586467"/>
              <a:gd name="connsiteX822" fmla="*/ 10307921 w 12192001"/>
              <a:gd name="connsiteY822" fmla="*/ 129417 h 586467"/>
              <a:gd name="connsiteX823" fmla="*/ 10323534 w 12192001"/>
              <a:gd name="connsiteY823" fmla="*/ 45064 h 586467"/>
              <a:gd name="connsiteX824" fmla="*/ 10337814 w 12192001"/>
              <a:gd name="connsiteY824" fmla="*/ 128441 h 586467"/>
              <a:gd name="connsiteX825" fmla="*/ 10364407 w 12192001"/>
              <a:gd name="connsiteY825" fmla="*/ 209361 h 586467"/>
              <a:gd name="connsiteX826" fmla="*/ 10366097 w 12192001"/>
              <a:gd name="connsiteY826" fmla="*/ 213428 h 586467"/>
              <a:gd name="connsiteX827" fmla="*/ 10368241 w 12192001"/>
              <a:gd name="connsiteY827" fmla="*/ 218372 h 586467"/>
              <a:gd name="connsiteX828" fmla="*/ 10371592 w 12192001"/>
              <a:gd name="connsiteY828" fmla="*/ 218372 h 586467"/>
              <a:gd name="connsiteX829" fmla="*/ 10371942 w 12192001"/>
              <a:gd name="connsiteY829" fmla="*/ 215455 h 586467"/>
              <a:gd name="connsiteX830" fmla="*/ 10380527 w 12192001"/>
              <a:gd name="connsiteY830" fmla="*/ 161176 h 586467"/>
              <a:gd name="connsiteX831" fmla="*/ 10394554 w 12192001"/>
              <a:gd name="connsiteY831" fmla="*/ 102730 h 586467"/>
              <a:gd name="connsiteX832" fmla="*/ 10410420 w 12192001"/>
              <a:gd name="connsiteY832" fmla="*/ 160356 h 586467"/>
              <a:gd name="connsiteX833" fmla="*/ 10430920 w 12192001"/>
              <a:gd name="connsiteY833" fmla="*/ 216813 h 586467"/>
              <a:gd name="connsiteX834" fmla="*/ 10431563 w 12192001"/>
              <a:gd name="connsiteY834" fmla="*/ 218372 h 586467"/>
              <a:gd name="connsiteX835" fmla="*/ 10472741 w 12192001"/>
              <a:gd name="connsiteY835" fmla="*/ 218372 h 586467"/>
              <a:gd name="connsiteX836" fmla="*/ 10475049 w 12192001"/>
              <a:gd name="connsiteY836" fmla="*/ 212690 h 586467"/>
              <a:gd name="connsiteX837" fmla="*/ 10476807 w 12192001"/>
              <a:gd name="connsiteY837" fmla="*/ 207917 h 586467"/>
              <a:gd name="connsiteX838" fmla="*/ 10482519 w 12192001"/>
              <a:gd name="connsiteY838" fmla="*/ 189150 h 586467"/>
              <a:gd name="connsiteX839" fmla="*/ 10490643 w 12192001"/>
              <a:gd name="connsiteY839" fmla="*/ 146779 h 586467"/>
              <a:gd name="connsiteX840" fmla="*/ 10489627 w 12192001"/>
              <a:gd name="connsiteY840" fmla="*/ 83378 h 586467"/>
              <a:gd name="connsiteX841" fmla="*/ 10500670 w 12192001"/>
              <a:gd name="connsiteY841" fmla="*/ 102067 h 586467"/>
              <a:gd name="connsiteX842" fmla="*/ 10520408 w 12192001"/>
              <a:gd name="connsiteY842" fmla="*/ 144945 h 586467"/>
              <a:gd name="connsiteX843" fmla="*/ 10536466 w 12192001"/>
              <a:gd name="connsiteY843" fmla="*/ 210609 h 586467"/>
              <a:gd name="connsiteX844" fmla="*/ 10537093 w 12192001"/>
              <a:gd name="connsiteY844" fmla="*/ 216393 h 586467"/>
              <a:gd name="connsiteX845" fmla="*/ 10537241 w 12192001"/>
              <a:gd name="connsiteY845" fmla="*/ 218372 h 586467"/>
              <a:gd name="connsiteX846" fmla="*/ 10539984 w 12192001"/>
              <a:gd name="connsiteY846" fmla="*/ 218372 h 586467"/>
              <a:gd name="connsiteX847" fmla="*/ 10540472 w 12192001"/>
              <a:gd name="connsiteY847" fmla="*/ 211663 h 586467"/>
              <a:gd name="connsiteX848" fmla="*/ 10546366 w 12192001"/>
              <a:gd name="connsiteY848" fmla="*/ 166209 h 586467"/>
              <a:gd name="connsiteX849" fmla="*/ 10565533 w 12192001"/>
              <a:gd name="connsiteY849" fmla="*/ 89932 h 586467"/>
              <a:gd name="connsiteX850" fmla="*/ 10576323 w 12192001"/>
              <a:gd name="connsiteY850" fmla="*/ 165974 h 586467"/>
              <a:gd name="connsiteX851" fmla="*/ 10590143 w 12192001"/>
              <a:gd name="connsiteY851" fmla="*/ 217027 h 586467"/>
              <a:gd name="connsiteX852" fmla="*/ 10590594 w 12192001"/>
              <a:gd name="connsiteY852" fmla="*/ 218372 h 586467"/>
              <a:gd name="connsiteX853" fmla="*/ 10626054 w 12192001"/>
              <a:gd name="connsiteY853" fmla="*/ 218372 h 586467"/>
              <a:gd name="connsiteX854" fmla="*/ 10628556 w 12192001"/>
              <a:gd name="connsiteY854" fmla="*/ 188136 h 586467"/>
              <a:gd name="connsiteX855" fmla="*/ 10630270 w 12192001"/>
              <a:gd name="connsiteY855" fmla="*/ 109128 h 586467"/>
              <a:gd name="connsiteX856" fmla="*/ 10658385 w 12192001"/>
              <a:gd name="connsiteY856" fmla="*/ 186302 h 586467"/>
              <a:gd name="connsiteX857" fmla="*/ 10664986 w 12192001"/>
              <a:gd name="connsiteY857" fmla="*/ 207175 h 586467"/>
              <a:gd name="connsiteX858" fmla="*/ 10679710 w 12192001"/>
              <a:gd name="connsiteY858" fmla="*/ 44869 h 586467"/>
              <a:gd name="connsiteX859" fmla="*/ 10716644 w 12192001"/>
              <a:gd name="connsiteY859" fmla="*/ 218372 h 586467"/>
              <a:gd name="connsiteX860" fmla="*/ 10735613 w 12192001"/>
              <a:gd name="connsiteY860" fmla="*/ 218372 h 586467"/>
              <a:gd name="connsiteX861" fmla="*/ 10736069 w 12192001"/>
              <a:gd name="connsiteY861" fmla="*/ 214081 h 586467"/>
              <a:gd name="connsiteX862" fmla="*/ 10733530 w 12192001"/>
              <a:gd name="connsiteY862" fmla="*/ 147754 h 586467"/>
              <a:gd name="connsiteX863" fmla="*/ 10744700 w 12192001"/>
              <a:gd name="connsiteY863" fmla="*/ 167301 h 586467"/>
              <a:gd name="connsiteX864" fmla="*/ 10765772 w 12192001"/>
              <a:gd name="connsiteY864" fmla="*/ 211546 h 586467"/>
              <a:gd name="connsiteX865" fmla="*/ 10768154 w 12192001"/>
              <a:gd name="connsiteY865" fmla="*/ 218372 h 586467"/>
              <a:gd name="connsiteX866" fmla="*/ 10783387 w 12192001"/>
              <a:gd name="connsiteY866" fmla="*/ 218372 h 586467"/>
              <a:gd name="connsiteX867" fmla="*/ 10783479 w 12192001"/>
              <a:gd name="connsiteY867" fmla="*/ 216539 h 586467"/>
              <a:gd name="connsiteX868" fmla="*/ 10785129 w 12192001"/>
              <a:gd name="connsiteY868" fmla="*/ 193364 h 586467"/>
              <a:gd name="connsiteX869" fmla="*/ 10796553 w 12192001"/>
              <a:gd name="connsiteY869" fmla="*/ 123837 h 586467"/>
              <a:gd name="connsiteX870" fmla="*/ 10817941 w 12192001"/>
              <a:gd name="connsiteY870" fmla="*/ 56105 h 586467"/>
              <a:gd name="connsiteX871" fmla="*/ 10827018 w 12192001"/>
              <a:gd name="connsiteY871" fmla="*/ 34256 h 586467"/>
              <a:gd name="connsiteX872" fmla="*/ 10830635 w 12192001"/>
              <a:gd name="connsiteY872" fmla="*/ 26024 h 586467"/>
              <a:gd name="connsiteX873" fmla="*/ 10829556 w 12192001"/>
              <a:gd name="connsiteY873" fmla="*/ 34607 h 586467"/>
              <a:gd name="connsiteX874" fmla="*/ 10827144 w 12192001"/>
              <a:gd name="connsiteY874" fmla="*/ 57120 h 586467"/>
              <a:gd name="connsiteX875" fmla="*/ 10826446 w 12192001"/>
              <a:gd name="connsiteY875" fmla="*/ 125086 h 586467"/>
              <a:gd name="connsiteX876" fmla="*/ 10835585 w 12192001"/>
              <a:gd name="connsiteY876" fmla="*/ 192155 h 586467"/>
              <a:gd name="connsiteX877" fmla="*/ 10840662 w 12192001"/>
              <a:gd name="connsiteY877" fmla="*/ 213925 h 586467"/>
              <a:gd name="connsiteX878" fmla="*/ 10841760 w 12192001"/>
              <a:gd name="connsiteY878" fmla="*/ 218372 h 586467"/>
              <a:gd name="connsiteX879" fmla="*/ 10881540 w 12192001"/>
              <a:gd name="connsiteY879" fmla="*/ 218372 h 586467"/>
              <a:gd name="connsiteX880" fmla="*/ 10881850 w 12192001"/>
              <a:gd name="connsiteY880" fmla="*/ 217067 h 586467"/>
              <a:gd name="connsiteX881" fmla="*/ 10901083 w 12192001"/>
              <a:gd name="connsiteY881" fmla="*/ 114044 h 586467"/>
              <a:gd name="connsiteX882" fmla="*/ 10911428 w 12192001"/>
              <a:gd name="connsiteY882" fmla="*/ 0 h 586467"/>
              <a:gd name="connsiteX883" fmla="*/ 10930976 w 12192001"/>
              <a:gd name="connsiteY883" fmla="*/ 114161 h 586467"/>
              <a:gd name="connsiteX884" fmla="*/ 10937870 w 12192001"/>
              <a:gd name="connsiteY884" fmla="*/ 193476 h 586467"/>
              <a:gd name="connsiteX885" fmla="*/ 10938958 w 12192001"/>
              <a:gd name="connsiteY885" fmla="*/ 218372 h 586467"/>
              <a:gd name="connsiteX886" fmla="*/ 10967734 w 12192001"/>
              <a:gd name="connsiteY886" fmla="*/ 218372 h 586467"/>
              <a:gd name="connsiteX887" fmla="*/ 10968613 w 12192001"/>
              <a:gd name="connsiteY887" fmla="*/ 215700 h 586467"/>
              <a:gd name="connsiteX888" fmla="*/ 11002377 w 12192001"/>
              <a:gd name="connsiteY888" fmla="*/ 124188 h 586467"/>
              <a:gd name="connsiteX889" fmla="*/ 11046486 w 12192001"/>
              <a:gd name="connsiteY889" fmla="*/ 26180 h 586467"/>
              <a:gd name="connsiteX890" fmla="*/ 11040837 w 12192001"/>
              <a:gd name="connsiteY890" fmla="*/ 60007 h 586467"/>
              <a:gd name="connsiteX891" fmla="*/ 11044645 w 12192001"/>
              <a:gd name="connsiteY891" fmla="*/ 38509 h 586467"/>
              <a:gd name="connsiteX892" fmla="*/ 11060132 w 12192001"/>
              <a:gd name="connsiteY892" fmla="*/ 130002 h 586467"/>
              <a:gd name="connsiteX893" fmla="*/ 11078071 w 12192001"/>
              <a:gd name="connsiteY893" fmla="*/ 212982 h 586467"/>
              <a:gd name="connsiteX894" fmla="*/ 11079362 w 12192001"/>
              <a:gd name="connsiteY894" fmla="*/ 218372 h 586467"/>
              <a:gd name="connsiteX895" fmla="*/ 11095052 w 12192001"/>
              <a:gd name="connsiteY895" fmla="*/ 218372 h 586467"/>
              <a:gd name="connsiteX896" fmla="*/ 11095990 w 12192001"/>
              <a:gd name="connsiteY896" fmla="*/ 198436 h 586467"/>
              <a:gd name="connsiteX897" fmla="*/ 11090342 w 12192001"/>
              <a:gd name="connsiteY897" fmla="*/ 128597 h 586467"/>
              <a:gd name="connsiteX898" fmla="*/ 11125629 w 12192001"/>
              <a:gd name="connsiteY898" fmla="*/ 195393 h 586467"/>
              <a:gd name="connsiteX899" fmla="*/ 11134306 w 12192001"/>
              <a:gd name="connsiteY899" fmla="*/ 218372 h 586467"/>
              <a:gd name="connsiteX900" fmla="*/ 11177178 w 12192001"/>
              <a:gd name="connsiteY900" fmla="*/ 218372 h 586467"/>
              <a:gd name="connsiteX901" fmla="*/ 11180021 w 12192001"/>
              <a:gd name="connsiteY901" fmla="*/ 210843 h 586467"/>
              <a:gd name="connsiteX902" fmla="*/ 11199632 w 12192001"/>
              <a:gd name="connsiteY902" fmla="*/ 144282 h 586467"/>
              <a:gd name="connsiteX903" fmla="*/ 11210866 w 12192001"/>
              <a:gd name="connsiteY903" fmla="*/ 76237 h 586467"/>
              <a:gd name="connsiteX904" fmla="*/ 11212769 w 12192001"/>
              <a:gd name="connsiteY904" fmla="*/ 53569 h 586467"/>
              <a:gd name="connsiteX905" fmla="*/ 11213404 w 12192001"/>
              <a:gd name="connsiteY905" fmla="*/ 44947 h 586467"/>
              <a:gd name="connsiteX906" fmla="*/ 11215371 w 12192001"/>
              <a:gd name="connsiteY906" fmla="*/ 53452 h 586467"/>
              <a:gd name="connsiteX907" fmla="*/ 11220258 w 12192001"/>
              <a:gd name="connsiteY907" fmla="*/ 76043 h 586467"/>
              <a:gd name="connsiteX908" fmla="*/ 11229524 w 12192001"/>
              <a:gd name="connsiteY908" fmla="*/ 145335 h 586467"/>
              <a:gd name="connsiteX909" fmla="*/ 11230033 w 12192001"/>
              <a:gd name="connsiteY909" fmla="*/ 215486 h 586467"/>
              <a:gd name="connsiteX910" fmla="*/ 11229847 w 12192001"/>
              <a:gd name="connsiteY910" fmla="*/ 218372 h 586467"/>
              <a:gd name="connsiteX911" fmla="*/ 11288371 w 12192001"/>
              <a:gd name="connsiteY911" fmla="*/ 218372 h 586467"/>
              <a:gd name="connsiteX912" fmla="*/ 11287352 w 12192001"/>
              <a:gd name="connsiteY912" fmla="*/ 206300 h 586467"/>
              <a:gd name="connsiteX913" fmla="*/ 11285820 w 12192001"/>
              <a:gd name="connsiteY913" fmla="*/ 173193 h 586467"/>
              <a:gd name="connsiteX914" fmla="*/ 11288549 w 12192001"/>
              <a:gd name="connsiteY914" fmla="*/ 83495 h 586467"/>
              <a:gd name="connsiteX915" fmla="*/ 11315522 w 12192001"/>
              <a:gd name="connsiteY915" fmla="*/ 170501 h 586467"/>
              <a:gd name="connsiteX916" fmla="*/ 11327778 w 12192001"/>
              <a:gd name="connsiteY916" fmla="*/ 201907 h 586467"/>
              <a:gd name="connsiteX917" fmla="*/ 11334875 w 12192001"/>
              <a:gd name="connsiteY917" fmla="*/ 218372 h 586467"/>
              <a:gd name="connsiteX918" fmla="*/ 11393301 w 12192001"/>
              <a:gd name="connsiteY918" fmla="*/ 218372 h 586467"/>
              <a:gd name="connsiteX919" fmla="*/ 11394095 w 12192001"/>
              <a:gd name="connsiteY919" fmla="*/ 211428 h 586467"/>
              <a:gd name="connsiteX920" fmla="*/ 11395300 w 12192001"/>
              <a:gd name="connsiteY920" fmla="*/ 151851 h 586467"/>
              <a:gd name="connsiteX921" fmla="*/ 11387621 w 12192001"/>
              <a:gd name="connsiteY921" fmla="*/ 91844 h 586467"/>
              <a:gd name="connsiteX922" fmla="*/ 11383115 w 12192001"/>
              <a:gd name="connsiteY922" fmla="*/ 72102 h 586467"/>
              <a:gd name="connsiteX923" fmla="*/ 11381401 w 12192001"/>
              <a:gd name="connsiteY923" fmla="*/ 64689 h 586467"/>
              <a:gd name="connsiteX924" fmla="*/ 11385590 w 12192001"/>
              <a:gd name="connsiteY924" fmla="*/ 71595 h 586467"/>
              <a:gd name="connsiteX925" fmla="*/ 11396697 w 12192001"/>
              <a:gd name="connsiteY925" fmla="*/ 90284 h 586467"/>
              <a:gd name="connsiteX926" fmla="*/ 11424876 w 12192001"/>
              <a:gd name="connsiteY926" fmla="*/ 148730 h 586467"/>
              <a:gd name="connsiteX927" fmla="*/ 11444550 w 12192001"/>
              <a:gd name="connsiteY927" fmla="*/ 209438 h 586467"/>
              <a:gd name="connsiteX928" fmla="*/ 11446551 w 12192001"/>
              <a:gd name="connsiteY928" fmla="*/ 218372 h 586467"/>
              <a:gd name="connsiteX929" fmla="*/ 11502645 w 12192001"/>
              <a:gd name="connsiteY929" fmla="*/ 218372 h 586467"/>
              <a:gd name="connsiteX930" fmla="*/ 11506431 w 12192001"/>
              <a:gd name="connsiteY930" fmla="*/ 205264 h 586467"/>
              <a:gd name="connsiteX931" fmla="*/ 11524582 w 12192001"/>
              <a:gd name="connsiteY931" fmla="*/ 128402 h 586467"/>
              <a:gd name="connsiteX932" fmla="*/ 11536324 w 12192001"/>
              <a:gd name="connsiteY932" fmla="*/ 206239 h 586467"/>
              <a:gd name="connsiteX933" fmla="*/ 11537526 w 12192001"/>
              <a:gd name="connsiteY933" fmla="*/ 218372 h 586467"/>
              <a:gd name="connsiteX934" fmla="*/ 11551326 w 12192001"/>
              <a:gd name="connsiteY934" fmla="*/ 218372 h 586467"/>
              <a:gd name="connsiteX935" fmla="*/ 11551334 w 12192001"/>
              <a:gd name="connsiteY935" fmla="*/ 217583 h 586467"/>
              <a:gd name="connsiteX936" fmla="*/ 11552000 w 12192001"/>
              <a:gd name="connsiteY936" fmla="*/ 155479 h 586467"/>
              <a:gd name="connsiteX937" fmla="*/ 11551492 w 12192001"/>
              <a:gd name="connsiteY937" fmla="*/ 65001 h 586467"/>
              <a:gd name="connsiteX938" fmla="*/ 11581766 w 12192001"/>
              <a:gd name="connsiteY938" fmla="*/ 153177 h 586467"/>
              <a:gd name="connsiteX939" fmla="*/ 11601576 w 12192001"/>
              <a:gd name="connsiteY939" fmla="*/ 214048 h 586467"/>
              <a:gd name="connsiteX940" fmla="*/ 11602984 w 12192001"/>
              <a:gd name="connsiteY940" fmla="*/ 218372 h 586467"/>
              <a:gd name="connsiteX941" fmla="*/ 11631817 w 12192001"/>
              <a:gd name="connsiteY941" fmla="*/ 218372 h 586467"/>
              <a:gd name="connsiteX942" fmla="*/ 11630548 w 12192001"/>
              <a:gd name="connsiteY942" fmla="*/ 198810 h 586467"/>
              <a:gd name="connsiteX943" fmla="*/ 11629113 w 12192001"/>
              <a:gd name="connsiteY943" fmla="*/ 166014 h 586467"/>
              <a:gd name="connsiteX944" fmla="*/ 11629049 w 12192001"/>
              <a:gd name="connsiteY944" fmla="*/ 76940 h 586467"/>
              <a:gd name="connsiteX945" fmla="*/ 11658815 w 12192001"/>
              <a:gd name="connsiteY945" fmla="*/ 163244 h 586467"/>
              <a:gd name="connsiteX946" fmla="*/ 11671033 w 12192001"/>
              <a:gd name="connsiteY946" fmla="*/ 194605 h 586467"/>
              <a:gd name="connsiteX947" fmla="*/ 11680846 w 12192001"/>
              <a:gd name="connsiteY947" fmla="*/ 218372 h 586467"/>
              <a:gd name="connsiteX948" fmla="*/ 11743666 w 12192001"/>
              <a:gd name="connsiteY948" fmla="*/ 218372 h 586467"/>
              <a:gd name="connsiteX949" fmla="*/ 11744495 w 12192001"/>
              <a:gd name="connsiteY949" fmla="*/ 206668 h 586467"/>
              <a:gd name="connsiteX950" fmla="*/ 11752429 w 12192001"/>
              <a:gd name="connsiteY950" fmla="*/ 216188 h 586467"/>
              <a:gd name="connsiteX951" fmla="*/ 11754285 w 12192001"/>
              <a:gd name="connsiteY951" fmla="*/ 218372 h 586467"/>
              <a:gd name="connsiteX952" fmla="*/ 11846181 w 12192001"/>
              <a:gd name="connsiteY952" fmla="*/ 218372 h 586467"/>
              <a:gd name="connsiteX953" fmla="*/ 11871620 w 12192001"/>
              <a:gd name="connsiteY953" fmla="*/ 130704 h 586467"/>
              <a:gd name="connsiteX954" fmla="*/ 11872127 w 12192001"/>
              <a:gd name="connsiteY954" fmla="*/ 129182 h 586467"/>
              <a:gd name="connsiteX955" fmla="*/ 11872572 w 12192001"/>
              <a:gd name="connsiteY955" fmla="*/ 130704 h 586467"/>
              <a:gd name="connsiteX956" fmla="*/ 11898010 w 12192001"/>
              <a:gd name="connsiteY956" fmla="*/ 218372 h 586467"/>
              <a:gd name="connsiteX957" fmla="*/ 11989902 w 12192001"/>
              <a:gd name="connsiteY957" fmla="*/ 218372 h 586467"/>
              <a:gd name="connsiteX958" fmla="*/ 11991762 w 12192001"/>
              <a:gd name="connsiteY958" fmla="*/ 216188 h 586467"/>
              <a:gd name="connsiteX959" fmla="*/ 11999696 w 12192001"/>
              <a:gd name="connsiteY959" fmla="*/ 206668 h 586467"/>
              <a:gd name="connsiteX960" fmla="*/ 12000526 w 12192001"/>
              <a:gd name="connsiteY960" fmla="*/ 218372 h 586467"/>
              <a:gd name="connsiteX961" fmla="*/ 12063384 w 12192001"/>
              <a:gd name="connsiteY961" fmla="*/ 218372 h 586467"/>
              <a:gd name="connsiteX962" fmla="*/ 12073195 w 12192001"/>
              <a:gd name="connsiteY962" fmla="*/ 194605 h 586467"/>
              <a:gd name="connsiteX963" fmla="*/ 12085440 w 12192001"/>
              <a:gd name="connsiteY963" fmla="*/ 163244 h 586467"/>
              <a:gd name="connsiteX964" fmla="*/ 12115142 w 12192001"/>
              <a:gd name="connsiteY964" fmla="*/ 76940 h 586467"/>
              <a:gd name="connsiteX965" fmla="*/ 12115079 w 12192001"/>
              <a:gd name="connsiteY965" fmla="*/ 166014 h 586467"/>
              <a:gd name="connsiteX966" fmla="*/ 12113644 w 12192001"/>
              <a:gd name="connsiteY966" fmla="*/ 198810 h 586467"/>
              <a:gd name="connsiteX967" fmla="*/ 12112375 w 12192001"/>
              <a:gd name="connsiteY967" fmla="*/ 218372 h 586467"/>
              <a:gd name="connsiteX968" fmla="*/ 12143208 w 12192001"/>
              <a:gd name="connsiteY968" fmla="*/ 218372 h 586467"/>
              <a:gd name="connsiteX969" fmla="*/ 12186225 w 12192001"/>
              <a:gd name="connsiteY969" fmla="*/ 90946 h 586467"/>
              <a:gd name="connsiteX970" fmla="*/ 12190350 w 12192001"/>
              <a:gd name="connsiteY970" fmla="*/ 218372 h 586467"/>
              <a:gd name="connsiteX971" fmla="*/ 12192000 w 12192001"/>
              <a:gd name="connsiteY971" fmla="*/ 218372 h 586467"/>
              <a:gd name="connsiteX972" fmla="*/ 12192000 w 12192001"/>
              <a:gd name="connsiteY972" fmla="*/ 269100 h 586467"/>
              <a:gd name="connsiteX973" fmla="*/ 12192001 w 12192001"/>
              <a:gd name="connsiteY973" fmla="*/ 269133 h 586467"/>
              <a:gd name="connsiteX974" fmla="*/ 12192000 w 12192001"/>
              <a:gd name="connsiteY974" fmla="*/ 269133 h 586467"/>
              <a:gd name="connsiteX975" fmla="*/ 12192000 w 12192001"/>
              <a:gd name="connsiteY975" fmla="*/ 586467 h 586467"/>
              <a:gd name="connsiteX976" fmla="*/ 0 w 12192001"/>
              <a:gd name="connsiteY976" fmla="*/ 586467 h 586467"/>
              <a:gd name="connsiteX977" fmla="*/ 0 w 12192001"/>
              <a:gd name="connsiteY977" fmla="*/ 218372 h 586467"/>
              <a:gd name="connsiteX978" fmla="*/ 6411 w 12192001"/>
              <a:gd name="connsiteY978" fmla="*/ 218372 h 586467"/>
              <a:gd name="connsiteX979" fmla="*/ 6411 w 12192001"/>
              <a:gd name="connsiteY979" fmla="*/ 173349 h 586467"/>
              <a:gd name="connsiteX980" fmla="*/ 10854 w 12192001"/>
              <a:gd name="connsiteY980" fmla="*/ 128402 h 586467"/>
              <a:gd name="connsiteX981" fmla="*/ 36978 w 12192001"/>
              <a:gd name="connsiteY981" fmla="*/ 218372 h 586467"/>
              <a:gd name="connsiteX982" fmla="*/ 112885 w 12192001"/>
              <a:gd name="connsiteY982" fmla="*/ 218372 h 586467"/>
              <a:gd name="connsiteX983" fmla="*/ 126293 w 12192001"/>
              <a:gd name="connsiteY983" fmla="*/ 176753 h 586467"/>
              <a:gd name="connsiteX984" fmla="*/ 132647 w 12192001"/>
              <a:gd name="connsiteY984" fmla="*/ 154075 h 586467"/>
              <a:gd name="connsiteX985" fmla="*/ 135630 w 12192001"/>
              <a:gd name="connsiteY985" fmla="*/ 177133 h 586467"/>
              <a:gd name="connsiteX986" fmla="*/ 139271 w 12192001"/>
              <a:gd name="connsiteY986" fmla="*/ 218372 h 586467"/>
              <a:gd name="connsiteX987" fmla="*/ 202325 w 12192001"/>
              <a:gd name="connsiteY987" fmla="*/ 218372 h 586467"/>
              <a:gd name="connsiteX988" fmla="*/ 212138 w 12192001"/>
              <a:gd name="connsiteY988" fmla="*/ 194605 h 586467"/>
              <a:gd name="connsiteX989" fmla="*/ 224356 w 12192001"/>
              <a:gd name="connsiteY989" fmla="*/ 163244 h 586467"/>
              <a:gd name="connsiteX990" fmla="*/ 254059 w 12192001"/>
              <a:gd name="connsiteY990" fmla="*/ 76940 h 586467"/>
              <a:gd name="connsiteX991" fmla="*/ 254059 w 12192001"/>
              <a:gd name="connsiteY991" fmla="*/ 166014 h 586467"/>
              <a:gd name="connsiteX992" fmla="*/ 252624 w 12192001"/>
              <a:gd name="connsiteY992" fmla="*/ 198810 h 586467"/>
              <a:gd name="connsiteX993" fmla="*/ 251355 w 12192001"/>
              <a:gd name="connsiteY993" fmla="*/ 218372 h 586467"/>
              <a:gd name="connsiteX994" fmla="*/ 282201 w 12192001"/>
              <a:gd name="connsiteY994" fmla="*/ 218372 h 586467"/>
              <a:gd name="connsiteX995" fmla="*/ 325269 w 12192001"/>
              <a:gd name="connsiteY995" fmla="*/ 90946 h 586467"/>
              <a:gd name="connsiteX996" fmla="*/ 329344 w 12192001"/>
              <a:gd name="connsiteY996" fmla="*/ 218372 h 586467"/>
              <a:gd name="connsiteX997" fmla="*/ 345697 w 12192001"/>
              <a:gd name="connsiteY997" fmla="*/ 218372 h 586467"/>
              <a:gd name="connsiteX998" fmla="*/ 346911 w 12192001"/>
              <a:gd name="connsiteY998" fmla="*/ 206239 h 586467"/>
              <a:gd name="connsiteX999" fmla="*/ 358589 w 12192001"/>
              <a:gd name="connsiteY999" fmla="*/ 128402 h 586467"/>
              <a:gd name="connsiteX1000" fmla="*/ 376804 w 12192001"/>
              <a:gd name="connsiteY1000" fmla="*/ 205264 h 586467"/>
              <a:gd name="connsiteX1001" fmla="*/ 380576 w 12192001"/>
              <a:gd name="connsiteY1001" fmla="*/ 218372 h 586467"/>
              <a:gd name="connsiteX1002" fmla="*/ 436656 w 12192001"/>
              <a:gd name="connsiteY1002" fmla="*/ 218372 h 586467"/>
              <a:gd name="connsiteX1003" fmla="*/ 438684 w 12192001"/>
              <a:gd name="connsiteY1003" fmla="*/ 209438 h 586467"/>
              <a:gd name="connsiteX1004" fmla="*/ 458296 w 12192001"/>
              <a:gd name="connsiteY1004" fmla="*/ 148730 h 586467"/>
              <a:gd name="connsiteX1005" fmla="*/ 486538 w 12192001"/>
              <a:gd name="connsiteY1005" fmla="*/ 90284 h 586467"/>
              <a:gd name="connsiteX1006" fmla="*/ 497582 w 12192001"/>
              <a:gd name="connsiteY1006" fmla="*/ 71595 h 586467"/>
              <a:gd name="connsiteX1007" fmla="*/ 501834 w 12192001"/>
              <a:gd name="connsiteY1007" fmla="*/ 64689 h 586467"/>
              <a:gd name="connsiteX1008" fmla="*/ 500057 w 12192001"/>
              <a:gd name="connsiteY1008" fmla="*/ 72102 h 586467"/>
              <a:gd name="connsiteX1009" fmla="*/ 495614 w 12192001"/>
              <a:gd name="connsiteY1009" fmla="*/ 91844 h 586467"/>
              <a:gd name="connsiteX1010" fmla="*/ 487871 w 12192001"/>
              <a:gd name="connsiteY1010" fmla="*/ 151851 h 586467"/>
              <a:gd name="connsiteX1011" fmla="*/ 489077 w 12192001"/>
              <a:gd name="connsiteY1011" fmla="*/ 211428 h 586467"/>
              <a:gd name="connsiteX1012" fmla="*/ 489871 w 12192001"/>
              <a:gd name="connsiteY1012" fmla="*/ 218372 h 586467"/>
              <a:gd name="connsiteX1013" fmla="*/ 548337 w 12192001"/>
              <a:gd name="connsiteY1013" fmla="*/ 218372 h 586467"/>
              <a:gd name="connsiteX1014" fmla="*/ 555447 w 12192001"/>
              <a:gd name="connsiteY1014" fmla="*/ 201907 h 586467"/>
              <a:gd name="connsiteX1015" fmla="*/ 567713 w 12192001"/>
              <a:gd name="connsiteY1015" fmla="*/ 170501 h 586467"/>
              <a:gd name="connsiteX1016" fmla="*/ 594623 w 12192001"/>
              <a:gd name="connsiteY1016" fmla="*/ 83495 h 586467"/>
              <a:gd name="connsiteX1017" fmla="*/ 597352 w 12192001"/>
              <a:gd name="connsiteY1017" fmla="*/ 173193 h 586467"/>
              <a:gd name="connsiteX1018" fmla="*/ 595830 w 12192001"/>
              <a:gd name="connsiteY1018" fmla="*/ 206300 h 586467"/>
              <a:gd name="connsiteX1019" fmla="*/ 594820 w 12192001"/>
              <a:gd name="connsiteY1019" fmla="*/ 218372 h 586467"/>
              <a:gd name="connsiteX1020" fmla="*/ 653324 w 12192001"/>
              <a:gd name="connsiteY1020" fmla="*/ 218372 h 586467"/>
              <a:gd name="connsiteX1021" fmla="*/ 653139 w 12192001"/>
              <a:gd name="connsiteY1021" fmla="*/ 215486 h 586467"/>
              <a:gd name="connsiteX1022" fmla="*/ 653710 w 12192001"/>
              <a:gd name="connsiteY1022" fmla="*/ 145335 h 586467"/>
              <a:gd name="connsiteX1023" fmla="*/ 662977 w 12192001"/>
              <a:gd name="connsiteY1023" fmla="*/ 76043 h 586467"/>
              <a:gd name="connsiteX1024" fmla="*/ 667864 w 12192001"/>
              <a:gd name="connsiteY1024" fmla="*/ 53452 h 586467"/>
              <a:gd name="connsiteX1025" fmla="*/ 669831 w 12192001"/>
              <a:gd name="connsiteY1025" fmla="*/ 44947 h 586467"/>
              <a:gd name="connsiteX1026" fmla="*/ 670402 w 12192001"/>
              <a:gd name="connsiteY1026" fmla="*/ 53569 h 586467"/>
              <a:gd name="connsiteX1027" fmla="*/ 672306 w 12192001"/>
              <a:gd name="connsiteY1027" fmla="*/ 76237 h 586467"/>
              <a:gd name="connsiteX1028" fmla="*/ 683603 w 12192001"/>
              <a:gd name="connsiteY1028" fmla="*/ 144282 h 586467"/>
              <a:gd name="connsiteX1029" fmla="*/ 703215 w 12192001"/>
              <a:gd name="connsiteY1029" fmla="*/ 210843 h 586467"/>
              <a:gd name="connsiteX1030" fmla="*/ 706046 w 12192001"/>
              <a:gd name="connsiteY1030" fmla="*/ 218372 h 586467"/>
              <a:gd name="connsiteX1031" fmla="*/ 748929 w 12192001"/>
              <a:gd name="connsiteY1031" fmla="*/ 218372 h 586467"/>
              <a:gd name="connsiteX1032" fmla="*/ 757606 w 12192001"/>
              <a:gd name="connsiteY1032" fmla="*/ 195393 h 586467"/>
              <a:gd name="connsiteX1033" fmla="*/ 792893 w 12192001"/>
              <a:gd name="connsiteY1033" fmla="*/ 128597 h 586467"/>
              <a:gd name="connsiteX1034" fmla="*/ 787181 w 12192001"/>
              <a:gd name="connsiteY1034" fmla="*/ 198436 h 586467"/>
              <a:gd name="connsiteX1035" fmla="*/ 788131 w 12192001"/>
              <a:gd name="connsiteY1035" fmla="*/ 218372 h 586467"/>
              <a:gd name="connsiteX1036" fmla="*/ 803813 w 12192001"/>
              <a:gd name="connsiteY1036" fmla="*/ 218372 h 586467"/>
              <a:gd name="connsiteX1037" fmla="*/ 805111 w 12192001"/>
              <a:gd name="connsiteY1037" fmla="*/ 212982 h 586467"/>
              <a:gd name="connsiteX1038" fmla="*/ 823104 w 12192001"/>
              <a:gd name="connsiteY1038" fmla="*/ 130002 h 586467"/>
              <a:gd name="connsiteX1039" fmla="*/ 838526 w 12192001"/>
              <a:gd name="connsiteY1039" fmla="*/ 38509 h 586467"/>
              <a:gd name="connsiteX1040" fmla="*/ 842398 w 12192001"/>
              <a:gd name="connsiteY1040" fmla="*/ 60046 h 586467"/>
              <a:gd name="connsiteX1041" fmla="*/ 836686 w 12192001"/>
              <a:gd name="connsiteY1041" fmla="*/ 25985 h 586467"/>
              <a:gd name="connsiteX1042" fmla="*/ 880859 w 12192001"/>
              <a:gd name="connsiteY1042" fmla="*/ 124188 h 586467"/>
              <a:gd name="connsiteX1043" fmla="*/ 914613 w 12192001"/>
              <a:gd name="connsiteY1043" fmla="*/ 215700 h 586467"/>
              <a:gd name="connsiteX1044" fmla="*/ 915495 w 12192001"/>
              <a:gd name="connsiteY1044" fmla="*/ 218372 h 586467"/>
              <a:gd name="connsiteX1045" fmla="*/ 944266 w 12192001"/>
              <a:gd name="connsiteY1045" fmla="*/ 218372 h 586467"/>
              <a:gd name="connsiteX1046" fmla="*/ 945333 w 12192001"/>
              <a:gd name="connsiteY1046" fmla="*/ 193476 h 586467"/>
              <a:gd name="connsiteX1047" fmla="*/ 952195 w 12192001"/>
              <a:gd name="connsiteY1047" fmla="*/ 114161 h 586467"/>
              <a:gd name="connsiteX1048" fmla="*/ 971807 w 12192001"/>
              <a:gd name="connsiteY1048" fmla="*/ 0 h 58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</a:cxnLst>
            <a:rect l="l" t="t" r="r" b="b"/>
            <a:pathLst>
              <a:path w="12192001" h="586467">
                <a:moveTo>
                  <a:pt x="971807" y="0"/>
                </a:moveTo>
                <a:cubicBezTo>
                  <a:pt x="971807" y="0"/>
                  <a:pt x="973838" y="57354"/>
                  <a:pt x="982152" y="114044"/>
                </a:cubicBezTo>
                <a:cubicBezTo>
                  <a:pt x="987911" y="156620"/>
                  <a:pt x="997099" y="198692"/>
                  <a:pt x="1001332" y="217067"/>
                </a:cubicBezTo>
                <a:lnTo>
                  <a:pt x="1001641" y="218372"/>
                </a:lnTo>
                <a:lnTo>
                  <a:pt x="1041475" y="218372"/>
                </a:lnTo>
                <a:lnTo>
                  <a:pt x="1042572" y="213925"/>
                </a:lnTo>
                <a:cubicBezTo>
                  <a:pt x="1043715" y="208697"/>
                  <a:pt x="1046000" y="201206"/>
                  <a:pt x="1047650" y="192155"/>
                </a:cubicBezTo>
                <a:cubicBezTo>
                  <a:pt x="1051521" y="174051"/>
                  <a:pt x="1054948" y="149705"/>
                  <a:pt x="1056789" y="125086"/>
                </a:cubicBezTo>
                <a:cubicBezTo>
                  <a:pt x="1058058" y="100506"/>
                  <a:pt x="1057741" y="75730"/>
                  <a:pt x="1056027" y="57120"/>
                </a:cubicBezTo>
                <a:cubicBezTo>
                  <a:pt x="1055583" y="47756"/>
                  <a:pt x="1054187" y="40070"/>
                  <a:pt x="1053616" y="34607"/>
                </a:cubicBezTo>
                <a:cubicBezTo>
                  <a:pt x="1052981" y="29145"/>
                  <a:pt x="1052600" y="26024"/>
                  <a:pt x="1052600" y="26024"/>
                </a:cubicBezTo>
                <a:cubicBezTo>
                  <a:pt x="1052600" y="26024"/>
                  <a:pt x="1053869" y="29028"/>
                  <a:pt x="1056154" y="34256"/>
                </a:cubicBezTo>
                <a:cubicBezTo>
                  <a:pt x="1058312" y="39524"/>
                  <a:pt x="1061993" y="46975"/>
                  <a:pt x="1065294" y="56105"/>
                </a:cubicBezTo>
                <a:cubicBezTo>
                  <a:pt x="1072529" y="74248"/>
                  <a:pt x="1080399" y="98867"/>
                  <a:pt x="1086618" y="123837"/>
                </a:cubicBezTo>
                <a:cubicBezTo>
                  <a:pt x="1092394" y="148846"/>
                  <a:pt x="1096456" y="174246"/>
                  <a:pt x="1098106" y="193364"/>
                </a:cubicBezTo>
                <a:cubicBezTo>
                  <a:pt x="1099248" y="202962"/>
                  <a:pt x="1099248" y="210921"/>
                  <a:pt x="1099693" y="216539"/>
                </a:cubicBezTo>
                <a:lnTo>
                  <a:pt x="1099798" y="218372"/>
                </a:lnTo>
                <a:lnTo>
                  <a:pt x="1115028" y="218372"/>
                </a:lnTo>
                <a:lnTo>
                  <a:pt x="1117400" y="211546"/>
                </a:lnTo>
                <a:cubicBezTo>
                  <a:pt x="1124127" y="195159"/>
                  <a:pt x="1131997" y="179123"/>
                  <a:pt x="1138471" y="167301"/>
                </a:cubicBezTo>
                <a:cubicBezTo>
                  <a:pt x="1144881" y="155440"/>
                  <a:pt x="1149641" y="147754"/>
                  <a:pt x="1149641" y="147754"/>
                </a:cubicBezTo>
                <a:cubicBezTo>
                  <a:pt x="1149641" y="147754"/>
                  <a:pt x="1145072" y="181191"/>
                  <a:pt x="1147102" y="214081"/>
                </a:cubicBezTo>
                <a:lnTo>
                  <a:pt x="1147558" y="218372"/>
                </a:lnTo>
                <a:lnTo>
                  <a:pt x="1166585" y="218372"/>
                </a:lnTo>
                <a:lnTo>
                  <a:pt x="1203461" y="44869"/>
                </a:lnTo>
                <a:lnTo>
                  <a:pt x="1218249" y="207175"/>
                </a:lnTo>
                <a:cubicBezTo>
                  <a:pt x="1220280" y="200348"/>
                  <a:pt x="1222501" y="193325"/>
                  <a:pt x="1224849" y="186302"/>
                </a:cubicBezTo>
                <a:cubicBezTo>
                  <a:pt x="1237352" y="147325"/>
                  <a:pt x="1252965" y="109128"/>
                  <a:pt x="1252965" y="109128"/>
                </a:cubicBezTo>
                <a:cubicBezTo>
                  <a:pt x="1252965" y="109128"/>
                  <a:pt x="1252140" y="148808"/>
                  <a:pt x="1254615" y="188136"/>
                </a:cubicBezTo>
                <a:lnTo>
                  <a:pt x="1257131" y="218372"/>
                </a:lnTo>
                <a:lnTo>
                  <a:pt x="1292608" y="218372"/>
                </a:lnTo>
                <a:lnTo>
                  <a:pt x="1293061" y="217027"/>
                </a:lnTo>
                <a:cubicBezTo>
                  <a:pt x="1297488" y="203254"/>
                  <a:pt x="1302914" y="184780"/>
                  <a:pt x="1306912" y="165974"/>
                </a:cubicBezTo>
                <a:cubicBezTo>
                  <a:pt x="1315226" y="128441"/>
                  <a:pt x="1317702" y="89932"/>
                  <a:pt x="1317702" y="89932"/>
                </a:cubicBezTo>
                <a:cubicBezTo>
                  <a:pt x="1317702" y="89932"/>
                  <a:pt x="1330205" y="127466"/>
                  <a:pt x="1336805" y="166209"/>
                </a:cubicBezTo>
                <a:cubicBezTo>
                  <a:pt x="1339693" y="182166"/>
                  <a:pt x="1341550" y="198261"/>
                  <a:pt x="1342732" y="211663"/>
                </a:cubicBezTo>
                <a:lnTo>
                  <a:pt x="1343228" y="218372"/>
                </a:lnTo>
                <a:lnTo>
                  <a:pt x="1345931" y="218372"/>
                </a:lnTo>
                <a:lnTo>
                  <a:pt x="1346080" y="216393"/>
                </a:lnTo>
                <a:cubicBezTo>
                  <a:pt x="1346437" y="212706"/>
                  <a:pt x="1346706" y="210609"/>
                  <a:pt x="1346706" y="210609"/>
                </a:cubicBezTo>
                <a:cubicBezTo>
                  <a:pt x="1346706" y="210609"/>
                  <a:pt x="1350704" y="176860"/>
                  <a:pt x="1362763" y="144945"/>
                </a:cubicBezTo>
                <a:cubicBezTo>
                  <a:pt x="1368856" y="128948"/>
                  <a:pt x="1376091" y="113420"/>
                  <a:pt x="1382501" y="102067"/>
                </a:cubicBezTo>
                <a:cubicBezTo>
                  <a:pt x="1388848" y="90713"/>
                  <a:pt x="1393545" y="83378"/>
                  <a:pt x="1393545" y="83378"/>
                </a:cubicBezTo>
                <a:cubicBezTo>
                  <a:pt x="1393545" y="83378"/>
                  <a:pt x="1388975" y="115527"/>
                  <a:pt x="1392593" y="146779"/>
                </a:cubicBezTo>
                <a:cubicBezTo>
                  <a:pt x="1394433" y="162424"/>
                  <a:pt x="1397416" y="177797"/>
                  <a:pt x="1400653" y="189150"/>
                </a:cubicBezTo>
                <a:cubicBezTo>
                  <a:pt x="1403826" y="200504"/>
                  <a:pt x="1406428" y="207917"/>
                  <a:pt x="1406428" y="207917"/>
                </a:cubicBezTo>
                <a:cubicBezTo>
                  <a:pt x="1406428" y="207917"/>
                  <a:pt x="1407027" y="209660"/>
                  <a:pt x="1408177" y="212690"/>
                </a:cubicBezTo>
                <a:lnTo>
                  <a:pt x="1410474" y="218372"/>
                </a:lnTo>
                <a:lnTo>
                  <a:pt x="1451672" y="218372"/>
                </a:lnTo>
                <a:lnTo>
                  <a:pt x="1452315" y="216813"/>
                </a:lnTo>
                <a:cubicBezTo>
                  <a:pt x="1452315" y="216813"/>
                  <a:pt x="1463676" y="188955"/>
                  <a:pt x="1472751" y="160356"/>
                </a:cubicBezTo>
                <a:cubicBezTo>
                  <a:pt x="1481954" y="131874"/>
                  <a:pt x="1488682" y="102730"/>
                  <a:pt x="1488682" y="102730"/>
                </a:cubicBezTo>
                <a:cubicBezTo>
                  <a:pt x="1488682" y="102730"/>
                  <a:pt x="1496932" y="131641"/>
                  <a:pt x="1502644" y="161176"/>
                </a:cubicBezTo>
                <a:cubicBezTo>
                  <a:pt x="1507072" y="183269"/>
                  <a:pt x="1510035" y="205647"/>
                  <a:pt x="1511239" y="215455"/>
                </a:cubicBezTo>
                <a:lnTo>
                  <a:pt x="1511584" y="218372"/>
                </a:lnTo>
                <a:lnTo>
                  <a:pt x="1514931" y="218372"/>
                </a:lnTo>
                <a:lnTo>
                  <a:pt x="1517075" y="213428"/>
                </a:lnTo>
                <a:cubicBezTo>
                  <a:pt x="1518178" y="210814"/>
                  <a:pt x="1518765" y="209361"/>
                  <a:pt x="1518765" y="209361"/>
                </a:cubicBezTo>
                <a:cubicBezTo>
                  <a:pt x="1518765" y="209361"/>
                  <a:pt x="1535266" y="169681"/>
                  <a:pt x="1545421" y="128441"/>
                </a:cubicBezTo>
                <a:cubicBezTo>
                  <a:pt x="1555893" y="87358"/>
                  <a:pt x="1559701" y="45064"/>
                  <a:pt x="1559701" y="45064"/>
                </a:cubicBezTo>
                <a:cubicBezTo>
                  <a:pt x="1559701" y="45064"/>
                  <a:pt x="1570871" y="86655"/>
                  <a:pt x="1575314" y="129417"/>
                </a:cubicBezTo>
                <a:cubicBezTo>
                  <a:pt x="1580137" y="172061"/>
                  <a:pt x="1577980" y="215408"/>
                  <a:pt x="1577980" y="215408"/>
                </a:cubicBezTo>
                <a:lnTo>
                  <a:pt x="1577828" y="218372"/>
                </a:lnTo>
                <a:lnTo>
                  <a:pt x="1579032" y="218372"/>
                </a:lnTo>
                <a:lnTo>
                  <a:pt x="1586215" y="196071"/>
                </a:lnTo>
                <a:cubicBezTo>
                  <a:pt x="1589642" y="185854"/>
                  <a:pt x="1593561" y="174675"/>
                  <a:pt x="1597781" y="163555"/>
                </a:cubicBezTo>
                <a:cubicBezTo>
                  <a:pt x="1611807" y="126218"/>
                  <a:pt x="1629007" y="89854"/>
                  <a:pt x="1629007" y="89854"/>
                </a:cubicBezTo>
                <a:cubicBezTo>
                  <a:pt x="1629007" y="89854"/>
                  <a:pt x="1626532" y="128090"/>
                  <a:pt x="1627547" y="166014"/>
                </a:cubicBezTo>
                <a:cubicBezTo>
                  <a:pt x="1627928" y="184995"/>
                  <a:pt x="1629150" y="203869"/>
                  <a:pt x="1630276" y="217998"/>
                </a:cubicBezTo>
                <a:lnTo>
                  <a:pt x="1630309" y="218372"/>
                </a:lnTo>
                <a:lnTo>
                  <a:pt x="1679389" y="218372"/>
                </a:lnTo>
                <a:lnTo>
                  <a:pt x="1681147" y="212027"/>
                </a:lnTo>
                <a:cubicBezTo>
                  <a:pt x="1682367" y="207407"/>
                  <a:pt x="1683017" y="204757"/>
                  <a:pt x="1683017" y="204757"/>
                </a:cubicBezTo>
                <a:cubicBezTo>
                  <a:pt x="1683017" y="204757"/>
                  <a:pt x="1693680" y="162424"/>
                  <a:pt x="1698884" y="119117"/>
                </a:cubicBezTo>
                <a:cubicBezTo>
                  <a:pt x="1704342" y="76901"/>
                  <a:pt x="1704406" y="34062"/>
                  <a:pt x="1704406" y="32188"/>
                </a:cubicBezTo>
                <a:cubicBezTo>
                  <a:pt x="1705167" y="34256"/>
                  <a:pt x="1719574" y="75770"/>
                  <a:pt x="1728777" y="118453"/>
                </a:cubicBezTo>
                <a:cubicBezTo>
                  <a:pt x="1738614" y="162151"/>
                  <a:pt x="1742740" y="206708"/>
                  <a:pt x="1742740" y="206708"/>
                </a:cubicBezTo>
                <a:cubicBezTo>
                  <a:pt x="1742740" y="206708"/>
                  <a:pt x="1742903" y="208288"/>
                  <a:pt x="1743158" y="211154"/>
                </a:cubicBezTo>
                <a:lnTo>
                  <a:pt x="1743734" y="218372"/>
                </a:lnTo>
                <a:lnTo>
                  <a:pt x="1760697" y="218372"/>
                </a:lnTo>
                <a:lnTo>
                  <a:pt x="1772760" y="175182"/>
                </a:lnTo>
                <a:cubicBezTo>
                  <a:pt x="1782470" y="136127"/>
                  <a:pt x="1788119" y="96331"/>
                  <a:pt x="1788119" y="96331"/>
                </a:cubicBezTo>
                <a:cubicBezTo>
                  <a:pt x="1788119" y="96331"/>
                  <a:pt x="1797448" y="135776"/>
                  <a:pt x="1802652" y="175923"/>
                </a:cubicBezTo>
                <a:cubicBezTo>
                  <a:pt x="1804033" y="185951"/>
                  <a:pt x="1805155" y="196012"/>
                  <a:pt x="1806063" y="205464"/>
                </a:cubicBezTo>
                <a:lnTo>
                  <a:pt x="1807120" y="218372"/>
                </a:lnTo>
                <a:lnTo>
                  <a:pt x="1833582" y="218372"/>
                </a:lnTo>
                <a:lnTo>
                  <a:pt x="1840098" y="206122"/>
                </a:lnTo>
                <a:cubicBezTo>
                  <a:pt x="1847714" y="192193"/>
                  <a:pt x="1859265" y="174051"/>
                  <a:pt x="1871895" y="156454"/>
                </a:cubicBezTo>
                <a:cubicBezTo>
                  <a:pt x="1884906" y="138975"/>
                  <a:pt x="1898932" y="122043"/>
                  <a:pt x="1910419" y="109830"/>
                </a:cubicBezTo>
                <a:cubicBezTo>
                  <a:pt x="1920955" y="98438"/>
                  <a:pt x="1928698" y="90830"/>
                  <a:pt x="1929777" y="89815"/>
                </a:cubicBezTo>
                <a:cubicBezTo>
                  <a:pt x="1928634" y="91961"/>
                  <a:pt x="1910356" y="127193"/>
                  <a:pt x="1900138" y="163088"/>
                </a:cubicBezTo>
                <a:cubicBezTo>
                  <a:pt x="1894997" y="181659"/>
                  <a:pt x="1891062" y="200192"/>
                  <a:pt x="1889221" y="214121"/>
                </a:cubicBezTo>
                <a:lnTo>
                  <a:pt x="1888711" y="218372"/>
                </a:lnTo>
                <a:lnTo>
                  <a:pt x="1909838" y="218372"/>
                </a:lnTo>
                <a:lnTo>
                  <a:pt x="1959225" y="141356"/>
                </a:lnTo>
                <a:lnTo>
                  <a:pt x="1948856" y="218372"/>
                </a:lnTo>
                <a:lnTo>
                  <a:pt x="1969879" y="218372"/>
                </a:lnTo>
                <a:lnTo>
                  <a:pt x="1973188" y="199763"/>
                </a:lnTo>
                <a:cubicBezTo>
                  <a:pt x="1975663" y="181971"/>
                  <a:pt x="1978392" y="158093"/>
                  <a:pt x="1977821" y="134099"/>
                </a:cubicBezTo>
                <a:cubicBezTo>
                  <a:pt x="1977060" y="110221"/>
                  <a:pt x="1974394" y="85992"/>
                  <a:pt x="1968999" y="68240"/>
                </a:cubicBezTo>
                <a:cubicBezTo>
                  <a:pt x="1967159" y="59149"/>
                  <a:pt x="1963859" y="51930"/>
                  <a:pt x="1962145" y="46703"/>
                </a:cubicBezTo>
                <a:cubicBezTo>
                  <a:pt x="1960558" y="42137"/>
                  <a:pt x="1959479" y="39289"/>
                  <a:pt x="1959289" y="38665"/>
                </a:cubicBezTo>
                <a:cubicBezTo>
                  <a:pt x="1959797" y="39329"/>
                  <a:pt x="1961574" y="41943"/>
                  <a:pt x="1964557" y="46078"/>
                </a:cubicBezTo>
                <a:cubicBezTo>
                  <a:pt x="1967794" y="50955"/>
                  <a:pt x="1973379" y="57744"/>
                  <a:pt x="1977948" y="66445"/>
                </a:cubicBezTo>
                <a:cubicBezTo>
                  <a:pt x="1988864" y="83456"/>
                  <a:pt x="1999146" y="107334"/>
                  <a:pt x="2007524" y="131680"/>
                </a:cubicBezTo>
                <a:cubicBezTo>
                  <a:pt x="2012093" y="145179"/>
                  <a:pt x="2015584" y="158757"/>
                  <a:pt x="2018313" y="171437"/>
                </a:cubicBezTo>
                <a:cubicBezTo>
                  <a:pt x="2018884" y="168082"/>
                  <a:pt x="2019456" y="164726"/>
                  <a:pt x="2020154" y="161332"/>
                </a:cubicBezTo>
                <a:cubicBezTo>
                  <a:pt x="2025104" y="138741"/>
                  <a:pt x="2031705" y="116502"/>
                  <a:pt x="2037988" y="100155"/>
                </a:cubicBezTo>
                <a:cubicBezTo>
                  <a:pt x="2040781" y="91922"/>
                  <a:pt x="2044081" y="85211"/>
                  <a:pt x="2045921" y="80452"/>
                </a:cubicBezTo>
                <a:cubicBezTo>
                  <a:pt x="2047952" y="75730"/>
                  <a:pt x="2049095" y="73038"/>
                  <a:pt x="2049095" y="73038"/>
                </a:cubicBezTo>
                <a:cubicBezTo>
                  <a:pt x="2049095" y="73038"/>
                  <a:pt x="2048841" y="75848"/>
                  <a:pt x="2048460" y="80764"/>
                </a:cubicBezTo>
                <a:cubicBezTo>
                  <a:pt x="2048270" y="85679"/>
                  <a:pt x="2047254" y="92625"/>
                  <a:pt x="2047254" y="101013"/>
                </a:cubicBezTo>
                <a:cubicBezTo>
                  <a:pt x="2046556" y="117751"/>
                  <a:pt x="2047508" y="139990"/>
                  <a:pt x="2050047" y="161956"/>
                </a:cubicBezTo>
                <a:cubicBezTo>
                  <a:pt x="2051570" y="172959"/>
                  <a:pt x="2053474" y="183873"/>
                  <a:pt x="2055585" y="194042"/>
                </a:cubicBezTo>
                <a:lnTo>
                  <a:pt x="2061555" y="218372"/>
                </a:lnTo>
                <a:lnTo>
                  <a:pt x="2097672" y="218372"/>
                </a:lnTo>
                <a:lnTo>
                  <a:pt x="2087302" y="141356"/>
                </a:lnTo>
                <a:lnTo>
                  <a:pt x="2136689" y="218372"/>
                </a:lnTo>
                <a:lnTo>
                  <a:pt x="2157816" y="218372"/>
                </a:lnTo>
                <a:lnTo>
                  <a:pt x="2157306" y="214121"/>
                </a:lnTo>
                <a:cubicBezTo>
                  <a:pt x="2155465" y="200192"/>
                  <a:pt x="2151530" y="181659"/>
                  <a:pt x="2146390" y="163088"/>
                </a:cubicBezTo>
                <a:cubicBezTo>
                  <a:pt x="2136171" y="127193"/>
                  <a:pt x="2117893" y="91961"/>
                  <a:pt x="2116751" y="89815"/>
                </a:cubicBezTo>
                <a:cubicBezTo>
                  <a:pt x="2117829" y="90830"/>
                  <a:pt x="2125572" y="98438"/>
                  <a:pt x="2136108" y="109830"/>
                </a:cubicBezTo>
                <a:cubicBezTo>
                  <a:pt x="2147595" y="122043"/>
                  <a:pt x="2161685" y="138975"/>
                  <a:pt x="2174632" y="156454"/>
                </a:cubicBezTo>
                <a:cubicBezTo>
                  <a:pt x="2187262" y="174051"/>
                  <a:pt x="2198813" y="192193"/>
                  <a:pt x="2206429" y="206122"/>
                </a:cubicBezTo>
                <a:lnTo>
                  <a:pt x="2212945" y="218372"/>
                </a:lnTo>
                <a:lnTo>
                  <a:pt x="2239408" y="218372"/>
                </a:lnTo>
                <a:lnTo>
                  <a:pt x="2240465" y="205464"/>
                </a:lnTo>
                <a:cubicBezTo>
                  <a:pt x="2241372" y="196012"/>
                  <a:pt x="2242495" y="185951"/>
                  <a:pt x="2243875" y="175923"/>
                </a:cubicBezTo>
                <a:cubicBezTo>
                  <a:pt x="2249079" y="135776"/>
                  <a:pt x="2258409" y="96331"/>
                  <a:pt x="2258409" y="96331"/>
                </a:cubicBezTo>
                <a:cubicBezTo>
                  <a:pt x="2258409" y="96331"/>
                  <a:pt x="2264057" y="136127"/>
                  <a:pt x="2273768" y="175182"/>
                </a:cubicBezTo>
                <a:lnTo>
                  <a:pt x="2285830" y="218372"/>
                </a:lnTo>
                <a:lnTo>
                  <a:pt x="2302794" y="218372"/>
                </a:lnTo>
                <a:lnTo>
                  <a:pt x="2303371" y="211154"/>
                </a:lnTo>
                <a:cubicBezTo>
                  <a:pt x="2303626" y="208288"/>
                  <a:pt x="2303788" y="206708"/>
                  <a:pt x="2303788" y="206708"/>
                </a:cubicBezTo>
                <a:cubicBezTo>
                  <a:pt x="2303788" y="206708"/>
                  <a:pt x="2307913" y="162151"/>
                  <a:pt x="2317750" y="118453"/>
                </a:cubicBezTo>
                <a:cubicBezTo>
                  <a:pt x="2326953" y="75770"/>
                  <a:pt x="2341360" y="34256"/>
                  <a:pt x="2342122" y="32188"/>
                </a:cubicBezTo>
                <a:cubicBezTo>
                  <a:pt x="2342122" y="34062"/>
                  <a:pt x="2342122" y="76901"/>
                  <a:pt x="2347643" y="119117"/>
                </a:cubicBezTo>
                <a:cubicBezTo>
                  <a:pt x="2352847" y="162424"/>
                  <a:pt x="2363573" y="204757"/>
                  <a:pt x="2363573" y="204757"/>
                </a:cubicBezTo>
                <a:cubicBezTo>
                  <a:pt x="2363573" y="204757"/>
                  <a:pt x="2364220" y="207407"/>
                  <a:pt x="2365434" y="212027"/>
                </a:cubicBezTo>
                <a:lnTo>
                  <a:pt x="2367185" y="218372"/>
                </a:lnTo>
                <a:lnTo>
                  <a:pt x="2416218" y="218372"/>
                </a:lnTo>
                <a:lnTo>
                  <a:pt x="2416251" y="217998"/>
                </a:lnTo>
                <a:cubicBezTo>
                  <a:pt x="2417378" y="203869"/>
                  <a:pt x="2418600" y="184995"/>
                  <a:pt x="2418980" y="166014"/>
                </a:cubicBezTo>
                <a:cubicBezTo>
                  <a:pt x="2419996" y="128090"/>
                  <a:pt x="2417520" y="89854"/>
                  <a:pt x="2417520" y="89854"/>
                </a:cubicBezTo>
                <a:cubicBezTo>
                  <a:pt x="2417520" y="89854"/>
                  <a:pt x="2434720" y="126218"/>
                  <a:pt x="2448746" y="163555"/>
                </a:cubicBezTo>
                <a:cubicBezTo>
                  <a:pt x="2452967" y="174675"/>
                  <a:pt x="2456886" y="185854"/>
                  <a:pt x="2460313" y="196071"/>
                </a:cubicBezTo>
                <a:lnTo>
                  <a:pt x="2467496" y="218372"/>
                </a:lnTo>
                <a:lnTo>
                  <a:pt x="2468701" y="218372"/>
                </a:lnTo>
                <a:lnTo>
                  <a:pt x="2468548" y="215408"/>
                </a:lnTo>
                <a:cubicBezTo>
                  <a:pt x="2468548" y="215408"/>
                  <a:pt x="2466390" y="172061"/>
                  <a:pt x="2471213" y="129417"/>
                </a:cubicBezTo>
                <a:cubicBezTo>
                  <a:pt x="2475656" y="86655"/>
                  <a:pt x="2486826" y="45064"/>
                  <a:pt x="2486826" y="45064"/>
                </a:cubicBezTo>
                <a:cubicBezTo>
                  <a:pt x="2486826" y="45064"/>
                  <a:pt x="2490634" y="87358"/>
                  <a:pt x="2501106" y="128441"/>
                </a:cubicBezTo>
                <a:cubicBezTo>
                  <a:pt x="2511261" y="169681"/>
                  <a:pt x="2527762" y="209361"/>
                  <a:pt x="2527762" y="209361"/>
                </a:cubicBezTo>
                <a:cubicBezTo>
                  <a:pt x="2527762" y="209361"/>
                  <a:pt x="2528350" y="210814"/>
                  <a:pt x="2529452" y="213428"/>
                </a:cubicBezTo>
                <a:lnTo>
                  <a:pt x="2531596" y="218372"/>
                </a:lnTo>
                <a:lnTo>
                  <a:pt x="2534943" y="218372"/>
                </a:lnTo>
                <a:lnTo>
                  <a:pt x="2535288" y="215455"/>
                </a:lnTo>
                <a:cubicBezTo>
                  <a:pt x="2536493" y="205647"/>
                  <a:pt x="2539457" y="183269"/>
                  <a:pt x="2543883" y="161176"/>
                </a:cubicBezTo>
                <a:cubicBezTo>
                  <a:pt x="2549595" y="131641"/>
                  <a:pt x="2557846" y="102730"/>
                  <a:pt x="2557846" y="102730"/>
                </a:cubicBezTo>
                <a:cubicBezTo>
                  <a:pt x="2557846" y="102730"/>
                  <a:pt x="2564573" y="131874"/>
                  <a:pt x="2573776" y="160356"/>
                </a:cubicBezTo>
                <a:cubicBezTo>
                  <a:pt x="2582852" y="188955"/>
                  <a:pt x="2594276" y="216813"/>
                  <a:pt x="2594276" y="216813"/>
                </a:cubicBezTo>
                <a:lnTo>
                  <a:pt x="2594916" y="218372"/>
                </a:lnTo>
                <a:lnTo>
                  <a:pt x="2636053" y="218372"/>
                </a:lnTo>
                <a:lnTo>
                  <a:pt x="2638351" y="212690"/>
                </a:lnTo>
                <a:cubicBezTo>
                  <a:pt x="2639500" y="209660"/>
                  <a:pt x="2640099" y="207917"/>
                  <a:pt x="2640099" y="207917"/>
                </a:cubicBezTo>
                <a:cubicBezTo>
                  <a:pt x="2640099" y="207917"/>
                  <a:pt x="2642701" y="200504"/>
                  <a:pt x="2645874" y="189150"/>
                </a:cubicBezTo>
                <a:cubicBezTo>
                  <a:pt x="2649111" y="177797"/>
                  <a:pt x="2652094" y="162424"/>
                  <a:pt x="2653935" y="146779"/>
                </a:cubicBezTo>
                <a:cubicBezTo>
                  <a:pt x="2657552" y="115527"/>
                  <a:pt x="2652983" y="83378"/>
                  <a:pt x="2652983" y="83378"/>
                </a:cubicBezTo>
                <a:cubicBezTo>
                  <a:pt x="2652983" y="83378"/>
                  <a:pt x="2657679" y="90713"/>
                  <a:pt x="2664026" y="102067"/>
                </a:cubicBezTo>
                <a:cubicBezTo>
                  <a:pt x="2670436" y="113420"/>
                  <a:pt x="2677671" y="128948"/>
                  <a:pt x="2683764" y="144945"/>
                </a:cubicBezTo>
                <a:cubicBezTo>
                  <a:pt x="2695823" y="176860"/>
                  <a:pt x="2699821" y="210609"/>
                  <a:pt x="2699821" y="210609"/>
                </a:cubicBezTo>
                <a:cubicBezTo>
                  <a:pt x="2699821" y="210609"/>
                  <a:pt x="2700091" y="212706"/>
                  <a:pt x="2700448" y="216393"/>
                </a:cubicBezTo>
                <a:lnTo>
                  <a:pt x="2700597" y="218372"/>
                </a:lnTo>
                <a:lnTo>
                  <a:pt x="2703300" y="218372"/>
                </a:lnTo>
                <a:lnTo>
                  <a:pt x="2703796" y="211663"/>
                </a:lnTo>
                <a:cubicBezTo>
                  <a:pt x="2704978" y="198261"/>
                  <a:pt x="2706835" y="182166"/>
                  <a:pt x="2709722" y="166209"/>
                </a:cubicBezTo>
                <a:cubicBezTo>
                  <a:pt x="2716323" y="127466"/>
                  <a:pt x="2728826" y="89932"/>
                  <a:pt x="2728826" y="89932"/>
                </a:cubicBezTo>
                <a:cubicBezTo>
                  <a:pt x="2728826" y="89932"/>
                  <a:pt x="2731301" y="128441"/>
                  <a:pt x="2739615" y="165974"/>
                </a:cubicBezTo>
                <a:cubicBezTo>
                  <a:pt x="2743614" y="184780"/>
                  <a:pt x="2749040" y="203254"/>
                  <a:pt x="2753467" y="217027"/>
                </a:cubicBezTo>
                <a:lnTo>
                  <a:pt x="2753920" y="218372"/>
                </a:lnTo>
                <a:lnTo>
                  <a:pt x="2789410" y="218372"/>
                </a:lnTo>
                <a:lnTo>
                  <a:pt x="2791912" y="188136"/>
                </a:lnTo>
                <a:cubicBezTo>
                  <a:pt x="2794387" y="148808"/>
                  <a:pt x="2793625" y="109128"/>
                  <a:pt x="2793625" y="109128"/>
                </a:cubicBezTo>
                <a:cubicBezTo>
                  <a:pt x="2793625" y="109128"/>
                  <a:pt x="2809175" y="147325"/>
                  <a:pt x="2821678" y="186302"/>
                </a:cubicBezTo>
                <a:cubicBezTo>
                  <a:pt x="2824026" y="193325"/>
                  <a:pt x="2826247" y="200348"/>
                  <a:pt x="2828278" y="207175"/>
                </a:cubicBezTo>
                <a:lnTo>
                  <a:pt x="2843066" y="44869"/>
                </a:lnTo>
                <a:lnTo>
                  <a:pt x="2879943" y="218372"/>
                </a:lnTo>
                <a:lnTo>
                  <a:pt x="2898970" y="218372"/>
                </a:lnTo>
                <a:lnTo>
                  <a:pt x="2899425" y="214081"/>
                </a:lnTo>
                <a:cubicBezTo>
                  <a:pt x="2901456" y="181191"/>
                  <a:pt x="2896886" y="147754"/>
                  <a:pt x="2896886" y="147754"/>
                </a:cubicBezTo>
                <a:cubicBezTo>
                  <a:pt x="2896886" y="147754"/>
                  <a:pt x="2901646" y="155440"/>
                  <a:pt x="2908056" y="167301"/>
                </a:cubicBezTo>
                <a:cubicBezTo>
                  <a:pt x="2914530" y="179123"/>
                  <a:pt x="2922400" y="195159"/>
                  <a:pt x="2929127" y="211546"/>
                </a:cubicBezTo>
                <a:lnTo>
                  <a:pt x="2931509" y="218372"/>
                </a:lnTo>
                <a:lnTo>
                  <a:pt x="2946730" y="218372"/>
                </a:lnTo>
                <a:lnTo>
                  <a:pt x="2946835" y="216539"/>
                </a:lnTo>
                <a:cubicBezTo>
                  <a:pt x="2947279" y="210921"/>
                  <a:pt x="2947279" y="202962"/>
                  <a:pt x="2948421" y="193364"/>
                </a:cubicBezTo>
                <a:cubicBezTo>
                  <a:pt x="2950071" y="174246"/>
                  <a:pt x="2954197" y="148846"/>
                  <a:pt x="2959909" y="123837"/>
                </a:cubicBezTo>
                <a:cubicBezTo>
                  <a:pt x="2966129" y="98867"/>
                  <a:pt x="2973998" y="74248"/>
                  <a:pt x="2981234" y="56105"/>
                </a:cubicBezTo>
                <a:cubicBezTo>
                  <a:pt x="2984534" y="46975"/>
                  <a:pt x="2988215" y="39524"/>
                  <a:pt x="2990373" y="34256"/>
                </a:cubicBezTo>
                <a:cubicBezTo>
                  <a:pt x="2992658" y="29028"/>
                  <a:pt x="2993927" y="26024"/>
                  <a:pt x="2993927" y="26024"/>
                </a:cubicBezTo>
                <a:cubicBezTo>
                  <a:pt x="2993927" y="26024"/>
                  <a:pt x="2993546" y="29145"/>
                  <a:pt x="2992912" y="34607"/>
                </a:cubicBezTo>
                <a:cubicBezTo>
                  <a:pt x="2992404" y="40070"/>
                  <a:pt x="2990944" y="47756"/>
                  <a:pt x="2990500" y="57120"/>
                </a:cubicBezTo>
                <a:cubicBezTo>
                  <a:pt x="2988786" y="75730"/>
                  <a:pt x="2988469" y="100506"/>
                  <a:pt x="2989738" y="125086"/>
                </a:cubicBezTo>
                <a:cubicBezTo>
                  <a:pt x="2991579" y="149705"/>
                  <a:pt x="2995006" y="174051"/>
                  <a:pt x="2998941" y="192155"/>
                </a:cubicBezTo>
                <a:cubicBezTo>
                  <a:pt x="3000528" y="201206"/>
                  <a:pt x="3002812" y="208697"/>
                  <a:pt x="3003955" y="213925"/>
                </a:cubicBezTo>
                <a:lnTo>
                  <a:pt x="3005052" y="218372"/>
                </a:lnTo>
                <a:lnTo>
                  <a:pt x="3044889" y="218372"/>
                </a:lnTo>
                <a:lnTo>
                  <a:pt x="3045197" y="217067"/>
                </a:lnTo>
                <a:cubicBezTo>
                  <a:pt x="3049434" y="198692"/>
                  <a:pt x="3058632" y="156620"/>
                  <a:pt x="3064439" y="114044"/>
                </a:cubicBezTo>
                <a:cubicBezTo>
                  <a:pt x="3072690" y="57354"/>
                  <a:pt x="3074721" y="0"/>
                  <a:pt x="3074721" y="0"/>
                </a:cubicBezTo>
                <a:cubicBezTo>
                  <a:pt x="3074721" y="0"/>
                  <a:pt x="3087604" y="56652"/>
                  <a:pt x="3094332" y="114161"/>
                </a:cubicBezTo>
                <a:cubicBezTo>
                  <a:pt x="3097982" y="142897"/>
                  <a:pt x="3100060" y="171778"/>
                  <a:pt x="3101226" y="193476"/>
                </a:cubicBezTo>
                <a:lnTo>
                  <a:pt x="3102315" y="218372"/>
                </a:lnTo>
                <a:lnTo>
                  <a:pt x="3131032" y="218372"/>
                </a:lnTo>
                <a:lnTo>
                  <a:pt x="3131914" y="215700"/>
                </a:lnTo>
                <a:cubicBezTo>
                  <a:pt x="3137454" y="199143"/>
                  <a:pt x="3150437" y="161381"/>
                  <a:pt x="3165669" y="124188"/>
                </a:cubicBezTo>
                <a:cubicBezTo>
                  <a:pt x="3185026" y="76355"/>
                  <a:pt x="3208065" y="29574"/>
                  <a:pt x="3209778" y="26180"/>
                </a:cubicBezTo>
                <a:cubicBezTo>
                  <a:pt x="3209461" y="27936"/>
                  <a:pt x="3207113" y="41123"/>
                  <a:pt x="3204130" y="60007"/>
                </a:cubicBezTo>
                <a:cubicBezTo>
                  <a:pt x="3206415" y="46859"/>
                  <a:pt x="3208001" y="38509"/>
                  <a:pt x="3208001" y="38509"/>
                </a:cubicBezTo>
                <a:cubicBezTo>
                  <a:pt x="3208001" y="38509"/>
                  <a:pt x="3214538" y="84431"/>
                  <a:pt x="3223424" y="130002"/>
                </a:cubicBezTo>
                <a:cubicBezTo>
                  <a:pt x="3229993" y="164180"/>
                  <a:pt x="3237883" y="198138"/>
                  <a:pt x="3241417" y="212982"/>
                </a:cubicBezTo>
                <a:lnTo>
                  <a:pt x="3242716" y="218372"/>
                </a:lnTo>
                <a:lnTo>
                  <a:pt x="3258397" y="218372"/>
                </a:lnTo>
                <a:lnTo>
                  <a:pt x="3259346" y="198436"/>
                </a:lnTo>
                <a:cubicBezTo>
                  <a:pt x="3259536" y="163712"/>
                  <a:pt x="3253634" y="128597"/>
                  <a:pt x="3253634" y="128597"/>
                </a:cubicBezTo>
                <a:cubicBezTo>
                  <a:pt x="3253634" y="128597"/>
                  <a:pt x="3274007" y="161020"/>
                  <a:pt x="3288922" y="195393"/>
                </a:cubicBezTo>
                <a:lnTo>
                  <a:pt x="3297610" y="218372"/>
                </a:lnTo>
                <a:lnTo>
                  <a:pt x="3340482" y="218372"/>
                </a:lnTo>
                <a:lnTo>
                  <a:pt x="3343313" y="210843"/>
                </a:lnTo>
                <a:cubicBezTo>
                  <a:pt x="3349850" y="192935"/>
                  <a:pt x="3357085" y="168784"/>
                  <a:pt x="3362924" y="144282"/>
                </a:cubicBezTo>
                <a:cubicBezTo>
                  <a:pt x="3368382" y="119741"/>
                  <a:pt x="3372380" y="94965"/>
                  <a:pt x="3374221" y="76237"/>
                </a:cubicBezTo>
                <a:cubicBezTo>
                  <a:pt x="3375427" y="66874"/>
                  <a:pt x="3375617" y="59071"/>
                  <a:pt x="3376125" y="53569"/>
                </a:cubicBezTo>
                <a:cubicBezTo>
                  <a:pt x="3376506" y="48068"/>
                  <a:pt x="3376696" y="44947"/>
                  <a:pt x="3376696" y="44947"/>
                </a:cubicBezTo>
                <a:cubicBezTo>
                  <a:pt x="3376696" y="44947"/>
                  <a:pt x="3377458" y="48029"/>
                  <a:pt x="3378664" y="53452"/>
                </a:cubicBezTo>
                <a:cubicBezTo>
                  <a:pt x="3379806" y="58914"/>
                  <a:pt x="3381964" y="66679"/>
                  <a:pt x="3383551" y="76043"/>
                </a:cubicBezTo>
                <a:cubicBezTo>
                  <a:pt x="3387359" y="94770"/>
                  <a:pt x="3390786" y="119935"/>
                  <a:pt x="3392817" y="145335"/>
                </a:cubicBezTo>
                <a:cubicBezTo>
                  <a:pt x="3394404" y="170696"/>
                  <a:pt x="3394531" y="196290"/>
                  <a:pt x="3393388" y="215486"/>
                </a:cubicBezTo>
                <a:lnTo>
                  <a:pt x="3393203" y="218372"/>
                </a:lnTo>
                <a:lnTo>
                  <a:pt x="3451708" y="218372"/>
                </a:lnTo>
                <a:lnTo>
                  <a:pt x="3450698" y="206300"/>
                </a:lnTo>
                <a:cubicBezTo>
                  <a:pt x="3449981" y="195722"/>
                  <a:pt x="3449414" y="184449"/>
                  <a:pt x="3449176" y="173193"/>
                </a:cubicBezTo>
                <a:cubicBezTo>
                  <a:pt x="3447906" y="128090"/>
                  <a:pt x="3451905" y="83495"/>
                  <a:pt x="3451905" y="83495"/>
                </a:cubicBezTo>
                <a:cubicBezTo>
                  <a:pt x="3451905" y="83495"/>
                  <a:pt x="3462884" y="127583"/>
                  <a:pt x="3478815" y="170501"/>
                </a:cubicBezTo>
                <a:cubicBezTo>
                  <a:pt x="3482734" y="181269"/>
                  <a:pt x="3486955" y="191947"/>
                  <a:pt x="3491081" y="201907"/>
                </a:cubicBezTo>
                <a:lnTo>
                  <a:pt x="3498191" y="218372"/>
                </a:lnTo>
                <a:lnTo>
                  <a:pt x="3556656" y="218372"/>
                </a:lnTo>
                <a:lnTo>
                  <a:pt x="3557450" y="211428"/>
                </a:lnTo>
                <a:cubicBezTo>
                  <a:pt x="3559037" y="195276"/>
                  <a:pt x="3559545" y="173661"/>
                  <a:pt x="3558656" y="151851"/>
                </a:cubicBezTo>
                <a:cubicBezTo>
                  <a:pt x="3557260" y="130119"/>
                  <a:pt x="3554404" y="108231"/>
                  <a:pt x="3550913" y="91844"/>
                </a:cubicBezTo>
                <a:cubicBezTo>
                  <a:pt x="3549580" y="83612"/>
                  <a:pt x="3547486" y="76901"/>
                  <a:pt x="3546471" y="72102"/>
                </a:cubicBezTo>
                <a:cubicBezTo>
                  <a:pt x="3545455" y="67888"/>
                  <a:pt x="3544820" y="65274"/>
                  <a:pt x="3544693" y="64689"/>
                </a:cubicBezTo>
                <a:cubicBezTo>
                  <a:pt x="3545074" y="65235"/>
                  <a:pt x="3546534" y="67693"/>
                  <a:pt x="3548945" y="71595"/>
                </a:cubicBezTo>
                <a:cubicBezTo>
                  <a:pt x="3551548" y="76082"/>
                  <a:pt x="3555864" y="82441"/>
                  <a:pt x="3559989" y="90284"/>
                </a:cubicBezTo>
                <a:cubicBezTo>
                  <a:pt x="3568938" y="105812"/>
                  <a:pt x="3579283" y="127036"/>
                  <a:pt x="3588232" y="148730"/>
                </a:cubicBezTo>
                <a:cubicBezTo>
                  <a:pt x="3596673" y="170423"/>
                  <a:pt x="3603781" y="192622"/>
                  <a:pt x="3607843" y="209438"/>
                </a:cubicBezTo>
                <a:lnTo>
                  <a:pt x="3609872" y="218372"/>
                </a:lnTo>
                <a:lnTo>
                  <a:pt x="3665952" y="218372"/>
                </a:lnTo>
                <a:lnTo>
                  <a:pt x="3669723" y="205264"/>
                </a:lnTo>
                <a:cubicBezTo>
                  <a:pt x="3680005" y="167106"/>
                  <a:pt x="3687938" y="128402"/>
                  <a:pt x="3687938" y="128402"/>
                </a:cubicBezTo>
                <a:cubicBezTo>
                  <a:pt x="3687938" y="128402"/>
                  <a:pt x="3694983" y="167145"/>
                  <a:pt x="3699616" y="206239"/>
                </a:cubicBezTo>
                <a:lnTo>
                  <a:pt x="3700830" y="218372"/>
                </a:lnTo>
                <a:lnTo>
                  <a:pt x="3714682" y="218372"/>
                </a:lnTo>
                <a:lnTo>
                  <a:pt x="3714690" y="217583"/>
                </a:lnTo>
                <a:cubicBezTo>
                  <a:pt x="3714864" y="200650"/>
                  <a:pt x="3715102" y="178070"/>
                  <a:pt x="3715356" y="155479"/>
                </a:cubicBezTo>
                <a:cubicBezTo>
                  <a:pt x="3715039" y="110221"/>
                  <a:pt x="3714785" y="65001"/>
                  <a:pt x="3714785" y="65001"/>
                </a:cubicBezTo>
                <a:cubicBezTo>
                  <a:pt x="3714785" y="65001"/>
                  <a:pt x="3729953" y="109089"/>
                  <a:pt x="3745058" y="153177"/>
                </a:cubicBezTo>
                <a:cubicBezTo>
                  <a:pt x="3752262" y="175319"/>
                  <a:pt x="3759482" y="197451"/>
                  <a:pt x="3764900" y="214048"/>
                </a:cubicBezTo>
                <a:lnTo>
                  <a:pt x="3766313" y="218372"/>
                </a:lnTo>
                <a:lnTo>
                  <a:pt x="3795172" y="218372"/>
                </a:lnTo>
                <a:lnTo>
                  <a:pt x="3793903" y="198810"/>
                </a:lnTo>
                <a:cubicBezTo>
                  <a:pt x="3793317" y="188338"/>
                  <a:pt x="3792802" y="177172"/>
                  <a:pt x="3792468" y="166014"/>
                </a:cubicBezTo>
                <a:cubicBezTo>
                  <a:pt x="3790945" y="121379"/>
                  <a:pt x="3792405" y="76940"/>
                  <a:pt x="3792405" y="76940"/>
                </a:cubicBezTo>
                <a:cubicBezTo>
                  <a:pt x="3792405" y="76940"/>
                  <a:pt x="3805860" y="120443"/>
                  <a:pt x="3822107" y="163244"/>
                </a:cubicBezTo>
                <a:cubicBezTo>
                  <a:pt x="3826122" y="173963"/>
                  <a:pt x="3830306" y="184632"/>
                  <a:pt x="3834326" y="194605"/>
                </a:cubicBezTo>
                <a:lnTo>
                  <a:pt x="3844139" y="218372"/>
                </a:lnTo>
                <a:lnTo>
                  <a:pt x="3906964" y="218372"/>
                </a:lnTo>
                <a:lnTo>
                  <a:pt x="3907470" y="210570"/>
                </a:lnTo>
                <a:cubicBezTo>
                  <a:pt x="3909057" y="212443"/>
                  <a:pt x="3910580" y="214316"/>
                  <a:pt x="3912167" y="216188"/>
                </a:cubicBezTo>
                <a:lnTo>
                  <a:pt x="3914032" y="218372"/>
                </a:lnTo>
                <a:lnTo>
                  <a:pt x="4022706" y="218372"/>
                </a:lnTo>
                <a:lnTo>
                  <a:pt x="4029517" y="149315"/>
                </a:lnTo>
                <a:lnTo>
                  <a:pt x="4033642" y="135308"/>
                </a:lnTo>
                <a:lnTo>
                  <a:pt x="4037704" y="149315"/>
                </a:lnTo>
                <a:lnTo>
                  <a:pt x="4044548" y="218372"/>
                </a:lnTo>
                <a:lnTo>
                  <a:pt x="4153254" y="218372"/>
                </a:lnTo>
                <a:lnTo>
                  <a:pt x="4155118" y="216188"/>
                </a:lnTo>
                <a:cubicBezTo>
                  <a:pt x="4156641" y="214354"/>
                  <a:pt x="4158228" y="212482"/>
                  <a:pt x="4159751" y="210648"/>
                </a:cubicBezTo>
                <a:lnTo>
                  <a:pt x="4160283" y="218372"/>
                </a:lnTo>
                <a:lnTo>
                  <a:pt x="4223123" y="218372"/>
                </a:lnTo>
                <a:lnTo>
                  <a:pt x="4232934" y="194605"/>
                </a:lnTo>
                <a:cubicBezTo>
                  <a:pt x="4236956" y="184632"/>
                  <a:pt x="4241148" y="173963"/>
                  <a:pt x="4245178" y="163244"/>
                </a:cubicBezTo>
                <a:cubicBezTo>
                  <a:pt x="4261426" y="120443"/>
                  <a:pt x="4274881" y="76940"/>
                  <a:pt x="4274881" y="76940"/>
                </a:cubicBezTo>
                <a:cubicBezTo>
                  <a:pt x="4274881" y="76940"/>
                  <a:pt x="4276277" y="121379"/>
                  <a:pt x="4274817" y="166014"/>
                </a:cubicBezTo>
                <a:cubicBezTo>
                  <a:pt x="4274484" y="177172"/>
                  <a:pt x="4273969" y="188338"/>
                  <a:pt x="4273382" y="198810"/>
                </a:cubicBezTo>
                <a:lnTo>
                  <a:pt x="4272114" y="218372"/>
                </a:lnTo>
                <a:lnTo>
                  <a:pt x="4302946" y="218372"/>
                </a:lnTo>
                <a:lnTo>
                  <a:pt x="4345964" y="90946"/>
                </a:lnTo>
                <a:lnTo>
                  <a:pt x="4350088" y="218372"/>
                </a:lnTo>
                <a:lnTo>
                  <a:pt x="4366405" y="218372"/>
                </a:lnTo>
                <a:lnTo>
                  <a:pt x="4367606" y="206239"/>
                </a:lnTo>
                <a:cubicBezTo>
                  <a:pt x="4372303" y="167145"/>
                  <a:pt x="4379347" y="128402"/>
                  <a:pt x="4379347" y="128402"/>
                </a:cubicBezTo>
                <a:cubicBezTo>
                  <a:pt x="4379347" y="128402"/>
                  <a:pt x="4387282" y="167106"/>
                  <a:pt x="4397499" y="205264"/>
                </a:cubicBezTo>
                <a:lnTo>
                  <a:pt x="4401285" y="218372"/>
                </a:lnTo>
                <a:lnTo>
                  <a:pt x="4457415" y="218372"/>
                </a:lnTo>
                <a:lnTo>
                  <a:pt x="4459442" y="209438"/>
                </a:lnTo>
                <a:cubicBezTo>
                  <a:pt x="4463505" y="192622"/>
                  <a:pt x="4470550" y="170423"/>
                  <a:pt x="4479054" y="148730"/>
                </a:cubicBezTo>
                <a:cubicBezTo>
                  <a:pt x="4488003" y="127036"/>
                  <a:pt x="4498349" y="105812"/>
                  <a:pt x="4507296" y="90284"/>
                </a:cubicBezTo>
                <a:cubicBezTo>
                  <a:pt x="4511422" y="82441"/>
                  <a:pt x="4515738" y="76082"/>
                  <a:pt x="4518340" y="71595"/>
                </a:cubicBezTo>
                <a:cubicBezTo>
                  <a:pt x="4520751" y="67693"/>
                  <a:pt x="4522212" y="65235"/>
                  <a:pt x="4522592" y="64689"/>
                </a:cubicBezTo>
                <a:cubicBezTo>
                  <a:pt x="4522465" y="65274"/>
                  <a:pt x="4521831" y="67888"/>
                  <a:pt x="4520816" y="72102"/>
                </a:cubicBezTo>
                <a:cubicBezTo>
                  <a:pt x="4519801" y="76901"/>
                  <a:pt x="4517705" y="83612"/>
                  <a:pt x="4516309" y="91844"/>
                </a:cubicBezTo>
                <a:cubicBezTo>
                  <a:pt x="4512882" y="108231"/>
                  <a:pt x="4510025" y="130119"/>
                  <a:pt x="4508629" y="151851"/>
                </a:cubicBezTo>
                <a:cubicBezTo>
                  <a:pt x="4507678" y="173661"/>
                  <a:pt x="4508249" y="195276"/>
                  <a:pt x="4509835" y="211428"/>
                </a:cubicBezTo>
                <a:lnTo>
                  <a:pt x="4510629" y="218372"/>
                </a:lnTo>
                <a:lnTo>
                  <a:pt x="4569056" y="218372"/>
                </a:lnTo>
                <a:lnTo>
                  <a:pt x="4576152" y="201907"/>
                </a:lnTo>
                <a:cubicBezTo>
                  <a:pt x="4580272" y="191947"/>
                  <a:pt x="4584489" y="181269"/>
                  <a:pt x="4588408" y="170501"/>
                </a:cubicBezTo>
                <a:cubicBezTo>
                  <a:pt x="4604401" y="127583"/>
                  <a:pt x="4615382" y="83495"/>
                  <a:pt x="4615382" y="83495"/>
                </a:cubicBezTo>
                <a:cubicBezTo>
                  <a:pt x="4615382" y="83495"/>
                  <a:pt x="4619379" y="128090"/>
                  <a:pt x="4618110" y="173193"/>
                </a:cubicBezTo>
                <a:cubicBezTo>
                  <a:pt x="4617872" y="184449"/>
                  <a:pt x="4617301" y="195722"/>
                  <a:pt x="4616578" y="206300"/>
                </a:cubicBezTo>
                <a:lnTo>
                  <a:pt x="4615559" y="218372"/>
                </a:lnTo>
                <a:lnTo>
                  <a:pt x="4674083" y="218372"/>
                </a:lnTo>
                <a:lnTo>
                  <a:pt x="4673897" y="215486"/>
                </a:lnTo>
                <a:cubicBezTo>
                  <a:pt x="4672755" y="196290"/>
                  <a:pt x="4672882" y="170696"/>
                  <a:pt x="4674469" y="145335"/>
                </a:cubicBezTo>
                <a:cubicBezTo>
                  <a:pt x="4676436" y="119935"/>
                  <a:pt x="4679927" y="94770"/>
                  <a:pt x="4683734" y="76043"/>
                </a:cubicBezTo>
                <a:cubicBezTo>
                  <a:pt x="4685258" y="66679"/>
                  <a:pt x="4687479" y="58914"/>
                  <a:pt x="4688623" y="53452"/>
                </a:cubicBezTo>
                <a:cubicBezTo>
                  <a:pt x="4689827" y="48029"/>
                  <a:pt x="4690525" y="44947"/>
                  <a:pt x="4690525" y="44947"/>
                </a:cubicBezTo>
                <a:cubicBezTo>
                  <a:pt x="4690525" y="44947"/>
                  <a:pt x="4690780" y="48068"/>
                  <a:pt x="4691161" y="53569"/>
                </a:cubicBezTo>
                <a:cubicBezTo>
                  <a:pt x="4691668" y="59071"/>
                  <a:pt x="4691795" y="66874"/>
                  <a:pt x="4693064" y="76237"/>
                </a:cubicBezTo>
                <a:cubicBezTo>
                  <a:pt x="4694841" y="94965"/>
                  <a:pt x="4698903" y="119741"/>
                  <a:pt x="4704299" y="144282"/>
                </a:cubicBezTo>
                <a:cubicBezTo>
                  <a:pt x="4710200" y="168784"/>
                  <a:pt x="4717372" y="192935"/>
                  <a:pt x="4723973" y="210843"/>
                </a:cubicBezTo>
                <a:lnTo>
                  <a:pt x="4726805" y="218372"/>
                </a:lnTo>
                <a:lnTo>
                  <a:pt x="4769623" y="218372"/>
                </a:lnTo>
                <a:lnTo>
                  <a:pt x="4778300" y="195393"/>
                </a:lnTo>
                <a:cubicBezTo>
                  <a:pt x="4793278" y="161020"/>
                  <a:pt x="4813651" y="128597"/>
                  <a:pt x="4813651" y="128597"/>
                </a:cubicBezTo>
                <a:cubicBezTo>
                  <a:pt x="4813651" y="128597"/>
                  <a:pt x="4807750" y="163712"/>
                  <a:pt x="4807939" y="198436"/>
                </a:cubicBezTo>
                <a:lnTo>
                  <a:pt x="4808877" y="218372"/>
                </a:lnTo>
                <a:lnTo>
                  <a:pt x="4824571" y="218372"/>
                </a:lnTo>
                <a:lnTo>
                  <a:pt x="4825870" y="212982"/>
                </a:lnTo>
                <a:cubicBezTo>
                  <a:pt x="4829404" y="198138"/>
                  <a:pt x="4837293" y="164180"/>
                  <a:pt x="4843863" y="130002"/>
                </a:cubicBezTo>
                <a:cubicBezTo>
                  <a:pt x="4852748" y="84431"/>
                  <a:pt x="4859284" y="38509"/>
                  <a:pt x="4859284" y="38509"/>
                </a:cubicBezTo>
                <a:cubicBezTo>
                  <a:pt x="4859284" y="38509"/>
                  <a:pt x="4861125" y="48575"/>
                  <a:pt x="4863791" y="64025"/>
                </a:cubicBezTo>
                <a:cubicBezTo>
                  <a:pt x="4860300" y="41552"/>
                  <a:pt x="4857380" y="25985"/>
                  <a:pt x="4857380" y="25985"/>
                </a:cubicBezTo>
                <a:cubicBezTo>
                  <a:pt x="4857380" y="25985"/>
                  <a:pt x="4881498" y="74521"/>
                  <a:pt x="4901617" y="124188"/>
                </a:cubicBezTo>
                <a:cubicBezTo>
                  <a:pt x="4916849" y="161381"/>
                  <a:pt x="4929797" y="199143"/>
                  <a:pt x="4935318" y="215700"/>
                </a:cubicBezTo>
                <a:lnTo>
                  <a:pt x="4936197" y="218372"/>
                </a:lnTo>
                <a:lnTo>
                  <a:pt x="4964971" y="218372"/>
                </a:lnTo>
                <a:lnTo>
                  <a:pt x="4966060" y="193476"/>
                </a:lnTo>
                <a:cubicBezTo>
                  <a:pt x="4967226" y="171778"/>
                  <a:pt x="4969304" y="142897"/>
                  <a:pt x="4972953" y="114161"/>
                </a:cubicBezTo>
                <a:cubicBezTo>
                  <a:pt x="4979681" y="56652"/>
                  <a:pt x="4992565" y="0"/>
                  <a:pt x="4992565" y="0"/>
                </a:cubicBezTo>
                <a:cubicBezTo>
                  <a:pt x="4992565" y="0"/>
                  <a:pt x="4994596" y="57354"/>
                  <a:pt x="5002846" y="114044"/>
                </a:cubicBezTo>
                <a:cubicBezTo>
                  <a:pt x="5008654" y="156620"/>
                  <a:pt x="5017853" y="198692"/>
                  <a:pt x="5022089" y="217067"/>
                </a:cubicBezTo>
                <a:lnTo>
                  <a:pt x="5022398" y="218372"/>
                </a:lnTo>
                <a:lnTo>
                  <a:pt x="5062234" y="218372"/>
                </a:lnTo>
                <a:lnTo>
                  <a:pt x="5063332" y="213925"/>
                </a:lnTo>
                <a:cubicBezTo>
                  <a:pt x="5064474" y="208697"/>
                  <a:pt x="5066758" y="201206"/>
                  <a:pt x="5068344" y="192155"/>
                </a:cubicBezTo>
                <a:cubicBezTo>
                  <a:pt x="5072279" y="174051"/>
                  <a:pt x="5075706" y="149705"/>
                  <a:pt x="5077547" y="125086"/>
                </a:cubicBezTo>
                <a:cubicBezTo>
                  <a:pt x="5078816" y="100506"/>
                  <a:pt x="5078499" y="75730"/>
                  <a:pt x="5076786" y="57120"/>
                </a:cubicBezTo>
                <a:cubicBezTo>
                  <a:pt x="5076341" y="47756"/>
                  <a:pt x="5074881" y="40070"/>
                  <a:pt x="5074374" y="34607"/>
                </a:cubicBezTo>
                <a:cubicBezTo>
                  <a:pt x="5073739" y="29145"/>
                  <a:pt x="5073359" y="26024"/>
                  <a:pt x="5073359" y="26024"/>
                </a:cubicBezTo>
                <a:cubicBezTo>
                  <a:pt x="5073359" y="26024"/>
                  <a:pt x="5074628" y="29028"/>
                  <a:pt x="5076912" y="34256"/>
                </a:cubicBezTo>
                <a:cubicBezTo>
                  <a:pt x="5079008" y="39524"/>
                  <a:pt x="5082751" y="46975"/>
                  <a:pt x="5086053" y="56105"/>
                </a:cubicBezTo>
                <a:cubicBezTo>
                  <a:pt x="5093287" y="74248"/>
                  <a:pt x="5101158" y="98867"/>
                  <a:pt x="5107376" y="123837"/>
                </a:cubicBezTo>
                <a:cubicBezTo>
                  <a:pt x="5113088" y="148846"/>
                  <a:pt x="5117214" y="174246"/>
                  <a:pt x="5118801" y="193364"/>
                </a:cubicBezTo>
                <a:cubicBezTo>
                  <a:pt x="5120007" y="202962"/>
                  <a:pt x="5120007" y="210921"/>
                  <a:pt x="5120451" y="216539"/>
                </a:cubicBezTo>
                <a:lnTo>
                  <a:pt x="5120556" y="218372"/>
                </a:lnTo>
                <a:lnTo>
                  <a:pt x="5135777" y="218372"/>
                </a:lnTo>
                <a:lnTo>
                  <a:pt x="5138159" y="211546"/>
                </a:lnTo>
                <a:cubicBezTo>
                  <a:pt x="5144822" y="195159"/>
                  <a:pt x="5152755" y="179123"/>
                  <a:pt x="5159229" y="167301"/>
                </a:cubicBezTo>
                <a:cubicBezTo>
                  <a:pt x="5165639" y="155440"/>
                  <a:pt x="5170399" y="147754"/>
                  <a:pt x="5170399" y="147754"/>
                </a:cubicBezTo>
                <a:cubicBezTo>
                  <a:pt x="5170399" y="147754"/>
                  <a:pt x="5165830" y="181191"/>
                  <a:pt x="5167860" y="214081"/>
                </a:cubicBezTo>
                <a:lnTo>
                  <a:pt x="5168316" y="218372"/>
                </a:lnTo>
                <a:lnTo>
                  <a:pt x="5187343" y="218372"/>
                </a:lnTo>
                <a:lnTo>
                  <a:pt x="5224219" y="44869"/>
                </a:lnTo>
                <a:lnTo>
                  <a:pt x="5238944" y="207175"/>
                </a:lnTo>
                <a:cubicBezTo>
                  <a:pt x="5241039" y="200348"/>
                  <a:pt x="5243259" y="193325"/>
                  <a:pt x="5245608" y="186302"/>
                </a:cubicBezTo>
                <a:cubicBezTo>
                  <a:pt x="5258047" y="147325"/>
                  <a:pt x="5273660" y="109128"/>
                  <a:pt x="5273660" y="109128"/>
                </a:cubicBezTo>
                <a:cubicBezTo>
                  <a:pt x="5273660" y="109128"/>
                  <a:pt x="5272898" y="148808"/>
                  <a:pt x="5275374" y="188136"/>
                </a:cubicBezTo>
                <a:lnTo>
                  <a:pt x="5277877" y="218372"/>
                </a:lnTo>
                <a:lnTo>
                  <a:pt x="5313344" y="218372"/>
                </a:lnTo>
                <a:lnTo>
                  <a:pt x="5313796" y="217027"/>
                </a:lnTo>
                <a:cubicBezTo>
                  <a:pt x="5318214" y="203254"/>
                  <a:pt x="5323640" y="184780"/>
                  <a:pt x="5327670" y="165974"/>
                </a:cubicBezTo>
                <a:cubicBezTo>
                  <a:pt x="5335984" y="128441"/>
                  <a:pt x="5338396" y="89932"/>
                  <a:pt x="5338396" y="89932"/>
                </a:cubicBezTo>
                <a:cubicBezTo>
                  <a:pt x="5338396" y="89932"/>
                  <a:pt x="5350962" y="127466"/>
                  <a:pt x="5357563" y="166209"/>
                </a:cubicBezTo>
                <a:cubicBezTo>
                  <a:pt x="5360451" y="182166"/>
                  <a:pt x="5362292" y="198261"/>
                  <a:pt x="5363466" y="211663"/>
                </a:cubicBezTo>
                <a:lnTo>
                  <a:pt x="5363961" y="218372"/>
                </a:lnTo>
                <a:lnTo>
                  <a:pt x="5366689" y="218372"/>
                </a:lnTo>
                <a:lnTo>
                  <a:pt x="5366838" y="216393"/>
                </a:lnTo>
                <a:cubicBezTo>
                  <a:pt x="5367195" y="212706"/>
                  <a:pt x="5367464" y="210609"/>
                  <a:pt x="5367464" y="210609"/>
                </a:cubicBezTo>
                <a:cubicBezTo>
                  <a:pt x="5367464" y="210609"/>
                  <a:pt x="5371464" y="176860"/>
                  <a:pt x="5383521" y="144945"/>
                </a:cubicBezTo>
                <a:cubicBezTo>
                  <a:pt x="5389614" y="128948"/>
                  <a:pt x="5396850" y="113420"/>
                  <a:pt x="5403260" y="102067"/>
                </a:cubicBezTo>
                <a:cubicBezTo>
                  <a:pt x="5409606" y="90713"/>
                  <a:pt x="5414303" y="83378"/>
                  <a:pt x="5414303" y="83378"/>
                </a:cubicBezTo>
                <a:cubicBezTo>
                  <a:pt x="5414303" y="83378"/>
                  <a:pt x="5409733" y="115527"/>
                  <a:pt x="5413351" y="146779"/>
                </a:cubicBezTo>
                <a:cubicBezTo>
                  <a:pt x="5415191" y="162424"/>
                  <a:pt x="5418175" y="177797"/>
                  <a:pt x="5421411" y="189150"/>
                </a:cubicBezTo>
                <a:cubicBezTo>
                  <a:pt x="5424584" y="200504"/>
                  <a:pt x="5427187" y="207917"/>
                  <a:pt x="5427187" y="207917"/>
                </a:cubicBezTo>
                <a:cubicBezTo>
                  <a:pt x="5427187" y="207917"/>
                  <a:pt x="5427785" y="209660"/>
                  <a:pt x="5428935" y="212690"/>
                </a:cubicBezTo>
                <a:lnTo>
                  <a:pt x="5431232" y="218372"/>
                </a:lnTo>
                <a:lnTo>
                  <a:pt x="5472367" y="218372"/>
                </a:lnTo>
                <a:lnTo>
                  <a:pt x="5473010" y="216813"/>
                </a:lnTo>
                <a:cubicBezTo>
                  <a:pt x="5473010" y="216813"/>
                  <a:pt x="5484434" y="188955"/>
                  <a:pt x="5493509" y="160356"/>
                </a:cubicBezTo>
                <a:cubicBezTo>
                  <a:pt x="5502712" y="131874"/>
                  <a:pt x="5509440" y="102730"/>
                  <a:pt x="5509440" y="102730"/>
                </a:cubicBezTo>
                <a:cubicBezTo>
                  <a:pt x="5509440" y="102730"/>
                  <a:pt x="5517627" y="131641"/>
                  <a:pt x="5523402" y="161176"/>
                </a:cubicBezTo>
                <a:cubicBezTo>
                  <a:pt x="5527830" y="183269"/>
                  <a:pt x="5530793" y="205647"/>
                  <a:pt x="5531998" y="215455"/>
                </a:cubicBezTo>
                <a:lnTo>
                  <a:pt x="5532342" y="218372"/>
                </a:lnTo>
                <a:lnTo>
                  <a:pt x="5535689" y="218372"/>
                </a:lnTo>
                <a:lnTo>
                  <a:pt x="5537834" y="213428"/>
                </a:lnTo>
                <a:cubicBezTo>
                  <a:pt x="5538936" y="210814"/>
                  <a:pt x="5539523" y="209361"/>
                  <a:pt x="5539523" y="209361"/>
                </a:cubicBezTo>
                <a:cubicBezTo>
                  <a:pt x="5539523" y="209361"/>
                  <a:pt x="5556024" y="169681"/>
                  <a:pt x="5566179" y="128441"/>
                </a:cubicBezTo>
                <a:cubicBezTo>
                  <a:pt x="5576651" y="87358"/>
                  <a:pt x="5580460" y="45064"/>
                  <a:pt x="5580460" y="45064"/>
                </a:cubicBezTo>
                <a:cubicBezTo>
                  <a:pt x="5580460" y="45064"/>
                  <a:pt x="5591629" y="86655"/>
                  <a:pt x="5596072" y="129417"/>
                </a:cubicBezTo>
                <a:cubicBezTo>
                  <a:pt x="5600832" y="172061"/>
                  <a:pt x="5598738" y="215408"/>
                  <a:pt x="5598738" y="215408"/>
                </a:cubicBezTo>
                <a:lnTo>
                  <a:pt x="5598560" y="218372"/>
                </a:lnTo>
                <a:lnTo>
                  <a:pt x="5599732" y="218372"/>
                </a:lnTo>
                <a:lnTo>
                  <a:pt x="5606941" y="196071"/>
                </a:lnTo>
                <a:cubicBezTo>
                  <a:pt x="5610384" y="185854"/>
                  <a:pt x="5614319" y="174675"/>
                  <a:pt x="5618539" y="163555"/>
                </a:cubicBezTo>
                <a:cubicBezTo>
                  <a:pt x="5632566" y="126218"/>
                  <a:pt x="5649765" y="89854"/>
                  <a:pt x="5649765" y="89854"/>
                </a:cubicBezTo>
                <a:cubicBezTo>
                  <a:pt x="5649765" y="89854"/>
                  <a:pt x="5647290" y="128090"/>
                  <a:pt x="5648242" y="166014"/>
                </a:cubicBezTo>
                <a:cubicBezTo>
                  <a:pt x="5648655" y="184995"/>
                  <a:pt x="5649892" y="203869"/>
                  <a:pt x="5651027" y="217998"/>
                </a:cubicBezTo>
                <a:lnTo>
                  <a:pt x="5651060" y="218372"/>
                </a:lnTo>
                <a:lnTo>
                  <a:pt x="5700101" y="218372"/>
                </a:lnTo>
                <a:lnTo>
                  <a:pt x="5701852" y="212027"/>
                </a:lnTo>
                <a:cubicBezTo>
                  <a:pt x="5703066" y="207407"/>
                  <a:pt x="5703712" y="204757"/>
                  <a:pt x="5703712" y="204757"/>
                </a:cubicBezTo>
                <a:cubicBezTo>
                  <a:pt x="5703712" y="204757"/>
                  <a:pt x="5714438" y="162424"/>
                  <a:pt x="5719643" y="119117"/>
                </a:cubicBezTo>
                <a:cubicBezTo>
                  <a:pt x="5725164" y="75926"/>
                  <a:pt x="5725164" y="32110"/>
                  <a:pt x="5725164" y="32110"/>
                </a:cubicBezTo>
                <a:cubicBezTo>
                  <a:pt x="5725164" y="32110"/>
                  <a:pt x="5740078" y="74677"/>
                  <a:pt x="5749535" y="118453"/>
                </a:cubicBezTo>
                <a:cubicBezTo>
                  <a:pt x="5759309" y="162151"/>
                  <a:pt x="5763498" y="206708"/>
                  <a:pt x="5763498" y="206708"/>
                </a:cubicBezTo>
                <a:cubicBezTo>
                  <a:pt x="5763498" y="206708"/>
                  <a:pt x="5763661" y="208288"/>
                  <a:pt x="5763916" y="211154"/>
                </a:cubicBezTo>
                <a:lnTo>
                  <a:pt x="5764492" y="218372"/>
                </a:lnTo>
                <a:lnTo>
                  <a:pt x="5781430" y="218372"/>
                </a:lnTo>
                <a:lnTo>
                  <a:pt x="5793518" y="175182"/>
                </a:lnTo>
                <a:cubicBezTo>
                  <a:pt x="5803164" y="136127"/>
                  <a:pt x="5808877" y="96331"/>
                  <a:pt x="5808877" y="96331"/>
                </a:cubicBezTo>
                <a:cubicBezTo>
                  <a:pt x="5808877" y="96331"/>
                  <a:pt x="5818143" y="135776"/>
                  <a:pt x="5823410" y="175923"/>
                </a:cubicBezTo>
                <a:cubicBezTo>
                  <a:pt x="5824791" y="185951"/>
                  <a:pt x="5825913" y="196012"/>
                  <a:pt x="5826821" y="205464"/>
                </a:cubicBezTo>
                <a:lnTo>
                  <a:pt x="5827878" y="218372"/>
                </a:lnTo>
                <a:lnTo>
                  <a:pt x="5854340" y="218372"/>
                </a:lnTo>
                <a:lnTo>
                  <a:pt x="5860856" y="206122"/>
                </a:lnTo>
                <a:cubicBezTo>
                  <a:pt x="5868472" y="192193"/>
                  <a:pt x="5880023" y="174051"/>
                  <a:pt x="5892590" y="156454"/>
                </a:cubicBezTo>
                <a:cubicBezTo>
                  <a:pt x="5905600" y="138975"/>
                  <a:pt x="5919690" y="122043"/>
                  <a:pt x="5931114" y="109830"/>
                </a:cubicBezTo>
                <a:cubicBezTo>
                  <a:pt x="5941713" y="98438"/>
                  <a:pt x="5949456" y="90830"/>
                  <a:pt x="5950535" y="89815"/>
                </a:cubicBezTo>
                <a:cubicBezTo>
                  <a:pt x="5949393" y="91961"/>
                  <a:pt x="5931052" y="127193"/>
                  <a:pt x="5920896" y="163088"/>
                </a:cubicBezTo>
                <a:cubicBezTo>
                  <a:pt x="5915693" y="181659"/>
                  <a:pt x="5911820" y="200192"/>
                  <a:pt x="5909979" y="214121"/>
                </a:cubicBezTo>
                <a:lnTo>
                  <a:pt x="5909469" y="218372"/>
                </a:lnTo>
                <a:lnTo>
                  <a:pt x="5930597" y="218372"/>
                </a:lnTo>
                <a:lnTo>
                  <a:pt x="5979984" y="141356"/>
                </a:lnTo>
                <a:lnTo>
                  <a:pt x="5969615" y="218372"/>
                </a:lnTo>
                <a:lnTo>
                  <a:pt x="5990637" y="218372"/>
                </a:lnTo>
                <a:lnTo>
                  <a:pt x="5993946" y="199763"/>
                </a:lnTo>
                <a:cubicBezTo>
                  <a:pt x="5996421" y="181971"/>
                  <a:pt x="5999150" y="158093"/>
                  <a:pt x="5998579" y="134099"/>
                </a:cubicBezTo>
                <a:cubicBezTo>
                  <a:pt x="5997754" y="110221"/>
                  <a:pt x="5995152" y="85992"/>
                  <a:pt x="5989757" y="68240"/>
                </a:cubicBezTo>
                <a:cubicBezTo>
                  <a:pt x="5987853" y="59149"/>
                  <a:pt x="5984554" y="51930"/>
                  <a:pt x="5982903" y="46703"/>
                </a:cubicBezTo>
                <a:cubicBezTo>
                  <a:pt x="5981253" y="42137"/>
                  <a:pt x="5980237" y="39289"/>
                  <a:pt x="5980047" y="38665"/>
                </a:cubicBezTo>
                <a:cubicBezTo>
                  <a:pt x="5980555" y="39329"/>
                  <a:pt x="5982332" y="41943"/>
                  <a:pt x="5985315" y="46078"/>
                </a:cubicBezTo>
                <a:cubicBezTo>
                  <a:pt x="5988552" y="50955"/>
                  <a:pt x="5994073" y="57744"/>
                  <a:pt x="5998706" y="66445"/>
                </a:cubicBezTo>
                <a:cubicBezTo>
                  <a:pt x="6009623" y="83456"/>
                  <a:pt x="6019842" y="107334"/>
                  <a:pt x="6028282" y="131680"/>
                </a:cubicBezTo>
                <a:cubicBezTo>
                  <a:pt x="6032851" y="145179"/>
                  <a:pt x="6036279" y="158757"/>
                  <a:pt x="6039071" y="171437"/>
                </a:cubicBezTo>
                <a:cubicBezTo>
                  <a:pt x="6039642" y="168082"/>
                  <a:pt x="6040214" y="164726"/>
                  <a:pt x="6040848" y="161332"/>
                </a:cubicBezTo>
                <a:cubicBezTo>
                  <a:pt x="6045862" y="138741"/>
                  <a:pt x="6052463" y="116502"/>
                  <a:pt x="6058746" y="100155"/>
                </a:cubicBezTo>
                <a:cubicBezTo>
                  <a:pt x="6061539" y="91922"/>
                  <a:pt x="6064839" y="85211"/>
                  <a:pt x="6066679" y="80452"/>
                </a:cubicBezTo>
                <a:cubicBezTo>
                  <a:pt x="6068710" y="75730"/>
                  <a:pt x="6069789" y="73038"/>
                  <a:pt x="6069789" y="73038"/>
                </a:cubicBezTo>
                <a:cubicBezTo>
                  <a:pt x="6069789" y="73038"/>
                  <a:pt x="6069599" y="75848"/>
                  <a:pt x="6069218" y="80764"/>
                </a:cubicBezTo>
                <a:cubicBezTo>
                  <a:pt x="6069028" y="85679"/>
                  <a:pt x="6068012" y="92625"/>
                  <a:pt x="6068012" y="101013"/>
                </a:cubicBezTo>
                <a:cubicBezTo>
                  <a:pt x="6067314" y="117751"/>
                  <a:pt x="6068266" y="139990"/>
                  <a:pt x="6070806" y="161956"/>
                </a:cubicBezTo>
                <a:cubicBezTo>
                  <a:pt x="6072297" y="172959"/>
                  <a:pt x="6074201" y="183873"/>
                  <a:pt x="6076319" y="194042"/>
                </a:cubicBezTo>
                <a:lnTo>
                  <a:pt x="6082310" y="218372"/>
                </a:lnTo>
                <a:lnTo>
                  <a:pt x="6118430" y="218372"/>
                </a:lnTo>
                <a:lnTo>
                  <a:pt x="6108060" y="141356"/>
                </a:lnTo>
                <a:lnTo>
                  <a:pt x="6157447" y="218372"/>
                </a:lnTo>
                <a:lnTo>
                  <a:pt x="6178574" y="218372"/>
                </a:lnTo>
                <a:lnTo>
                  <a:pt x="6178064" y="214121"/>
                </a:lnTo>
                <a:cubicBezTo>
                  <a:pt x="6176160" y="200192"/>
                  <a:pt x="6172288" y="181659"/>
                  <a:pt x="6167084" y="163088"/>
                </a:cubicBezTo>
                <a:cubicBezTo>
                  <a:pt x="6156930" y="127193"/>
                  <a:pt x="6138651" y="91961"/>
                  <a:pt x="6137509" y="89815"/>
                </a:cubicBezTo>
                <a:cubicBezTo>
                  <a:pt x="6138587" y="90830"/>
                  <a:pt x="6146330" y="98438"/>
                  <a:pt x="6156866" y="109830"/>
                </a:cubicBezTo>
                <a:cubicBezTo>
                  <a:pt x="6168353" y="122043"/>
                  <a:pt x="6182379" y="138975"/>
                  <a:pt x="6195390" y="156454"/>
                </a:cubicBezTo>
                <a:cubicBezTo>
                  <a:pt x="6208020" y="174051"/>
                  <a:pt x="6219508" y="192193"/>
                  <a:pt x="6227124" y="206122"/>
                </a:cubicBezTo>
                <a:lnTo>
                  <a:pt x="6233681" y="218372"/>
                </a:lnTo>
                <a:lnTo>
                  <a:pt x="6260148" y="218372"/>
                </a:lnTo>
                <a:lnTo>
                  <a:pt x="6261196" y="205464"/>
                </a:lnTo>
                <a:cubicBezTo>
                  <a:pt x="6262094" y="196012"/>
                  <a:pt x="6263205" y="185951"/>
                  <a:pt x="6264569" y="175923"/>
                </a:cubicBezTo>
                <a:cubicBezTo>
                  <a:pt x="6269837" y="135776"/>
                  <a:pt x="6279167" y="96331"/>
                  <a:pt x="6279167" y="96331"/>
                </a:cubicBezTo>
                <a:cubicBezTo>
                  <a:pt x="6279167" y="96331"/>
                  <a:pt x="6284815" y="136127"/>
                  <a:pt x="6294526" y="175182"/>
                </a:cubicBezTo>
                <a:lnTo>
                  <a:pt x="6306569" y="218372"/>
                </a:lnTo>
                <a:lnTo>
                  <a:pt x="6323511" y="218372"/>
                </a:lnTo>
                <a:lnTo>
                  <a:pt x="6324075" y="211154"/>
                </a:lnTo>
                <a:cubicBezTo>
                  <a:pt x="6324324" y="208288"/>
                  <a:pt x="6324482" y="206708"/>
                  <a:pt x="6324482" y="206708"/>
                </a:cubicBezTo>
                <a:cubicBezTo>
                  <a:pt x="6324482" y="206708"/>
                  <a:pt x="6328671" y="162151"/>
                  <a:pt x="6338445" y="118453"/>
                </a:cubicBezTo>
                <a:cubicBezTo>
                  <a:pt x="6347711" y="75770"/>
                  <a:pt x="6362118" y="34256"/>
                  <a:pt x="6362879" y="32188"/>
                </a:cubicBezTo>
                <a:cubicBezTo>
                  <a:pt x="6362879" y="34062"/>
                  <a:pt x="6362943" y="76901"/>
                  <a:pt x="6368401" y="119117"/>
                </a:cubicBezTo>
                <a:cubicBezTo>
                  <a:pt x="6373605" y="162424"/>
                  <a:pt x="6384268" y="204757"/>
                  <a:pt x="6384268" y="204757"/>
                </a:cubicBezTo>
                <a:cubicBezTo>
                  <a:pt x="6384268" y="204757"/>
                  <a:pt x="6384919" y="207407"/>
                  <a:pt x="6386138" y="212027"/>
                </a:cubicBezTo>
                <a:lnTo>
                  <a:pt x="6387896" y="218372"/>
                </a:lnTo>
                <a:lnTo>
                  <a:pt x="6436976" y="218372"/>
                </a:lnTo>
                <a:lnTo>
                  <a:pt x="6437009" y="217998"/>
                </a:lnTo>
                <a:cubicBezTo>
                  <a:pt x="6438136" y="203869"/>
                  <a:pt x="6439358" y="184995"/>
                  <a:pt x="6439738" y="166014"/>
                </a:cubicBezTo>
                <a:cubicBezTo>
                  <a:pt x="6440754" y="128090"/>
                  <a:pt x="6438278" y="89854"/>
                  <a:pt x="6438278" y="89854"/>
                </a:cubicBezTo>
                <a:cubicBezTo>
                  <a:pt x="6438278" y="89854"/>
                  <a:pt x="6455478" y="126218"/>
                  <a:pt x="6469441" y="163555"/>
                </a:cubicBezTo>
                <a:cubicBezTo>
                  <a:pt x="6473693" y="174675"/>
                  <a:pt x="6477628" y="185854"/>
                  <a:pt x="6481063" y="196071"/>
                </a:cubicBezTo>
                <a:lnTo>
                  <a:pt x="6488253" y="218372"/>
                </a:lnTo>
                <a:lnTo>
                  <a:pt x="6489459" y="218372"/>
                </a:lnTo>
                <a:lnTo>
                  <a:pt x="6489306" y="215408"/>
                </a:lnTo>
                <a:cubicBezTo>
                  <a:pt x="6489306" y="215408"/>
                  <a:pt x="6487148" y="172061"/>
                  <a:pt x="6491971" y="129417"/>
                </a:cubicBezTo>
                <a:cubicBezTo>
                  <a:pt x="6496351" y="86655"/>
                  <a:pt x="6507584" y="45064"/>
                  <a:pt x="6507584" y="45064"/>
                </a:cubicBezTo>
                <a:cubicBezTo>
                  <a:pt x="6507584" y="45064"/>
                  <a:pt x="6511392" y="87358"/>
                  <a:pt x="6521864" y="128441"/>
                </a:cubicBezTo>
                <a:cubicBezTo>
                  <a:pt x="6531956" y="169681"/>
                  <a:pt x="6548457" y="209361"/>
                  <a:pt x="6548457" y="209361"/>
                </a:cubicBezTo>
                <a:cubicBezTo>
                  <a:pt x="6548457" y="209361"/>
                  <a:pt x="6549060" y="210814"/>
                  <a:pt x="6550179" y="213428"/>
                </a:cubicBezTo>
                <a:lnTo>
                  <a:pt x="6552337" y="218372"/>
                </a:lnTo>
                <a:lnTo>
                  <a:pt x="6555643" y="218372"/>
                </a:lnTo>
                <a:lnTo>
                  <a:pt x="6555993" y="215455"/>
                </a:lnTo>
                <a:cubicBezTo>
                  <a:pt x="6557216" y="205647"/>
                  <a:pt x="6560215" y="183269"/>
                  <a:pt x="6564641" y="161176"/>
                </a:cubicBezTo>
                <a:cubicBezTo>
                  <a:pt x="6570353" y="131641"/>
                  <a:pt x="6578604" y="102730"/>
                  <a:pt x="6578604" y="102730"/>
                </a:cubicBezTo>
                <a:cubicBezTo>
                  <a:pt x="6578604" y="102730"/>
                  <a:pt x="6585331" y="131874"/>
                  <a:pt x="6594534" y="160356"/>
                </a:cubicBezTo>
                <a:cubicBezTo>
                  <a:pt x="6603546" y="188955"/>
                  <a:pt x="6614970" y="216813"/>
                  <a:pt x="6614970" y="216813"/>
                </a:cubicBezTo>
                <a:lnTo>
                  <a:pt x="6615614" y="218372"/>
                </a:lnTo>
                <a:lnTo>
                  <a:pt x="6656796" y="218372"/>
                </a:lnTo>
                <a:lnTo>
                  <a:pt x="6659100" y="212690"/>
                </a:lnTo>
                <a:cubicBezTo>
                  <a:pt x="6660254" y="209660"/>
                  <a:pt x="6660857" y="207917"/>
                  <a:pt x="6660857" y="207917"/>
                </a:cubicBezTo>
                <a:cubicBezTo>
                  <a:pt x="6660857" y="207917"/>
                  <a:pt x="6663459" y="200504"/>
                  <a:pt x="6666633" y="189150"/>
                </a:cubicBezTo>
                <a:cubicBezTo>
                  <a:pt x="6669806" y="177797"/>
                  <a:pt x="6672852" y="162424"/>
                  <a:pt x="6674693" y="146779"/>
                </a:cubicBezTo>
                <a:cubicBezTo>
                  <a:pt x="6678310" y="115527"/>
                  <a:pt x="6673741" y="83378"/>
                  <a:pt x="6673741" y="83378"/>
                </a:cubicBezTo>
                <a:cubicBezTo>
                  <a:pt x="6673741" y="83378"/>
                  <a:pt x="6678437" y="90713"/>
                  <a:pt x="6684784" y="102067"/>
                </a:cubicBezTo>
                <a:cubicBezTo>
                  <a:pt x="6691194" y="113420"/>
                  <a:pt x="6698430" y="128948"/>
                  <a:pt x="6704522" y="144945"/>
                </a:cubicBezTo>
                <a:cubicBezTo>
                  <a:pt x="6716581" y="176860"/>
                  <a:pt x="6720579" y="210609"/>
                  <a:pt x="6720579" y="210609"/>
                </a:cubicBezTo>
                <a:cubicBezTo>
                  <a:pt x="6720579" y="210609"/>
                  <a:pt x="6720849" y="212706"/>
                  <a:pt x="6721206" y="216393"/>
                </a:cubicBezTo>
                <a:lnTo>
                  <a:pt x="6721355" y="218372"/>
                </a:lnTo>
                <a:lnTo>
                  <a:pt x="6724058" y="218372"/>
                </a:lnTo>
                <a:lnTo>
                  <a:pt x="6724555" y="211663"/>
                </a:lnTo>
                <a:cubicBezTo>
                  <a:pt x="6725737" y="198261"/>
                  <a:pt x="6727593" y="182166"/>
                  <a:pt x="6730480" y="166209"/>
                </a:cubicBezTo>
                <a:cubicBezTo>
                  <a:pt x="6737081" y="127466"/>
                  <a:pt x="6749583" y="89932"/>
                  <a:pt x="6749583" y="89932"/>
                </a:cubicBezTo>
                <a:cubicBezTo>
                  <a:pt x="6749583" y="89932"/>
                  <a:pt x="6751995" y="128441"/>
                  <a:pt x="6760373" y="165974"/>
                </a:cubicBezTo>
                <a:cubicBezTo>
                  <a:pt x="6764372" y="184780"/>
                  <a:pt x="6769782" y="203254"/>
                  <a:pt x="6774193" y="217027"/>
                </a:cubicBezTo>
                <a:lnTo>
                  <a:pt x="6774644" y="218372"/>
                </a:lnTo>
                <a:lnTo>
                  <a:pt x="6810105" y="218372"/>
                </a:lnTo>
                <a:lnTo>
                  <a:pt x="6812607" y="188136"/>
                </a:lnTo>
                <a:cubicBezTo>
                  <a:pt x="6815145" y="148808"/>
                  <a:pt x="6814320" y="109128"/>
                  <a:pt x="6814320" y="109128"/>
                </a:cubicBezTo>
                <a:cubicBezTo>
                  <a:pt x="6814320" y="109128"/>
                  <a:pt x="6829933" y="147325"/>
                  <a:pt x="6842436" y="186302"/>
                </a:cubicBezTo>
                <a:cubicBezTo>
                  <a:pt x="6844784" y="193325"/>
                  <a:pt x="6846942" y="200348"/>
                  <a:pt x="6849036" y="207175"/>
                </a:cubicBezTo>
                <a:lnTo>
                  <a:pt x="6863824" y="44869"/>
                </a:lnTo>
                <a:lnTo>
                  <a:pt x="6900702" y="218372"/>
                </a:lnTo>
                <a:lnTo>
                  <a:pt x="6919664" y="218372"/>
                </a:lnTo>
                <a:lnTo>
                  <a:pt x="6920119" y="214081"/>
                </a:lnTo>
                <a:cubicBezTo>
                  <a:pt x="6922151" y="181191"/>
                  <a:pt x="6917644" y="147754"/>
                  <a:pt x="6917644" y="147754"/>
                </a:cubicBezTo>
                <a:cubicBezTo>
                  <a:pt x="6917644" y="147754"/>
                  <a:pt x="6922404" y="155440"/>
                  <a:pt x="6928751" y="167301"/>
                </a:cubicBezTo>
                <a:cubicBezTo>
                  <a:pt x="6935288" y="179123"/>
                  <a:pt x="6943158" y="195159"/>
                  <a:pt x="6949822" y="211546"/>
                </a:cubicBezTo>
                <a:lnTo>
                  <a:pt x="6952204" y="218372"/>
                </a:lnTo>
                <a:lnTo>
                  <a:pt x="6967487" y="218372"/>
                </a:lnTo>
                <a:lnTo>
                  <a:pt x="6967592" y="216539"/>
                </a:lnTo>
                <a:cubicBezTo>
                  <a:pt x="6968037" y="210921"/>
                  <a:pt x="6968037" y="202962"/>
                  <a:pt x="6969179" y="193364"/>
                </a:cubicBezTo>
                <a:cubicBezTo>
                  <a:pt x="6970829" y="174246"/>
                  <a:pt x="6974891" y="148846"/>
                  <a:pt x="6980603" y="123837"/>
                </a:cubicBezTo>
                <a:cubicBezTo>
                  <a:pt x="6986886" y="98867"/>
                  <a:pt x="6994756" y="74248"/>
                  <a:pt x="7001992" y="56105"/>
                </a:cubicBezTo>
                <a:cubicBezTo>
                  <a:pt x="7005292" y="46975"/>
                  <a:pt x="7008973" y="39524"/>
                  <a:pt x="7011131" y="34256"/>
                </a:cubicBezTo>
                <a:cubicBezTo>
                  <a:pt x="7013352" y="29028"/>
                  <a:pt x="7014685" y="26024"/>
                  <a:pt x="7014685" y="26024"/>
                </a:cubicBezTo>
                <a:cubicBezTo>
                  <a:pt x="7014685" y="26024"/>
                  <a:pt x="7014305" y="29145"/>
                  <a:pt x="7013606" y="34607"/>
                </a:cubicBezTo>
                <a:cubicBezTo>
                  <a:pt x="7013098" y="40070"/>
                  <a:pt x="7011702" y="47756"/>
                  <a:pt x="7011258" y="57120"/>
                </a:cubicBezTo>
                <a:cubicBezTo>
                  <a:pt x="7009545" y="75730"/>
                  <a:pt x="7009227" y="100506"/>
                  <a:pt x="7010496" y="125086"/>
                </a:cubicBezTo>
                <a:cubicBezTo>
                  <a:pt x="7012337" y="149705"/>
                  <a:pt x="7015764" y="174051"/>
                  <a:pt x="7019636" y="192155"/>
                </a:cubicBezTo>
                <a:cubicBezTo>
                  <a:pt x="7021286" y="201206"/>
                  <a:pt x="7023571" y="208697"/>
                  <a:pt x="7024713" y="213925"/>
                </a:cubicBezTo>
                <a:lnTo>
                  <a:pt x="7025810" y="218372"/>
                </a:lnTo>
                <a:lnTo>
                  <a:pt x="7065645" y="218372"/>
                </a:lnTo>
                <a:lnTo>
                  <a:pt x="7065953" y="217067"/>
                </a:lnTo>
                <a:cubicBezTo>
                  <a:pt x="7070187" y="198692"/>
                  <a:pt x="7079374" y="156620"/>
                  <a:pt x="7085133" y="114044"/>
                </a:cubicBezTo>
                <a:cubicBezTo>
                  <a:pt x="7093384" y="57354"/>
                  <a:pt x="7095478" y="0"/>
                  <a:pt x="7095478" y="0"/>
                </a:cubicBezTo>
                <a:cubicBezTo>
                  <a:pt x="7095478" y="0"/>
                  <a:pt x="7108362" y="56652"/>
                  <a:pt x="7115090" y="114161"/>
                </a:cubicBezTo>
                <a:cubicBezTo>
                  <a:pt x="7118708" y="142897"/>
                  <a:pt x="7120770" y="171778"/>
                  <a:pt x="7121928" y="193476"/>
                </a:cubicBezTo>
                <a:lnTo>
                  <a:pt x="7123010" y="218372"/>
                </a:lnTo>
                <a:lnTo>
                  <a:pt x="7151790" y="218372"/>
                </a:lnTo>
                <a:lnTo>
                  <a:pt x="7152672" y="215700"/>
                </a:lnTo>
                <a:cubicBezTo>
                  <a:pt x="7158212" y="199143"/>
                  <a:pt x="7171195" y="161381"/>
                  <a:pt x="7186427" y="124188"/>
                </a:cubicBezTo>
                <a:cubicBezTo>
                  <a:pt x="7205784" y="76355"/>
                  <a:pt x="7228822" y="29574"/>
                  <a:pt x="7230536" y="26180"/>
                </a:cubicBezTo>
                <a:cubicBezTo>
                  <a:pt x="7230219" y="27936"/>
                  <a:pt x="7227870" y="41123"/>
                  <a:pt x="7224888" y="60007"/>
                </a:cubicBezTo>
                <a:cubicBezTo>
                  <a:pt x="7227172" y="46859"/>
                  <a:pt x="7228695" y="38509"/>
                  <a:pt x="7228695" y="38509"/>
                </a:cubicBezTo>
                <a:cubicBezTo>
                  <a:pt x="7228695" y="38509"/>
                  <a:pt x="7235296" y="84431"/>
                  <a:pt x="7244182" y="130002"/>
                </a:cubicBezTo>
                <a:cubicBezTo>
                  <a:pt x="7250751" y="164180"/>
                  <a:pt x="7258641" y="198138"/>
                  <a:pt x="7262175" y="212982"/>
                </a:cubicBezTo>
                <a:lnTo>
                  <a:pt x="7263474" y="218372"/>
                </a:lnTo>
                <a:lnTo>
                  <a:pt x="7279143" y="218372"/>
                </a:lnTo>
                <a:lnTo>
                  <a:pt x="7280104" y="198436"/>
                </a:lnTo>
                <a:cubicBezTo>
                  <a:pt x="7280294" y="163712"/>
                  <a:pt x="7274392" y="128597"/>
                  <a:pt x="7274392" y="128597"/>
                </a:cubicBezTo>
                <a:cubicBezTo>
                  <a:pt x="7274392" y="128597"/>
                  <a:pt x="7294765" y="161020"/>
                  <a:pt x="7309679" y="195393"/>
                </a:cubicBezTo>
                <a:lnTo>
                  <a:pt x="7318357" y="218372"/>
                </a:lnTo>
                <a:lnTo>
                  <a:pt x="7361240" y="218372"/>
                </a:lnTo>
                <a:lnTo>
                  <a:pt x="7364071" y="210843"/>
                </a:lnTo>
                <a:cubicBezTo>
                  <a:pt x="7370607" y="192935"/>
                  <a:pt x="7377843" y="168784"/>
                  <a:pt x="7383682" y="144282"/>
                </a:cubicBezTo>
                <a:cubicBezTo>
                  <a:pt x="7389076" y="119741"/>
                  <a:pt x="7393138" y="94965"/>
                  <a:pt x="7394979" y="76237"/>
                </a:cubicBezTo>
                <a:cubicBezTo>
                  <a:pt x="7396185" y="66874"/>
                  <a:pt x="7396375" y="59071"/>
                  <a:pt x="7396883" y="53569"/>
                </a:cubicBezTo>
                <a:cubicBezTo>
                  <a:pt x="7397264" y="48068"/>
                  <a:pt x="7397455" y="44947"/>
                  <a:pt x="7397455" y="44947"/>
                </a:cubicBezTo>
                <a:cubicBezTo>
                  <a:pt x="7397455" y="44947"/>
                  <a:pt x="7398153" y="48029"/>
                  <a:pt x="7399422" y="53452"/>
                </a:cubicBezTo>
                <a:cubicBezTo>
                  <a:pt x="7400564" y="58914"/>
                  <a:pt x="7402722" y="66679"/>
                  <a:pt x="7404309" y="76043"/>
                </a:cubicBezTo>
                <a:cubicBezTo>
                  <a:pt x="7408117" y="94770"/>
                  <a:pt x="7411544" y="119935"/>
                  <a:pt x="7413575" y="145335"/>
                </a:cubicBezTo>
                <a:cubicBezTo>
                  <a:pt x="7415161" y="170696"/>
                  <a:pt x="7415225" y="196290"/>
                  <a:pt x="7414083" y="215486"/>
                </a:cubicBezTo>
                <a:lnTo>
                  <a:pt x="7413918" y="218372"/>
                </a:lnTo>
                <a:lnTo>
                  <a:pt x="7472465" y="218372"/>
                </a:lnTo>
                <a:lnTo>
                  <a:pt x="7471455" y="206300"/>
                </a:lnTo>
                <a:cubicBezTo>
                  <a:pt x="7470738" y="195722"/>
                  <a:pt x="7470171" y="184449"/>
                  <a:pt x="7469933" y="173193"/>
                </a:cubicBezTo>
                <a:cubicBezTo>
                  <a:pt x="7468664" y="128090"/>
                  <a:pt x="7472663" y="83495"/>
                  <a:pt x="7472663" y="83495"/>
                </a:cubicBezTo>
                <a:cubicBezTo>
                  <a:pt x="7472663" y="83495"/>
                  <a:pt x="7483642" y="127583"/>
                  <a:pt x="7499573" y="170501"/>
                </a:cubicBezTo>
                <a:cubicBezTo>
                  <a:pt x="7503492" y="181269"/>
                  <a:pt x="7507713" y="191947"/>
                  <a:pt x="7511839" y="201907"/>
                </a:cubicBezTo>
                <a:lnTo>
                  <a:pt x="7518949" y="218372"/>
                </a:lnTo>
                <a:lnTo>
                  <a:pt x="7577392" y="218372"/>
                </a:lnTo>
                <a:lnTo>
                  <a:pt x="7578208" y="211428"/>
                </a:lnTo>
                <a:cubicBezTo>
                  <a:pt x="7579795" y="195276"/>
                  <a:pt x="7580302" y="173661"/>
                  <a:pt x="7579414" y="151851"/>
                </a:cubicBezTo>
                <a:cubicBezTo>
                  <a:pt x="7578018" y="130119"/>
                  <a:pt x="7575098" y="108231"/>
                  <a:pt x="7571671" y="91844"/>
                </a:cubicBezTo>
                <a:cubicBezTo>
                  <a:pt x="7570275" y="83612"/>
                  <a:pt x="7568244" y="76901"/>
                  <a:pt x="7567229" y="72102"/>
                </a:cubicBezTo>
                <a:cubicBezTo>
                  <a:pt x="7566213" y="67888"/>
                  <a:pt x="7565578" y="65274"/>
                  <a:pt x="7565451" y="64689"/>
                </a:cubicBezTo>
                <a:cubicBezTo>
                  <a:pt x="7565832" y="65235"/>
                  <a:pt x="7567292" y="67693"/>
                  <a:pt x="7569703" y="71595"/>
                </a:cubicBezTo>
                <a:cubicBezTo>
                  <a:pt x="7572306" y="76082"/>
                  <a:pt x="7576622" y="82441"/>
                  <a:pt x="7580747" y="90284"/>
                </a:cubicBezTo>
                <a:cubicBezTo>
                  <a:pt x="7589695" y="105812"/>
                  <a:pt x="7599977" y="127036"/>
                  <a:pt x="7608926" y="148730"/>
                </a:cubicBezTo>
                <a:cubicBezTo>
                  <a:pt x="7617430" y="170423"/>
                  <a:pt x="7624539" y="192622"/>
                  <a:pt x="7628601" y="209438"/>
                </a:cubicBezTo>
                <a:lnTo>
                  <a:pt x="7630630" y="218372"/>
                </a:lnTo>
                <a:lnTo>
                  <a:pt x="7686702" y="218372"/>
                </a:lnTo>
                <a:lnTo>
                  <a:pt x="7690481" y="205264"/>
                </a:lnTo>
                <a:cubicBezTo>
                  <a:pt x="7690799" y="204132"/>
                  <a:pt x="7691053" y="203040"/>
                  <a:pt x="7691370" y="201908"/>
                </a:cubicBezTo>
                <a:lnTo>
                  <a:pt x="7698148" y="218372"/>
                </a:lnTo>
                <a:lnTo>
                  <a:pt x="7838682" y="218372"/>
                </a:lnTo>
                <a:lnTo>
                  <a:pt x="7843881" y="165858"/>
                </a:lnTo>
                <a:cubicBezTo>
                  <a:pt x="7847832" y="176343"/>
                  <a:pt x="7851922" y="186731"/>
                  <a:pt x="7855834" y="196415"/>
                </a:cubicBezTo>
                <a:lnTo>
                  <a:pt x="7864912" y="218372"/>
                </a:lnTo>
                <a:lnTo>
                  <a:pt x="7949815" y="218372"/>
                </a:lnTo>
                <a:lnTo>
                  <a:pt x="7951965" y="212091"/>
                </a:lnTo>
                <a:lnTo>
                  <a:pt x="7954144" y="218372"/>
                </a:lnTo>
                <a:lnTo>
                  <a:pt x="8039018" y="218372"/>
                </a:lnTo>
                <a:lnTo>
                  <a:pt x="8048097" y="196415"/>
                </a:lnTo>
                <a:cubicBezTo>
                  <a:pt x="8052009" y="186731"/>
                  <a:pt x="8056099" y="176343"/>
                  <a:pt x="8060049" y="165858"/>
                </a:cubicBezTo>
                <a:lnTo>
                  <a:pt x="8065249" y="218372"/>
                </a:lnTo>
                <a:lnTo>
                  <a:pt x="8205783" y="218372"/>
                </a:lnTo>
                <a:lnTo>
                  <a:pt x="8212560" y="201908"/>
                </a:lnTo>
                <a:cubicBezTo>
                  <a:pt x="8212878" y="203040"/>
                  <a:pt x="8213131" y="204132"/>
                  <a:pt x="8213449" y="205264"/>
                </a:cubicBezTo>
                <a:lnTo>
                  <a:pt x="8217235" y="218372"/>
                </a:lnTo>
                <a:lnTo>
                  <a:pt x="8273329" y="218372"/>
                </a:lnTo>
                <a:lnTo>
                  <a:pt x="8275329" y="209438"/>
                </a:lnTo>
                <a:cubicBezTo>
                  <a:pt x="8279391" y="192622"/>
                  <a:pt x="8286499" y="170423"/>
                  <a:pt x="8295004" y="148730"/>
                </a:cubicBezTo>
                <a:cubicBezTo>
                  <a:pt x="8303953" y="127036"/>
                  <a:pt x="8314298" y="105812"/>
                  <a:pt x="8323183" y="90284"/>
                </a:cubicBezTo>
                <a:cubicBezTo>
                  <a:pt x="8327372" y="82441"/>
                  <a:pt x="8331624" y="76082"/>
                  <a:pt x="8334290" y="71595"/>
                </a:cubicBezTo>
                <a:cubicBezTo>
                  <a:pt x="8336702" y="67693"/>
                  <a:pt x="8338161" y="65235"/>
                  <a:pt x="8338478" y="64689"/>
                </a:cubicBezTo>
                <a:cubicBezTo>
                  <a:pt x="8338352" y="65274"/>
                  <a:pt x="8337780" y="67888"/>
                  <a:pt x="8336702" y="72102"/>
                </a:cubicBezTo>
                <a:cubicBezTo>
                  <a:pt x="8335686" y="76901"/>
                  <a:pt x="8333656" y="83612"/>
                  <a:pt x="8332259" y="91844"/>
                </a:cubicBezTo>
                <a:cubicBezTo>
                  <a:pt x="8328832" y="108231"/>
                  <a:pt x="8325975" y="130119"/>
                  <a:pt x="8324579" y="151851"/>
                </a:cubicBezTo>
                <a:cubicBezTo>
                  <a:pt x="8323627" y="173661"/>
                  <a:pt x="8324135" y="195276"/>
                  <a:pt x="8325785" y="211428"/>
                </a:cubicBezTo>
                <a:lnTo>
                  <a:pt x="8326579" y="218372"/>
                </a:lnTo>
                <a:lnTo>
                  <a:pt x="8385005" y="218372"/>
                </a:lnTo>
                <a:lnTo>
                  <a:pt x="8392101" y="201907"/>
                </a:lnTo>
                <a:cubicBezTo>
                  <a:pt x="8396222" y="191947"/>
                  <a:pt x="8400438" y="181269"/>
                  <a:pt x="8404357" y="170501"/>
                </a:cubicBezTo>
                <a:cubicBezTo>
                  <a:pt x="8420287" y="127583"/>
                  <a:pt x="8431330" y="83495"/>
                  <a:pt x="8431330" y="83495"/>
                </a:cubicBezTo>
                <a:cubicBezTo>
                  <a:pt x="8431330" y="83495"/>
                  <a:pt x="8435265" y="128090"/>
                  <a:pt x="8433996" y="173193"/>
                </a:cubicBezTo>
                <a:cubicBezTo>
                  <a:pt x="8433774" y="184449"/>
                  <a:pt x="8433214" y="195722"/>
                  <a:pt x="8432500" y="206300"/>
                </a:cubicBezTo>
                <a:lnTo>
                  <a:pt x="8431489" y="218372"/>
                </a:lnTo>
                <a:lnTo>
                  <a:pt x="8490012" y="218372"/>
                </a:lnTo>
                <a:lnTo>
                  <a:pt x="8489847" y="215486"/>
                </a:lnTo>
                <a:cubicBezTo>
                  <a:pt x="8488705" y="196290"/>
                  <a:pt x="8488832" y="170696"/>
                  <a:pt x="8490355" y="145335"/>
                </a:cubicBezTo>
                <a:cubicBezTo>
                  <a:pt x="8492385" y="119935"/>
                  <a:pt x="8495813" y="94770"/>
                  <a:pt x="8499621" y="76043"/>
                </a:cubicBezTo>
                <a:cubicBezTo>
                  <a:pt x="8501207" y="66679"/>
                  <a:pt x="8503366" y="58914"/>
                  <a:pt x="8504508" y="53452"/>
                </a:cubicBezTo>
                <a:cubicBezTo>
                  <a:pt x="8505778" y="48029"/>
                  <a:pt x="8506476" y="44947"/>
                  <a:pt x="8506476" y="44947"/>
                </a:cubicBezTo>
                <a:cubicBezTo>
                  <a:pt x="8506476" y="44947"/>
                  <a:pt x="8506729" y="48068"/>
                  <a:pt x="8507110" y="53569"/>
                </a:cubicBezTo>
                <a:cubicBezTo>
                  <a:pt x="8507618" y="59071"/>
                  <a:pt x="8507745" y="66874"/>
                  <a:pt x="8508951" y="76237"/>
                </a:cubicBezTo>
                <a:cubicBezTo>
                  <a:pt x="8510791" y="94965"/>
                  <a:pt x="8514853" y="119741"/>
                  <a:pt x="8520247" y="144282"/>
                </a:cubicBezTo>
                <a:cubicBezTo>
                  <a:pt x="8526087" y="168784"/>
                  <a:pt x="8533322" y="192935"/>
                  <a:pt x="8539859" y="210843"/>
                </a:cubicBezTo>
                <a:lnTo>
                  <a:pt x="8542690" y="218372"/>
                </a:lnTo>
                <a:lnTo>
                  <a:pt x="8585573" y="218372"/>
                </a:lnTo>
                <a:lnTo>
                  <a:pt x="8594250" y="195393"/>
                </a:lnTo>
                <a:cubicBezTo>
                  <a:pt x="8609165" y="161020"/>
                  <a:pt x="8629538" y="128597"/>
                  <a:pt x="8629538" y="128597"/>
                </a:cubicBezTo>
                <a:cubicBezTo>
                  <a:pt x="8629538" y="128597"/>
                  <a:pt x="8623699" y="163712"/>
                  <a:pt x="8623826" y="198436"/>
                </a:cubicBezTo>
                <a:lnTo>
                  <a:pt x="8624788" y="218372"/>
                </a:lnTo>
                <a:lnTo>
                  <a:pt x="8640457" y="218372"/>
                </a:lnTo>
                <a:lnTo>
                  <a:pt x="8641755" y="212982"/>
                </a:lnTo>
                <a:cubicBezTo>
                  <a:pt x="8645290" y="198138"/>
                  <a:pt x="8653179" y="164180"/>
                  <a:pt x="8659748" y="130002"/>
                </a:cubicBezTo>
                <a:cubicBezTo>
                  <a:pt x="8668697" y="84431"/>
                  <a:pt x="8675234" y="38509"/>
                  <a:pt x="8675234" y="38509"/>
                </a:cubicBezTo>
                <a:cubicBezTo>
                  <a:pt x="8675234" y="38509"/>
                  <a:pt x="8676757" y="46859"/>
                  <a:pt x="8679042" y="60046"/>
                </a:cubicBezTo>
                <a:cubicBezTo>
                  <a:pt x="8675869" y="39758"/>
                  <a:pt x="8673330" y="25985"/>
                  <a:pt x="8673330" y="25985"/>
                </a:cubicBezTo>
                <a:cubicBezTo>
                  <a:pt x="8673330" y="25985"/>
                  <a:pt x="8697384" y="74521"/>
                  <a:pt x="8717503" y="124188"/>
                </a:cubicBezTo>
                <a:cubicBezTo>
                  <a:pt x="8732783" y="161381"/>
                  <a:pt x="8745742" y="199143"/>
                  <a:pt x="8751267" y="215700"/>
                </a:cubicBezTo>
                <a:lnTo>
                  <a:pt x="8752146" y="218372"/>
                </a:lnTo>
                <a:lnTo>
                  <a:pt x="8780919" y="218372"/>
                </a:lnTo>
                <a:lnTo>
                  <a:pt x="8782001" y="193476"/>
                </a:lnTo>
                <a:cubicBezTo>
                  <a:pt x="8783160" y="171778"/>
                  <a:pt x="8785222" y="142897"/>
                  <a:pt x="8788840" y="114161"/>
                </a:cubicBezTo>
                <a:cubicBezTo>
                  <a:pt x="8795567" y="56652"/>
                  <a:pt x="8808451" y="0"/>
                  <a:pt x="8808451" y="0"/>
                </a:cubicBezTo>
                <a:cubicBezTo>
                  <a:pt x="8808451" y="0"/>
                  <a:pt x="8810545" y="57354"/>
                  <a:pt x="8818796" y="114044"/>
                </a:cubicBezTo>
                <a:cubicBezTo>
                  <a:pt x="8824555" y="156620"/>
                  <a:pt x="8833742" y="198692"/>
                  <a:pt x="8837976" y="217067"/>
                </a:cubicBezTo>
                <a:lnTo>
                  <a:pt x="8838284" y="218372"/>
                </a:lnTo>
                <a:lnTo>
                  <a:pt x="8878119" y="218372"/>
                </a:lnTo>
                <a:lnTo>
                  <a:pt x="8879217" y="213925"/>
                </a:lnTo>
                <a:cubicBezTo>
                  <a:pt x="8880359" y="208697"/>
                  <a:pt x="8882707" y="201206"/>
                  <a:pt x="8884294" y="192155"/>
                </a:cubicBezTo>
                <a:cubicBezTo>
                  <a:pt x="8888229" y="174051"/>
                  <a:pt x="8891656" y="149705"/>
                  <a:pt x="8893433" y="125086"/>
                </a:cubicBezTo>
                <a:cubicBezTo>
                  <a:pt x="8894766" y="100506"/>
                  <a:pt x="8894386" y="75730"/>
                  <a:pt x="8892735" y="57120"/>
                </a:cubicBezTo>
                <a:cubicBezTo>
                  <a:pt x="8892227" y="47756"/>
                  <a:pt x="8890831" y="40070"/>
                  <a:pt x="8890324" y="34607"/>
                </a:cubicBezTo>
                <a:cubicBezTo>
                  <a:pt x="8889626" y="29145"/>
                  <a:pt x="8889244" y="26024"/>
                  <a:pt x="8889244" y="26024"/>
                </a:cubicBezTo>
                <a:cubicBezTo>
                  <a:pt x="8889244" y="26024"/>
                  <a:pt x="8890578" y="29028"/>
                  <a:pt x="8892862" y="34256"/>
                </a:cubicBezTo>
                <a:cubicBezTo>
                  <a:pt x="8894957" y="39524"/>
                  <a:pt x="8898701" y="46975"/>
                  <a:pt x="8901938" y="56105"/>
                </a:cubicBezTo>
                <a:cubicBezTo>
                  <a:pt x="8909237" y="74248"/>
                  <a:pt x="8917043" y="98867"/>
                  <a:pt x="8923326" y="123837"/>
                </a:cubicBezTo>
                <a:cubicBezTo>
                  <a:pt x="8929038" y="148846"/>
                  <a:pt x="8933100" y="174246"/>
                  <a:pt x="8934750" y="193364"/>
                </a:cubicBezTo>
                <a:cubicBezTo>
                  <a:pt x="8935956" y="202962"/>
                  <a:pt x="8935892" y="210921"/>
                  <a:pt x="8936401" y="216539"/>
                </a:cubicBezTo>
                <a:lnTo>
                  <a:pt x="8936493" y="218372"/>
                </a:lnTo>
                <a:lnTo>
                  <a:pt x="8951725" y="218372"/>
                </a:lnTo>
                <a:lnTo>
                  <a:pt x="8954107" y="211546"/>
                </a:lnTo>
                <a:cubicBezTo>
                  <a:pt x="8960772" y="195159"/>
                  <a:pt x="8968642" y="179123"/>
                  <a:pt x="8975179" y="167301"/>
                </a:cubicBezTo>
                <a:cubicBezTo>
                  <a:pt x="8981526" y="155440"/>
                  <a:pt x="8986286" y="147754"/>
                  <a:pt x="8986286" y="147754"/>
                </a:cubicBezTo>
                <a:cubicBezTo>
                  <a:pt x="8986286" y="147754"/>
                  <a:pt x="8981780" y="181191"/>
                  <a:pt x="8983810" y="214081"/>
                </a:cubicBezTo>
                <a:lnTo>
                  <a:pt x="8984266" y="218372"/>
                </a:lnTo>
                <a:lnTo>
                  <a:pt x="9003229" y="218372"/>
                </a:lnTo>
                <a:lnTo>
                  <a:pt x="9040105" y="44869"/>
                </a:lnTo>
                <a:lnTo>
                  <a:pt x="9054893" y="207175"/>
                </a:lnTo>
                <a:cubicBezTo>
                  <a:pt x="9056988" y="200348"/>
                  <a:pt x="9059209" y="193325"/>
                  <a:pt x="9061494" y="186302"/>
                </a:cubicBezTo>
                <a:cubicBezTo>
                  <a:pt x="9073997" y="147325"/>
                  <a:pt x="9089610" y="109128"/>
                  <a:pt x="9089610" y="109128"/>
                </a:cubicBezTo>
                <a:cubicBezTo>
                  <a:pt x="9089610" y="109128"/>
                  <a:pt x="9088785" y="148808"/>
                  <a:pt x="9091323" y="188136"/>
                </a:cubicBezTo>
                <a:lnTo>
                  <a:pt x="9093825" y="218372"/>
                </a:lnTo>
                <a:lnTo>
                  <a:pt x="9129285" y="218372"/>
                </a:lnTo>
                <a:lnTo>
                  <a:pt x="9129737" y="217027"/>
                </a:lnTo>
                <a:cubicBezTo>
                  <a:pt x="9134148" y="203254"/>
                  <a:pt x="9139558" y="184780"/>
                  <a:pt x="9143557" y="165974"/>
                </a:cubicBezTo>
                <a:cubicBezTo>
                  <a:pt x="9151934" y="128441"/>
                  <a:pt x="9154346" y="89932"/>
                  <a:pt x="9154346" y="89932"/>
                </a:cubicBezTo>
                <a:cubicBezTo>
                  <a:pt x="9154346" y="89932"/>
                  <a:pt x="9166849" y="127466"/>
                  <a:pt x="9173513" y="166209"/>
                </a:cubicBezTo>
                <a:cubicBezTo>
                  <a:pt x="9176369" y="182166"/>
                  <a:pt x="9178209" y="198261"/>
                  <a:pt x="9179384" y="211663"/>
                </a:cubicBezTo>
                <a:lnTo>
                  <a:pt x="9179877" y="218372"/>
                </a:lnTo>
                <a:lnTo>
                  <a:pt x="9182596" y="218372"/>
                </a:lnTo>
                <a:lnTo>
                  <a:pt x="9182747" y="216393"/>
                </a:lnTo>
                <a:cubicBezTo>
                  <a:pt x="9183096" y="212706"/>
                  <a:pt x="9183350" y="210609"/>
                  <a:pt x="9183350" y="210609"/>
                </a:cubicBezTo>
                <a:cubicBezTo>
                  <a:pt x="9183350" y="210609"/>
                  <a:pt x="9187412" y="176860"/>
                  <a:pt x="9199471" y="144945"/>
                </a:cubicBezTo>
                <a:cubicBezTo>
                  <a:pt x="9205563" y="128948"/>
                  <a:pt x="9212799" y="113420"/>
                  <a:pt x="9219145" y="102067"/>
                </a:cubicBezTo>
                <a:cubicBezTo>
                  <a:pt x="9225492" y="90713"/>
                  <a:pt x="9230189" y="83378"/>
                  <a:pt x="9230189" y="83378"/>
                </a:cubicBezTo>
                <a:cubicBezTo>
                  <a:pt x="9230189" y="83378"/>
                  <a:pt x="9225619" y="115527"/>
                  <a:pt x="9229237" y="146779"/>
                </a:cubicBezTo>
                <a:cubicBezTo>
                  <a:pt x="9231077" y="162424"/>
                  <a:pt x="9234124" y="177797"/>
                  <a:pt x="9237360" y="189150"/>
                </a:cubicBezTo>
                <a:cubicBezTo>
                  <a:pt x="9240470" y="200504"/>
                  <a:pt x="9243073" y="207917"/>
                  <a:pt x="9243073" y="207917"/>
                </a:cubicBezTo>
                <a:cubicBezTo>
                  <a:pt x="9243073" y="207917"/>
                  <a:pt x="9243676" y="209660"/>
                  <a:pt x="9244830" y="212690"/>
                </a:cubicBezTo>
                <a:lnTo>
                  <a:pt x="9247134" y="218372"/>
                </a:lnTo>
                <a:lnTo>
                  <a:pt x="9288315" y="218372"/>
                </a:lnTo>
                <a:lnTo>
                  <a:pt x="9288959" y="216813"/>
                </a:lnTo>
                <a:cubicBezTo>
                  <a:pt x="9288959" y="216813"/>
                  <a:pt x="9300383" y="188955"/>
                  <a:pt x="9309396" y="160356"/>
                </a:cubicBezTo>
                <a:cubicBezTo>
                  <a:pt x="9318598" y="131874"/>
                  <a:pt x="9325326" y="102730"/>
                  <a:pt x="9325326" y="102730"/>
                </a:cubicBezTo>
                <a:cubicBezTo>
                  <a:pt x="9325326" y="102730"/>
                  <a:pt x="9333577" y="131641"/>
                  <a:pt x="9339289" y="161176"/>
                </a:cubicBezTo>
                <a:cubicBezTo>
                  <a:pt x="9343716" y="183269"/>
                  <a:pt x="9346714" y="205647"/>
                  <a:pt x="9347937" y="215455"/>
                </a:cubicBezTo>
                <a:lnTo>
                  <a:pt x="9348288" y="218372"/>
                </a:lnTo>
                <a:lnTo>
                  <a:pt x="9351606" y="218372"/>
                </a:lnTo>
                <a:lnTo>
                  <a:pt x="9353775" y="213428"/>
                </a:lnTo>
                <a:cubicBezTo>
                  <a:pt x="9354886" y="210814"/>
                  <a:pt x="9355473" y="209361"/>
                  <a:pt x="9355473" y="209361"/>
                </a:cubicBezTo>
                <a:cubicBezTo>
                  <a:pt x="9355473" y="209361"/>
                  <a:pt x="9371974" y="169681"/>
                  <a:pt x="9382065" y="128441"/>
                </a:cubicBezTo>
                <a:cubicBezTo>
                  <a:pt x="9392601" y="87358"/>
                  <a:pt x="9396345" y="45064"/>
                  <a:pt x="9396345" y="45064"/>
                </a:cubicBezTo>
                <a:cubicBezTo>
                  <a:pt x="9396345" y="45064"/>
                  <a:pt x="9407579" y="86655"/>
                  <a:pt x="9411958" y="129417"/>
                </a:cubicBezTo>
                <a:cubicBezTo>
                  <a:pt x="9416782" y="172061"/>
                  <a:pt x="9414624" y="215408"/>
                  <a:pt x="9414624" y="215408"/>
                </a:cubicBezTo>
                <a:lnTo>
                  <a:pt x="9414472" y="218372"/>
                </a:lnTo>
                <a:lnTo>
                  <a:pt x="9415681" y="218372"/>
                </a:lnTo>
                <a:lnTo>
                  <a:pt x="9422890" y="196071"/>
                </a:lnTo>
                <a:cubicBezTo>
                  <a:pt x="9426334" y="185854"/>
                  <a:pt x="9430269" y="174675"/>
                  <a:pt x="9434489" y="163555"/>
                </a:cubicBezTo>
                <a:cubicBezTo>
                  <a:pt x="9448452" y="126218"/>
                  <a:pt x="9465652" y="89854"/>
                  <a:pt x="9465652" y="89854"/>
                </a:cubicBezTo>
                <a:cubicBezTo>
                  <a:pt x="9465652" y="89854"/>
                  <a:pt x="9463240" y="128090"/>
                  <a:pt x="9464191" y="166014"/>
                </a:cubicBezTo>
                <a:cubicBezTo>
                  <a:pt x="9464573" y="184995"/>
                  <a:pt x="9465810" y="203869"/>
                  <a:pt x="9466953" y="217998"/>
                </a:cubicBezTo>
                <a:lnTo>
                  <a:pt x="9466986" y="218372"/>
                </a:lnTo>
                <a:lnTo>
                  <a:pt x="9516051" y="218372"/>
                </a:lnTo>
                <a:lnTo>
                  <a:pt x="9517802" y="212027"/>
                </a:lnTo>
                <a:cubicBezTo>
                  <a:pt x="9519016" y="207407"/>
                  <a:pt x="9519662" y="204757"/>
                  <a:pt x="9519662" y="204757"/>
                </a:cubicBezTo>
                <a:cubicBezTo>
                  <a:pt x="9519662" y="204757"/>
                  <a:pt x="9530324" y="162424"/>
                  <a:pt x="9535592" y="119117"/>
                </a:cubicBezTo>
                <a:cubicBezTo>
                  <a:pt x="9540987" y="76901"/>
                  <a:pt x="9541050" y="34062"/>
                  <a:pt x="9541050" y="32188"/>
                </a:cubicBezTo>
                <a:cubicBezTo>
                  <a:pt x="9541812" y="34256"/>
                  <a:pt x="9556282" y="75770"/>
                  <a:pt x="9565485" y="118453"/>
                </a:cubicBezTo>
                <a:cubicBezTo>
                  <a:pt x="9575258" y="162151"/>
                  <a:pt x="9579447" y="206708"/>
                  <a:pt x="9579447" y="206708"/>
                </a:cubicBezTo>
                <a:cubicBezTo>
                  <a:pt x="9579447" y="206708"/>
                  <a:pt x="9579606" y="208288"/>
                  <a:pt x="9579856" y="211154"/>
                </a:cubicBezTo>
                <a:lnTo>
                  <a:pt x="9580423" y="218372"/>
                </a:lnTo>
                <a:lnTo>
                  <a:pt x="9597379" y="218372"/>
                </a:lnTo>
                <a:lnTo>
                  <a:pt x="9609467" y="175182"/>
                </a:lnTo>
                <a:cubicBezTo>
                  <a:pt x="9619114" y="136127"/>
                  <a:pt x="9624763" y="96331"/>
                  <a:pt x="9624763" y="96331"/>
                </a:cubicBezTo>
                <a:cubicBezTo>
                  <a:pt x="9624763" y="96331"/>
                  <a:pt x="9634092" y="135776"/>
                  <a:pt x="9639361" y="175923"/>
                </a:cubicBezTo>
                <a:cubicBezTo>
                  <a:pt x="9640726" y="185951"/>
                  <a:pt x="9641836" y="196012"/>
                  <a:pt x="9642735" y="205464"/>
                </a:cubicBezTo>
                <a:lnTo>
                  <a:pt x="9643782" y="218372"/>
                </a:lnTo>
                <a:lnTo>
                  <a:pt x="9670266" y="218372"/>
                </a:lnTo>
                <a:lnTo>
                  <a:pt x="9676805" y="206122"/>
                </a:lnTo>
                <a:cubicBezTo>
                  <a:pt x="9684422" y="192193"/>
                  <a:pt x="9695909" y="174051"/>
                  <a:pt x="9708539" y="156454"/>
                </a:cubicBezTo>
                <a:cubicBezTo>
                  <a:pt x="9721550" y="138975"/>
                  <a:pt x="9735576" y="122043"/>
                  <a:pt x="9747064" y="109830"/>
                </a:cubicBezTo>
                <a:cubicBezTo>
                  <a:pt x="9757600" y="98438"/>
                  <a:pt x="9765342" y="90830"/>
                  <a:pt x="9766422" y="89815"/>
                </a:cubicBezTo>
                <a:cubicBezTo>
                  <a:pt x="9765279" y="91961"/>
                  <a:pt x="9747000" y="127193"/>
                  <a:pt x="9736846" y="163088"/>
                </a:cubicBezTo>
                <a:cubicBezTo>
                  <a:pt x="9731641" y="181659"/>
                  <a:pt x="9727770" y="200192"/>
                  <a:pt x="9725930" y="214121"/>
                </a:cubicBezTo>
                <a:lnTo>
                  <a:pt x="9725406" y="218372"/>
                </a:lnTo>
                <a:lnTo>
                  <a:pt x="9746483" y="218372"/>
                </a:lnTo>
                <a:lnTo>
                  <a:pt x="9795870" y="141356"/>
                </a:lnTo>
                <a:lnTo>
                  <a:pt x="9785500" y="218372"/>
                </a:lnTo>
                <a:lnTo>
                  <a:pt x="9806524" y="218372"/>
                </a:lnTo>
                <a:lnTo>
                  <a:pt x="9809833" y="199763"/>
                </a:lnTo>
                <a:cubicBezTo>
                  <a:pt x="9812372" y="181971"/>
                  <a:pt x="9815100" y="158093"/>
                  <a:pt x="9814466" y="134099"/>
                </a:cubicBezTo>
                <a:cubicBezTo>
                  <a:pt x="9813704" y="110221"/>
                  <a:pt x="9811038" y="85992"/>
                  <a:pt x="9805644" y="68240"/>
                </a:cubicBezTo>
                <a:cubicBezTo>
                  <a:pt x="9803803" y="59149"/>
                  <a:pt x="9800503" y="51930"/>
                  <a:pt x="9798790" y="46703"/>
                </a:cubicBezTo>
                <a:cubicBezTo>
                  <a:pt x="9797203" y="42137"/>
                  <a:pt x="9796124" y="39289"/>
                  <a:pt x="9795933" y="38665"/>
                </a:cubicBezTo>
                <a:cubicBezTo>
                  <a:pt x="9796441" y="39329"/>
                  <a:pt x="9798281" y="41943"/>
                  <a:pt x="9801201" y="46078"/>
                </a:cubicBezTo>
                <a:cubicBezTo>
                  <a:pt x="9804438" y="50955"/>
                  <a:pt x="9810023" y="57744"/>
                  <a:pt x="9814656" y="66445"/>
                </a:cubicBezTo>
                <a:cubicBezTo>
                  <a:pt x="9825572" y="83456"/>
                  <a:pt x="9835790" y="107334"/>
                  <a:pt x="9844231" y="131680"/>
                </a:cubicBezTo>
                <a:cubicBezTo>
                  <a:pt x="9848738" y="145179"/>
                  <a:pt x="9852228" y="158757"/>
                  <a:pt x="9854958" y="171437"/>
                </a:cubicBezTo>
                <a:cubicBezTo>
                  <a:pt x="9855592" y="168082"/>
                  <a:pt x="9856100" y="164726"/>
                  <a:pt x="9856798" y="161332"/>
                </a:cubicBezTo>
                <a:cubicBezTo>
                  <a:pt x="9861812" y="138741"/>
                  <a:pt x="9868413" y="116502"/>
                  <a:pt x="9874696" y="100155"/>
                </a:cubicBezTo>
                <a:cubicBezTo>
                  <a:pt x="9877489" y="91922"/>
                  <a:pt x="9880788" y="85211"/>
                  <a:pt x="9882629" y="80452"/>
                </a:cubicBezTo>
                <a:cubicBezTo>
                  <a:pt x="9884597" y="75730"/>
                  <a:pt x="9885739" y="73038"/>
                  <a:pt x="9885739" y="73038"/>
                </a:cubicBezTo>
                <a:cubicBezTo>
                  <a:pt x="9885739" y="73038"/>
                  <a:pt x="9885548" y="75848"/>
                  <a:pt x="9885168" y="80764"/>
                </a:cubicBezTo>
                <a:cubicBezTo>
                  <a:pt x="9884914" y="85679"/>
                  <a:pt x="9883962" y="92625"/>
                  <a:pt x="9883962" y="101013"/>
                </a:cubicBezTo>
                <a:cubicBezTo>
                  <a:pt x="9883264" y="117751"/>
                  <a:pt x="9884216" y="139990"/>
                  <a:pt x="9886691" y="161956"/>
                </a:cubicBezTo>
                <a:cubicBezTo>
                  <a:pt x="9888214" y="172959"/>
                  <a:pt x="9890118" y="183873"/>
                  <a:pt x="9892236" y="194042"/>
                </a:cubicBezTo>
                <a:lnTo>
                  <a:pt x="9898256" y="218372"/>
                </a:lnTo>
                <a:lnTo>
                  <a:pt x="9934341" y="218372"/>
                </a:lnTo>
                <a:lnTo>
                  <a:pt x="9924010" y="141356"/>
                </a:lnTo>
                <a:lnTo>
                  <a:pt x="9973397" y="218372"/>
                </a:lnTo>
                <a:lnTo>
                  <a:pt x="9994468" y="218372"/>
                </a:lnTo>
                <a:lnTo>
                  <a:pt x="9993950" y="214121"/>
                </a:lnTo>
                <a:cubicBezTo>
                  <a:pt x="9992110" y="200192"/>
                  <a:pt x="9988238" y="181659"/>
                  <a:pt x="9983033" y="163088"/>
                </a:cubicBezTo>
                <a:cubicBezTo>
                  <a:pt x="9972879" y="127193"/>
                  <a:pt x="9954600" y="91961"/>
                  <a:pt x="9953458" y="89815"/>
                </a:cubicBezTo>
                <a:cubicBezTo>
                  <a:pt x="9954537" y="90830"/>
                  <a:pt x="9962217" y="98438"/>
                  <a:pt x="9972815" y="109830"/>
                </a:cubicBezTo>
                <a:cubicBezTo>
                  <a:pt x="9984240" y="122043"/>
                  <a:pt x="9998329" y="138975"/>
                  <a:pt x="10011340" y="156454"/>
                </a:cubicBezTo>
                <a:cubicBezTo>
                  <a:pt x="10023907" y="174051"/>
                  <a:pt x="10035457" y="192193"/>
                  <a:pt x="10043074" y="206122"/>
                </a:cubicBezTo>
                <a:lnTo>
                  <a:pt x="10049590" y="218372"/>
                </a:lnTo>
                <a:lnTo>
                  <a:pt x="10076072" y="218372"/>
                </a:lnTo>
                <a:lnTo>
                  <a:pt x="10077119" y="205464"/>
                </a:lnTo>
                <a:cubicBezTo>
                  <a:pt x="10078020" y="196012"/>
                  <a:pt x="10079139" y="185951"/>
                  <a:pt x="10080519" y="175923"/>
                </a:cubicBezTo>
                <a:cubicBezTo>
                  <a:pt x="10085787" y="135776"/>
                  <a:pt x="10095053" y="96331"/>
                  <a:pt x="10095053" y="96331"/>
                </a:cubicBezTo>
                <a:cubicBezTo>
                  <a:pt x="10095053" y="96331"/>
                  <a:pt x="10100765" y="136127"/>
                  <a:pt x="10110412" y="175182"/>
                </a:cubicBezTo>
                <a:lnTo>
                  <a:pt x="10122500" y="218372"/>
                </a:lnTo>
                <a:lnTo>
                  <a:pt x="10139456" y="218372"/>
                </a:lnTo>
                <a:lnTo>
                  <a:pt x="10140023" y="211154"/>
                </a:lnTo>
                <a:cubicBezTo>
                  <a:pt x="10140273" y="208288"/>
                  <a:pt x="10140432" y="206708"/>
                  <a:pt x="10140432" y="206708"/>
                </a:cubicBezTo>
                <a:cubicBezTo>
                  <a:pt x="10140432" y="206708"/>
                  <a:pt x="10144621" y="162151"/>
                  <a:pt x="10154394" y="118453"/>
                </a:cubicBezTo>
                <a:cubicBezTo>
                  <a:pt x="10163597" y="75770"/>
                  <a:pt x="10178068" y="34256"/>
                  <a:pt x="10178830" y="32188"/>
                </a:cubicBezTo>
                <a:cubicBezTo>
                  <a:pt x="10178830" y="34062"/>
                  <a:pt x="10178893" y="76901"/>
                  <a:pt x="10184288" y="119117"/>
                </a:cubicBezTo>
                <a:cubicBezTo>
                  <a:pt x="10189555" y="162424"/>
                  <a:pt x="10200218" y="204757"/>
                  <a:pt x="10200218" y="204757"/>
                </a:cubicBezTo>
                <a:cubicBezTo>
                  <a:pt x="10200218" y="204757"/>
                  <a:pt x="10200865" y="207407"/>
                  <a:pt x="10202078" y="212027"/>
                </a:cubicBezTo>
                <a:lnTo>
                  <a:pt x="10203829" y="218372"/>
                </a:lnTo>
                <a:lnTo>
                  <a:pt x="10252893" y="218372"/>
                </a:lnTo>
                <a:lnTo>
                  <a:pt x="10252927" y="217998"/>
                </a:lnTo>
                <a:cubicBezTo>
                  <a:pt x="10254069" y="203869"/>
                  <a:pt x="10255307" y="184995"/>
                  <a:pt x="10255688" y="166014"/>
                </a:cubicBezTo>
                <a:cubicBezTo>
                  <a:pt x="10256640" y="128090"/>
                  <a:pt x="10254228" y="89854"/>
                  <a:pt x="10254228" y="89854"/>
                </a:cubicBezTo>
                <a:cubicBezTo>
                  <a:pt x="10254228" y="89854"/>
                  <a:pt x="10271364" y="126218"/>
                  <a:pt x="10285390" y="163555"/>
                </a:cubicBezTo>
                <a:cubicBezTo>
                  <a:pt x="10289611" y="174675"/>
                  <a:pt x="10293546" y="185854"/>
                  <a:pt x="10296989" y="196071"/>
                </a:cubicBezTo>
                <a:lnTo>
                  <a:pt x="10304198" y="218372"/>
                </a:lnTo>
                <a:lnTo>
                  <a:pt x="10305369" y="218372"/>
                </a:lnTo>
                <a:lnTo>
                  <a:pt x="10305192" y="215408"/>
                </a:lnTo>
                <a:cubicBezTo>
                  <a:pt x="10305192" y="215408"/>
                  <a:pt x="10303098" y="172061"/>
                  <a:pt x="10307921" y="129417"/>
                </a:cubicBezTo>
                <a:cubicBezTo>
                  <a:pt x="10312300" y="86655"/>
                  <a:pt x="10323534" y="45064"/>
                  <a:pt x="10323534" y="45064"/>
                </a:cubicBezTo>
                <a:cubicBezTo>
                  <a:pt x="10323534" y="45064"/>
                  <a:pt x="10327279" y="87358"/>
                  <a:pt x="10337814" y="128441"/>
                </a:cubicBezTo>
                <a:cubicBezTo>
                  <a:pt x="10347906" y="169681"/>
                  <a:pt x="10364407" y="209361"/>
                  <a:pt x="10364407" y="209361"/>
                </a:cubicBezTo>
                <a:cubicBezTo>
                  <a:pt x="10364407" y="209361"/>
                  <a:pt x="10364994" y="210814"/>
                  <a:pt x="10366097" y="213428"/>
                </a:cubicBezTo>
                <a:lnTo>
                  <a:pt x="10368241" y="218372"/>
                </a:lnTo>
                <a:lnTo>
                  <a:pt x="10371592" y="218372"/>
                </a:lnTo>
                <a:lnTo>
                  <a:pt x="10371942" y="215455"/>
                </a:lnTo>
                <a:cubicBezTo>
                  <a:pt x="10373162" y="205647"/>
                  <a:pt x="10376148" y="183269"/>
                  <a:pt x="10380527" y="161176"/>
                </a:cubicBezTo>
                <a:cubicBezTo>
                  <a:pt x="10386303" y="131641"/>
                  <a:pt x="10394554" y="102730"/>
                  <a:pt x="10394554" y="102730"/>
                </a:cubicBezTo>
                <a:cubicBezTo>
                  <a:pt x="10394554" y="102730"/>
                  <a:pt x="10401281" y="131874"/>
                  <a:pt x="10410420" y="160356"/>
                </a:cubicBezTo>
                <a:cubicBezTo>
                  <a:pt x="10419496" y="188955"/>
                  <a:pt x="10430920" y="216813"/>
                  <a:pt x="10430920" y="216813"/>
                </a:cubicBezTo>
                <a:lnTo>
                  <a:pt x="10431563" y="218372"/>
                </a:lnTo>
                <a:lnTo>
                  <a:pt x="10472741" y="218372"/>
                </a:lnTo>
                <a:lnTo>
                  <a:pt x="10475049" y="212690"/>
                </a:lnTo>
                <a:cubicBezTo>
                  <a:pt x="10476204" y="209660"/>
                  <a:pt x="10476807" y="207917"/>
                  <a:pt x="10476807" y="207917"/>
                </a:cubicBezTo>
                <a:cubicBezTo>
                  <a:pt x="10476807" y="207917"/>
                  <a:pt x="10479409" y="200504"/>
                  <a:pt x="10482519" y="189150"/>
                </a:cubicBezTo>
                <a:cubicBezTo>
                  <a:pt x="10485756" y="177797"/>
                  <a:pt x="10488738" y="162424"/>
                  <a:pt x="10490643" y="146779"/>
                </a:cubicBezTo>
                <a:cubicBezTo>
                  <a:pt x="10494260" y="115527"/>
                  <a:pt x="10489627" y="83378"/>
                  <a:pt x="10489627" y="83378"/>
                </a:cubicBezTo>
                <a:cubicBezTo>
                  <a:pt x="10489627" y="83378"/>
                  <a:pt x="10494387" y="90713"/>
                  <a:pt x="10500670" y="102067"/>
                </a:cubicBezTo>
                <a:cubicBezTo>
                  <a:pt x="10507080" y="113420"/>
                  <a:pt x="10514316" y="128948"/>
                  <a:pt x="10520408" y="144945"/>
                </a:cubicBezTo>
                <a:cubicBezTo>
                  <a:pt x="10532467" y="176860"/>
                  <a:pt x="10536466" y="210609"/>
                  <a:pt x="10536466" y="210609"/>
                </a:cubicBezTo>
                <a:cubicBezTo>
                  <a:pt x="10536466" y="210609"/>
                  <a:pt x="10536736" y="212706"/>
                  <a:pt x="10537093" y="216393"/>
                </a:cubicBezTo>
                <a:lnTo>
                  <a:pt x="10537241" y="218372"/>
                </a:lnTo>
                <a:lnTo>
                  <a:pt x="10539984" y="218372"/>
                </a:lnTo>
                <a:lnTo>
                  <a:pt x="10540472" y="211663"/>
                </a:lnTo>
                <a:cubicBezTo>
                  <a:pt x="10541638" y="198261"/>
                  <a:pt x="10543478" y="182166"/>
                  <a:pt x="10546366" y="166209"/>
                </a:cubicBezTo>
                <a:cubicBezTo>
                  <a:pt x="10552967" y="127466"/>
                  <a:pt x="10565533" y="89932"/>
                  <a:pt x="10565533" y="89932"/>
                </a:cubicBezTo>
                <a:cubicBezTo>
                  <a:pt x="10565533" y="89932"/>
                  <a:pt x="10567945" y="128441"/>
                  <a:pt x="10576323" y="165974"/>
                </a:cubicBezTo>
                <a:cubicBezTo>
                  <a:pt x="10580321" y="184780"/>
                  <a:pt x="10585732" y="203254"/>
                  <a:pt x="10590143" y="217027"/>
                </a:cubicBezTo>
                <a:lnTo>
                  <a:pt x="10590594" y="218372"/>
                </a:lnTo>
                <a:lnTo>
                  <a:pt x="10626054" y="218372"/>
                </a:lnTo>
                <a:lnTo>
                  <a:pt x="10628556" y="188136"/>
                </a:lnTo>
                <a:cubicBezTo>
                  <a:pt x="10631032" y="148808"/>
                  <a:pt x="10630270" y="109128"/>
                  <a:pt x="10630270" y="109128"/>
                </a:cubicBezTo>
                <a:cubicBezTo>
                  <a:pt x="10630270" y="109128"/>
                  <a:pt x="10645883" y="147325"/>
                  <a:pt x="10658385" y="186302"/>
                </a:cubicBezTo>
                <a:cubicBezTo>
                  <a:pt x="10660670" y="193325"/>
                  <a:pt x="10662892" y="200348"/>
                  <a:pt x="10664986" y="207175"/>
                </a:cubicBezTo>
                <a:lnTo>
                  <a:pt x="10679710" y="44869"/>
                </a:lnTo>
                <a:lnTo>
                  <a:pt x="10716644" y="218372"/>
                </a:lnTo>
                <a:lnTo>
                  <a:pt x="10735613" y="218372"/>
                </a:lnTo>
                <a:lnTo>
                  <a:pt x="10736069" y="214081"/>
                </a:lnTo>
                <a:cubicBezTo>
                  <a:pt x="10738100" y="181191"/>
                  <a:pt x="10733530" y="147754"/>
                  <a:pt x="10733530" y="147754"/>
                </a:cubicBezTo>
                <a:cubicBezTo>
                  <a:pt x="10733530" y="147754"/>
                  <a:pt x="10738290" y="155440"/>
                  <a:pt x="10744700" y="167301"/>
                </a:cubicBezTo>
                <a:cubicBezTo>
                  <a:pt x="10751238" y="179123"/>
                  <a:pt x="10759107" y="195159"/>
                  <a:pt x="10765772" y="211546"/>
                </a:cubicBezTo>
                <a:lnTo>
                  <a:pt x="10768154" y="218372"/>
                </a:lnTo>
                <a:lnTo>
                  <a:pt x="10783387" y="218372"/>
                </a:lnTo>
                <a:lnTo>
                  <a:pt x="10783479" y="216539"/>
                </a:lnTo>
                <a:cubicBezTo>
                  <a:pt x="10783923" y="210921"/>
                  <a:pt x="10783923" y="202962"/>
                  <a:pt x="10785129" y="193364"/>
                </a:cubicBezTo>
                <a:cubicBezTo>
                  <a:pt x="10786779" y="174246"/>
                  <a:pt x="10790841" y="148846"/>
                  <a:pt x="10796553" y="123837"/>
                </a:cubicBezTo>
                <a:cubicBezTo>
                  <a:pt x="10802773" y="98867"/>
                  <a:pt x="10810643" y="74248"/>
                  <a:pt x="10817941" y="56105"/>
                </a:cubicBezTo>
                <a:cubicBezTo>
                  <a:pt x="10821178" y="46975"/>
                  <a:pt x="10824923" y="39524"/>
                  <a:pt x="10827018" y="34256"/>
                </a:cubicBezTo>
                <a:cubicBezTo>
                  <a:pt x="10829302" y="29028"/>
                  <a:pt x="10830635" y="26024"/>
                  <a:pt x="10830635" y="26024"/>
                </a:cubicBezTo>
                <a:cubicBezTo>
                  <a:pt x="10830635" y="26024"/>
                  <a:pt x="10830254" y="29145"/>
                  <a:pt x="10829556" y="34607"/>
                </a:cubicBezTo>
                <a:cubicBezTo>
                  <a:pt x="10829048" y="40070"/>
                  <a:pt x="10827652" y="47756"/>
                  <a:pt x="10827144" y="57120"/>
                </a:cubicBezTo>
                <a:cubicBezTo>
                  <a:pt x="10825431" y="75730"/>
                  <a:pt x="10825113" y="100506"/>
                  <a:pt x="10826446" y="125086"/>
                </a:cubicBezTo>
                <a:cubicBezTo>
                  <a:pt x="10828223" y="149705"/>
                  <a:pt x="10831651" y="174051"/>
                  <a:pt x="10835585" y="192155"/>
                </a:cubicBezTo>
                <a:cubicBezTo>
                  <a:pt x="10837172" y="201206"/>
                  <a:pt x="10839457" y="208697"/>
                  <a:pt x="10840662" y="213925"/>
                </a:cubicBezTo>
                <a:lnTo>
                  <a:pt x="10841760" y="218372"/>
                </a:lnTo>
                <a:lnTo>
                  <a:pt x="10881540" y="218372"/>
                </a:lnTo>
                <a:lnTo>
                  <a:pt x="10881850" y="217067"/>
                </a:lnTo>
                <a:cubicBezTo>
                  <a:pt x="10886101" y="198692"/>
                  <a:pt x="10895324" y="156620"/>
                  <a:pt x="10901083" y="114044"/>
                </a:cubicBezTo>
                <a:cubicBezTo>
                  <a:pt x="10909334" y="57354"/>
                  <a:pt x="10911428" y="0"/>
                  <a:pt x="10911428" y="0"/>
                </a:cubicBezTo>
                <a:cubicBezTo>
                  <a:pt x="10911428" y="0"/>
                  <a:pt x="10924312" y="56652"/>
                  <a:pt x="10930976" y="114161"/>
                </a:cubicBezTo>
                <a:cubicBezTo>
                  <a:pt x="10934625" y="142897"/>
                  <a:pt x="10936704" y="171778"/>
                  <a:pt x="10937870" y="193476"/>
                </a:cubicBezTo>
                <a:lnTo>
                  <a:pt x="10938958" y="218372"/>
                </a:lnTo>
                <a:lnTo>
                  <a:pt x="10967734" y="218372"/>
                </a:lnTo>
                <a:lnTo>
                  <a:pt x="10968613" y="215700"/>
                </a:lnTo>
                <a:cubicBezTo>
                  <a:pt x="10974137" y="199143"/>
                  <a:pt x="10987096" y="161381"/>
                  <a:pt x="11002377" y="124188"/>
                </a:cubicBezTo>
                <a:cubicBezTo>
                  <a:pt x="11021670" y="76355"/>
                  <a:pt x="11044772" y="29574"/>
                  <a:pt x="11046486" y="26180"/>
                </a:cubicBezTo>
                <a:cubicBezTo>
                  <a:pt x="11046168" y="27936"/>
                  <a:pt x="11043820" y="41123"/>
                  <a:pt x="11040837" y="60007"/>
                </a:cubicBezTo>
                <a:cubicBezTo>
                  <a:pt x="11043122" y="46859"/>
                  <a:pt x="11044645" y="38509"/>
                  <a:pt x="11044645" y="38509"/>
                </a:cubicBezTo>
                <a:cubicBezTo>
                  <a:pt x="11044645" y="38509"/>
                  <a:pt x="11051182" y="84431"/>
                  <a:pt x="11060132" y="130002"/>
                </a:cubicBezTo>
                <a:cubicBezTo>
                  <a:pt x="11066700" y="164180"/>
                  <a:pt x="11074554" y="198138"/>
                  <a:pt x="11078071" y="212982"/>
                </a:cubicBezTo>
                <a:lnTo>
                  <a:pt x="11079362" y="218372"/>
                </a:lnTo>
                <a:lnTo>
                  <a:pt x="11095052" y="218372"/>
                </a:lnTo>
                <a:lnTo>
                  <a:pt x="11095990" y="198436"/>
                </a:lnTo>
                <a:cubicBezTo>
                  <a:pt x="11096180" y="163712"/>
                  <a:pt x="11090342" y="128597"/>
                  <a:pt x="11090342" y="128597"/>
                </a:cubicBezTo>
                <a:cubicBezTo>
                  <a:pt x="11090342" y="128597"/>
                  <a:pt x="11110714" y="161020"/>
                  <a:pt x="11125629" y="195393"/>
                </a:cubicBezTo>
                <a:lnTo>
                  <a:pt x="11134306" y="218372"/>
                </a:lnTo>
                <a:lnTo>
                  <a:pt x="11177178" y="218372"/>
                </a:lnTo>
                <a:lnTo>
                  <a:pt x="11180021" y="210843"/>
                </a:lnTo>
                <a:cubicBezTo>
                  <a:pt x="11186557" y="192935"/>
                  <a:pt x="11193729" y="168784"/>
                  <a:pt x="11199632" y="144282"/>
                </a:cubicBezTo>
                <a:cubicBezTo>
                  <a:pt x="11205026" y="119741"/>
                  <a:pt x="11209088" y="94965"/>
                  <a:pt x="11210866" y="76237"/>
                </a:cubicBezTo>
                <a:cubicBezTo>
                  <a:pt x="11212135" y="66874"/>
                  <a:pt x="11212262" y="59071"/>
                  <a:pt x="11212769" y="53569"/>
                </a:cubicBezTo>
                <a:cubicBezTo>
                  <a:pt x="11213150" y="48068"/>
                  <a:pt x="11213404" y="44947"/>
                  <a:pt x="11213404" y="44947"/>
                </a:cubicBezTo>
                <a:cubicBezTo>
                  <a:pt x="11213404" y="44947"/>
                  <a:pt x="11214102" y="48029"/>
                  <a:pt x="11215371" y="53452"/>
                </a:cubicBezTo>
                <a:cubicBezTo>
                  <a:pt x="11216451" y="58914"/>
                  <a:pt x="11218672" y="66679"/>
                  <a:pt x="11220258" y="76043"/>
                </a:cubicBezTo>
                <a:cubicBezTo>
                  <a:pt x="11224066" y="94770"/>
                  <a:pt x="11227494" y="119935"/>
                  <a:pt x="11229524" y="145335"/>
                </a:cubicBezTo>
                <a:cubicBezTo>
                  <a:pt x="11231048" y="170696"/>
                  <a:pt x="11231175" y="196290"/>
                  <a:pt x="11230033" y="215486"/>
                </a:cubicBezTo>
                <a:lnTo>
                  <a:pt x="11229847" y="218372"/>
                </a:lnTo>
                <a:lnTo>
                  <a:pt x="11288371" y="218372"/>
                </a:lnTo>
                <a:lnTo>
                  <a:pt x="11287352" y="206300"/>
                </a:lnTo>
                <a:cubicBezTo>
                  <a:pt x="11286629" y="195722"/>
                  <a:pt x="11286058" y="184449"/>
                  <a:pt x="11285820" y="173193"/>
                </a:cubicBezTo>
                <a:cubicBezTo>
                  <a:pt x="11284551" y="128090"/>
                  <a:pt x="11288549" y="83495"/>
                  <a:pt x="11288549" y="83495"/>
                </a:cubicBezTo>
                <a:cubicBezTo>
                  <a:pt x="11288549" y="83495"/>
                  <a:pt x="11299529" y="127583"/>
                  <a:pt x="11315522" y="170501"/>
                </a:cubicBezTo>
                <a:cubicBezTo>
                  <a:pt x="11319441" y="181269"/>
                  <a:pt x="11323658" y="191947"/>
                  <a:pt x="11327778" y="201907"/>
                </a:cubicBezTo>
                <a:lnTo>
                  <a:pt x="11334875" y="218372"/>
                </a:lnTo>
                <a:lnTo>
                  <a:pt x="11393301" y="218372"/>
                </a:lnTo>
                <a:lnTo>
                  <a:pt x="11394095" y="211428"/>
                </a:lnTo>
                <a:cubicBezTo>
                  <a:pt x="11395745" y="195276"/>
                  <a:pt x="11396252" y="173661"/>
                  <a:pt x="11395300" y="151851"/>
                </a:cubicBezTo>
                <a:cubicBezTo>
                  <a:pt x="11393904" y="130119"/>
                  <a:pt x="11391048" y="108231"/>
                  <a:pt x="11387621" y="91844"/>
                </a:cubicBezTo>
                <a:cubicBezTo>
                  <a:pt x="11386225" y="83612"/>
                  <a:pt x="11384193" y="76901"/>
                  <a:pt x="11383115" y="72102"/>
                </a:cubicBezTo>
                <a:cubicBezTo>
                  <a:pt x="11382099" y="67888"/>
                  <a:pt x="11381528" y="65274"/>
                  <a:pt x="11381401" y="64689"/>
                </a:cubicBezTo>
                <a:cubicBezTo>
                  <a:pt x="11381718" y="65235"/>
                  <a:pt x="11383178" y="67693"/>
                  <a:pt x="11385590" y="71595"/>
                </a:cubicBezTo>
                <a:cubicBezTo>
                  <a:pt x="11388192" y="76082"/>
                  <a:pt x="11392508" y="82441"/>
                  <a:pt x="11396697" y="90284"/>
                </a:cubicBezTo>
                <a:cubicBezTo>
                  <a:pt x="11405582" y="105812"/>
                  <a:pt x="11415927" y="127036"/>
                  <a:pt x="11424876" y="148730"/>
                </a:cubicBezTo>
                <a:cubicBezTo>
                  <a:pt x="11433380" y="170423"/>
                  <a:pt x="11440488" y="192622"/>
                  <a:pt x="11444550" y="209438"/>
                </a:cubicBezTo>
                <a:lnTo>
                  <a:pt x="11446551" y="218372"/>
                </a:lnTo>
                <a:lnTo>
                  <a:pt x="11502645" y="218372"/>
                </a:lnTo>
                <a:lnTo>
                  <a:pt x="11506431" y="205264"/>
                </a:lnTo>
                <a:cubicBezTo>
                  <a:pt x="11516712" y="167106"/>
                  <a:pt x="11524582" y="128402"/>
                  <a:pt x="11524582" y="128402"/>
                </a:cubicBezTo>
                <a:cubicBezTo>
                  <a:pt x="11524582" y="128402"/>
                  <a:pt x="11531690" y="167145"/>
                  <a:pt x="11536324" y="206239"/>
                </a:cubicBezTo>
                <a:lnTo>
                  <a:pt x="11537526" y="218372"/>
                </a:lnTo>
                <a:lnTo>
                  <a:pt x="11551326" y="218372"/>
                </a:lnTo>
                <a:lnTo>
                  <a:pt x="11551334" y="217583"/>
                </a:lnTo>
                <a:cubicBezTo>
                  <a:pt x="11551508" y="200650"/>
                  <a:pt x="11551746" y="178070"/>
                  <a:pt x="11552000" y="155479"/>
                </a:cubicBezTo>
                <a:cubicBezTo>
                  <a:pt x="11551746" y="110221"/>
                  <a:pt x="11551492" y="65001"/>
                  <a:pt x="11551492" y="65001"/>
                </a:cubicBezTo>
                <a:cubicBezTo>
                  <a:pt x="11551492" y="65001"/>
                  <a:pt x="11566597" y="109089"/>
                  <a:pt x="11581766" y="153177"/>
                </a:cubicBezTo>
                <a:cubicBezTo>
                  <a:pt x="11588970" y="175319"/>
                  <a:pt x="11596173" y="197451"/>
                  <a:pt x="11601576" y="214048"/>
                </a:cubicBezTo>
                <a:lnTo>
                  <a:pt x="11602984" y="218372"/>
                </a:lnTo>
                <a:lnTo>
                  <a:pt x="11631817" y="218372"/>
                </a:lnTo>
                <a:lnTo>
                  <a:pt x="11630548" y="198810"/>
                </a:lnTo>
                <a:cubicBezTo>
                  <a:pt x="11629962" y="188338"/>
                  <a:pt x="11629446" y="177172"/>
                  <a:pt x="11629113" y="166014"/>
                </a:cubicBezTo>
                <a:cubicBezTo>
                  <a:pt x="11627652" y="121379"/>
                  <a:pt x="11629049" y="76940"/>
                  <a:pt x="11629049" y="76940"/>
                </a:cubicBezTo>
                <a:cubicBezTo>
                  <a:pt x="11629049" y="76940"/>
                  <a:pt x="11642568" y="120443"/>
                  <a:pt x="11658815" y="163244"/>
                </a:cubicBezTo>
                <a:cubicBezTo>
                  <a:pt x="11662829" y="173963"/>
                  <a:pt x="11667014" y="184632"/>
                  <a:pt x="11671033" y="194605"/>
                </a:cubicBezTo>
                <a:lnTo>
                  <a:pt x="11680846" y="218372"/>
                </a:lnTo>
                <a:lnTo>
                  <a:pt x="11743666" y="218372"/>
                </a:lnTo>
                <a:lnTo>
                  <a:pt x="11744495" y="206668"/>
                </a:lnTo>
                <a:cubicBezTo>
                  <a:pt x="11747098" y="209829"/>
                  <a:pt x="11749764" y="213028"/>
                  <a:pt x="11752429" y="216188"/>
                </a:cubicBezTo>
                <a:lnTo>
                  <a:pt x="11754285" y="218372"/>
                </a:lnTo>
                <a:lnTo>
                  <a:pt x="11846181" y="218372"/>
                </a:lnTo>
                <a:lnTo>
                  <a:pt x="11871620" y="130704"/>
                </a:lnTo>
                <a:lnTo>
                  <a:pt x="11872127" y="129182"/>
                </a:lnTo>
                <a:lnTo>
                  <a:pt x="11872572" y="130704"/>
                </a:lnTo>
                <a:lnTo>
                  <a:pt x="11898010" y="218372"/>
                </a:lnTo>
                <a:lnTo>
                  <a:pt x="11989902" y="218372"/>
                </a:lnTo>
                <a:lnTo>
                  <a:pt x="11991762" y="216188"/>
                </a:lnTo>
                <a:cubicBezTo>
                  <a:pt x="11994428" y="213028"/>
                  <a:pt x="11997031" y="209829"/>
                  <a:pt x="11999696" y="206668"/>
                </a:cubicBezTo>
                <a:lnTo>
                  <a:pt x="12000526" y="218372"/>
                </a:lnTo>
                <a:lnTo>
                  <a:pt x="12063384" y="218372"/>
                </a:lnTo>
                <a:lnTo>
                  <a:pt x="12073195" y="194605"/>
                </a:lnTo>
                <a:cubicBezTo>
                  <a:pt x="12077217" y="184632"/>
                  <a:pt x="12081410" y="173963"/>
                  <a:pt x="12085440" y="163244"/>
                </a:cubicBezTo>
                <a:cubicBezTo>
                  <a:pt x="12101624" y="120443"/>
                  <a:pt x="12115142" y="76940"/>
                  <a:pt x="12115142" y="76940"/>
                </a:cubicBezTo>
                <a:cubicBezTo>
                  <a:pt x="12115142" y="76940"/>
                  <a:pt x="12116538" y="121379"/>
                  <a:pt x="12115079" y="166014"/>
                </a:cubicBezTo>
                <a:cubicBezTo>
                  <a:pt x="12114746" y="177172"/>
                  <a:pt x="12114230" y="188338"/>
                  <a:pt x="12113644" y="198810"/>
                </a:cubicBezTo>
                <a:lnTo>
                  <a:pt x="12112375" y="218372"/>
                </a:lnTo>
                <a:lnTo>
                  <a:pt x="12143208" y="218372"/>
                </a:lnTo>
                <a:lnTo>
                  <a:pt x="12186225" y="90946"/>
                </a:lnTo>
                <a:lnTo>
                  <a:pt x="12190350" y="218372"/>
                </a:lnTo>
                <a:lnTo>
                  <a:pt x="12192000" y="218372"/>
                </a:lnTo>
                <a:lnTo>
                  <a:pt x="12192000" y="269100"/>
                </a:lnTo>
                <a:lnTo>
                  <a:pt x="12192001" y="269133"/>
                </a:lnTo>
                <a:lnTo>
                  <a:pt x="12192000" y="269133"/>
                </a:lnTo>
                <a:lnTo>
                  <a:pt x="12192000" y="586467"/>
                </a:lnTo>
                <a:lnTo>
                  <a:pt x="0" y="586467"/>
                </a:lnTo>
                <a:lnTo>
                  <a:pt x="0" y="218372"/>
                </a:lnTo>
                <a:lnTo>
                  <a:pt x="6411" y="218372"/>
                </a:lnTo>
                <a:lnTo>
                  <a:pt x="6411" y="173349"/>
                </a:lnTo>
                <a:lnTo>
                  <a:pt x="10854" y="128402"/>
                </a:lnTo>
                <a:lnTo>
                  <a:pt x="36978" y="218372"/>
                </a:lnTo>
                <a:lnTo>
                  <a:pt x="112885" y="218372"/>
                </a:lnTo>
                <a:lnTo>
                  <a:pt x="126293" y="176753"/>
                </a:lnTo>
                <a:cubicBezTo>
                  <a:pt x="130267" y="163185"/>
                  <a:pt x="132647" y="154075"/>
                  <a:pt x="132647" y="154075"/>
                </a:cubicBezTo>
                <a:cubicBezTo>
                  <a:pt x="132647" y="154075"/>
                  <a:pt x="134012" y="163273"/>
                  <a:pt x="135630" y="177133"/>
                </a:cubicBezTo>
                <a:lnTo>
                  <a:pt x="139271" y="218372"/>
                </a:lnTo>
                <a:lnTo>
                  <a:pt x="202325" y="218372"/>
                </a:lnTo>
                <a:lnTo>
                  <a:pt x="212138" y="194605"/>
                </a:lnTo>
                <a:cubicBezTo>
                  <a:pt x="216157" y="184632"/>
                  <a:pt x="220342" y="173963"/>
                  <a:pt x="224356" y="163244"/>
                </a:cubicBezTo>
                <a:cubicBezTo>
                  <a:pt x="240604" y="120443"/>
                  <a:pt x="254059" y="76940"/>
                  <a:pt x="254059" y="76940"/>
                </a:cubicBezTo>
                <a:cubicBezTo>
                  <a:pt x="254059" y="76940"/>
                  <a:pt x="255519" y="121379"/>
                  <a:pt x="254059" y="166014"/>
                </a:cubicBezTo>
                <a:cubicBezTo>
                  <a:pt x="253726" y="177172"/>
                  <a:pt x="253210" y="188338"/>
                  <a:pt x="252624" y="198810"/>
                </a:cubicBezTo>
                <a:lnTo>
                  <a:pt x="251355" y="218372"/>
                </a:lnTo>
                <a:lnTo>
                  <a:pt x="282201" y="218372"/>
                </a:lnTo>
                <a:lnTo>
                  <a:pt x="325269" y="90946"/>
                </a:lnTo>
                <a:lnTo>
                  <a:pt x="329344" y="218372"/>
                </a:lnTo>
                <a:lnTo>
                  <a:pt x="345697" y="218372"/>
                </a:lnTo>
                <a:lnTo>
                  <a:pt x="346911" y="206239"/>
                </a:lnTo>
                <a:cubicBezTo>
                  <a:pt x="351544" y="167145"/>
                  <a:pt x="358589" y="128402"/>
                  <a:pt x="358589" y="128402"/>
                </a:cubicBezTo>
                <a:cubicBezTo>
                  <a:pt x="358589" y="128402"/>
                  <a:pt x="366522" y="167106"/>
                  <a:pt x="376804" y="205264"/>
                </a:cubicBezTo>
                <a:lnTo>
                  <a:pt x="380576" y="218372"/>
                </a:lnTo>
                <a:lnTo>
                  <a:pt x="436656" y="218372"/>
                </a:lnTo>
                <a:lnTo>
                  <a:pt x="438684" y="209438"/>
                </a:lnTo>
                <a:cubicBezTo>
                  <a:pt x="442746" y="192622"/>
                  <a:pt x="449855" y="170423"/>
                  <a:pt x="458296" y="148730"/>
                </a:cubicBezTo>
                <a:cubicBezTo>
                  <a:pt x="467245" y="127036"/>
                  <a:pt x="477590" y="105812"/>
                  <a:pt x="486538" y="90284"/>
                </a:cubicBezTo>
                <a:cubicBezTo>
                  <a:pt x="490664" y="82441"/>
                  <a:pt x="494980" y="76082"/>
                  <a:pt x="497582" y="71595"/>
                </a:cubicBezTo>
                <a:cubicBezTo>
                  <a:pt x="499993" y="67693"/>
                  <a:pt x="501453" y="65235"/>
                  <a:pt x="501834" y="64689"/>
                </a:cubicBezTo>
                <a:cubicBezTo>
                  <a:pt x="501707" y="65274"/>
                  <a:pt x="501072" y="67888"/>
                  <a:pt x="500057" y="72102"/>
                </a:cubicBezTo>
                <a:cubicBezTo>
                  <a:pt x="499041" y="76901"/>
                  <a:pt x="497011" y="83612"/>
                  <a:pt x="495614" y="91844"/>
                </a:cubicBezTo>
                <a:cubicBezTo>
                  <a:pt x="492124" y="108231"/>
                  <a:pt x="489268" y="130119"/>
                  <a:pt x="487871" y="151851"/>
                </a:cubicBezTo>
                <a:cubicBezTo>
                  <a:pt x="486983" y="173661"/>
                  <a:pt x="487490" y="195276"/>
                  <a:pt x="489077" y="211428"/>
                </a:cubicBezTo>
                <a:lnTo>
                  <a:pt x="489871" y="218372"/>
                </a:lnTo>
                <a:lnTo>
                  <a:pt x="548337" y="218372"/>
                </a:lnTo>
                <a:lnTo>
                  <a:pt x="555447" y="201907"/>
                </a:lnTo>
                <a:cubicBezTo>
                  <a:pt x="559573" y="191947"/>
                  <a:pt x="563794" y="181269"/>
                  <a:pt x="567713" y="170501"/>
                </a:cubicBezTo>
                <a:cubicBezTo>
                  <a:pt x="583643" y="127583"/>
                  <a:pt x="594623" y="83495"/>
                  <a:pt x="594623" y="83495"/>
                </a:cubicBezTo>
                <a:cubicBezTo>
                  <a:pt x="594623" y="83495"/>
                  <a:pt x="598621" y="128090"/>
                  <a:pt x="597352" y="173193"/>
                </a:cubicBezTo>
                <a:cubicBezTo>
                  <a:pt x="597114" y="184449"/>
                  <a:pt x="596547" y="195722"/>
                  <a:pt x="595830" y="206300"/>
                </a:cubicBezTo>
                <a:lnTo>
                  <a:pt x="594820" y="218372"/>
                </a:lnTo>
                <a:lnTo>
                  <a:pt x="653324" y="218372"/>
                </a:lnTo>
                <a:lnTo>
                  <a:pt x="653139" y="215486"/>
                </a:lnTo>
                <a:cubicBezTo>
                  <a:pt x="651997" y="196290"/>
                  <a:pt x="652124" y="170696"/>
                  <a:pt x="653710" y="145335"/>
                </a:cubicBezTo>
                <a:cubicBezTo>
                  <a:pt x="655741" y="119935"/>
                  <a:pt x="659169" y="94770"/>
                  <a:pt x="662977" y="76043"/>
                </a:cubicBezTo>
                <a:cubicBezTo>
                  <a:pt x="664563" y="66679"/>
                  <a:pt x="666721" y="58914"/>
                  <a:pt x="667864" y="53452"/>
                </a:cubicBezTo>
                <a:cubicBezTo>
                  <a:pt x="669069" y="48029"/>
                  <a:pt x="669831" y="44947"/>
                  <a:pt x="669831" y="44947"/>
                </a:cubicBezTo>
                <a:cubicBezTo>
                  <a:pt x="669831" y="44947"/>
                  <a:pt x="670021" y="48068"/>
                  <a:pt x="670402" y="53569"/>
                </a:cubicBezTo>
                <a:cubicBezTo>
                  <a:pt x="670910" y="59071"/>
                  <a:pt x="671100" y="66874"/>
                  <a:pt x="672306" y="76237"/>
                </a:cubicBezTo>
                <a:cubicBezTo>
                  <a:pt x="674147" y="94965"/>
                  <a:pt x="678145" y="119741"/>
                  <a:pt x="683603" y="144282"/>
                </a:cubicBezTo>
                <a:cubicBezTo>
                  <a:pt x="689442" y="168784"/>
                  <a:pt x="696678" y="192935"/>
                  <a:pt x="703215" y="210843"/>
                </a:cubicBezTo>
                <a:lnTo>
                  <a:pt x="706046" y="218372"/>
                </a:lnTo>
                <a:lnTo>
                  <a:pt x="748929" y="218372"/>
                </a:lnTo>
                <a:lnTo>
                  <a:pt x="757606" y="195393"/>
                </a:lnTo>
                <a:cubicBezTo>
                  <a:pt x="772521" y="161020"/>
                  <a:pt x="792893" y="128597"/>
                  <a:pt x="792893" y="128597"/>
                </a:cubicBezTo>
                <a:cubicBezTo>
                  <a:pt x="792893" y="128597"/>
                  <a:pt x="786991" y="163712"/>
                  <a:pt x="787181" y="198436"/>
                </a:cubicBezTo>
                <a:lnTo>
                  <a:pt x="788131" y="218372"/>
                </a:lnTo>
                <a:lnTo>
                  <a:pt x="803813" y="218372"/>
                </a:lnTo>
                <a:lnTo>
                  <a:pt x="805111" y="212982"/>
                </a:lnTo>
                <a:cubicBezTo>
                  <a:pt x="808646" y="198138"/>
                  <a:pt x="816535" y="164180"/>
                  <a:pt x="823104" y="130002"/>
                </a:cubicBezTo>
                <a:cubicBezTo>
                  <a:pt x="831989" y="84431"/>
                  <a:pt x="838526" y="38509"/>
                  <a:pt x="838526" y="38509"/>
                </a:cubicBezTo>
                <a:cubicBezTo>
                  <a:pt x="838526" y="38509"/>
                  <a:pt x="840113" y="46859"/>
                  <a:pt x="842398" y="60046"/>
                </a:cubicBezTo>
                <a:cubicBezTo>
                  <a:pt x="839224" y="39758"/>
                  <a:pt x="836686" y="25985"/>
                  <a:pt x="836686" y="25985"/>
                </a:cubicBezTo>
                <a:cubicBezTo>
                  <a:pt x="836686" y="25985"/>
                  <a:pt x="860740" y="74521"/>
                  <a:pt x="880859" y="124188"/>
                </a:cubicBezTo>
                <a:cubicBezTo>
                  <a:pt x="896091" y="161381"/>
                  <a:pt x="909074" y="199143"/>
                  <a:pt x="914613" y="215700"/>
                </a:cubicBezTo>
                <a:lnTo>
                  <a:pt x="915495" y="218372"/>
                </a:lnTo>
                <a:lnTo>
                  <a:pt x="944266" y="218372"/>
                </a:lnTo>
                <a:lnTo>
                  <a:pt x="945333" y="193476"/>
                </a:lnTo>
                <a:cubicBezTo>
                  <a:pt x="946484" y="171778"/>
                  <a:pt x="948546" y="142897"/>
                  <a:pt x="952195" y="114161"/>
                </a:cubicBezTo>
                <a:cubicBezTo>
                  <a:pt x="958923" y="56652"/>
                  <a:pt x="971807" y="0"/>
                  <a:pt x="971807" y="0"/>
                </a:cubicBezTo>
                <a:close/>
              </a:path>
            </a:pathLst>
          </a:custGeom>
          <a:solidFill>
            <a:srgbClr val="68993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422D2289-1D81-39A4-3831-CA9720F4DF5F}"/>
              </a:ext>
            </a:extLst>
          </p:cNvPr>
          <p:cNvSpPr/>
          <p:nvPr userDrawn="1"/>
        </p:nvSpPr>
        <p:spPr>
          <a:xfrm>
            <a:off x="0" y="6349852"/>
            <a:ext cx="12192001" cy="508148"/>
          </a:xfrm>
          <a:custGeom>
            <a:avLst/>
            <a:gdLst>
              <a:gd name="connsiteX0" fmla="*/ 971807 w 12192001"/>
              <a:gd name="connsiteY0" fmla="*/ 0 h 586467"/>
              <a:gd name="connsiteX1" fmla="*/ 982152 w 12192001"/>
              <a:gd name="connsiteY1" fmla="*/ 114044 h 586467"/>
              <a:gd name="connsiteX2" fmla="*/ 1001332 w 12192001"/>
              <a:gd name="connsiteY2" fmla="*/ 217067 h 586467"/>
              <a:gd name="connsiteX3" fmla="*/ 1001641 w 12192001"/>
              <a:gd name="connsiteY3" fmla="*/ 218372 h 586467"/>
              <a:gd name="connsiteX4" fmla="*/ 1041475 w 12192001"/>
              <a:gd name="connsiteY4" fmla="*/ 218372 h 586467"/>
              <a:gd name="connsiteX5" fmla="*/ 1042572 w 12192001"/>
              <a:gd name="connsiteY5" fmla="*/ 213925 h 586467"/>
              <a:gd name="connsiteX6" fmla="*/ 1047650 w 12192001"/>
              <a:gd name="connsiteY6" fmla="*/ 192155 h 586467"/>
              <a:gd name="connsiteX7" fmla="*/ 1056789 w 12192001"/>
              <a:gd name="connsiteY7" fmla="*/ 125086 h 586467"/>
              <a:gd name="connsiteX8" fmla="*/ 1056027 w 12192001"/>
              <a:gd name="connsiteY8" fmla="*/ 57120 h 586467"/>
              <a:gd name="connsiteX9" fmla="*/ 1053616 w 12192001"/>
              <a:gd name="connsiteY9" fmla="*/ 34607 h 586467"/>
              <a:gd name="connsiteX10" fmla="*/ 1052600 w 12192001"/>
              <a:gd name="connsiteY10" fmla="*/ 26024 h 586467"/>
              <a:gd name="connsiteX11" fmla="*/ 1056154 w 12192001"/>
              <a:gd name="connsiteY11" fmla="*/ 34256 h 586467"/>
              <a:gd name="connsiteX12" fmla="*/ 1065294 w 12192001"/>
              <a:gd name="connsiteY12" fmla="*/ 56105 h 586467"/>
              <a:gd name="connsiteX13" fmla="*/ 1086618 w 12192001"/>
              <a:gd name="connsiteY13" fmla="*/ 123837 h 586467"/>
              <a:gd name="connsiteX14" fmla="*/ 1098106 w 12192001"/>
              <a:gd name="connsiteY14" fmla="*/ 193364 h 586467"/>
              <a:gd name="connsiteX15" fmla="*/ 1099693 w 12192001"/>
              <a:gd name="connsiteY15" fmla="*/ 216539 h 586467"/>
              <a:gd name="connsiteX16" fmla="*/ 1099798 w 12192001"/>
              <a:gd name="connsiteY16" fmla="*/ 218372 h 586467"/>
              <a:gd name="connsiteX17" fmla="*/ 1115028 w 12192001"/>
              <a:gd name="connsiteY17" fmla="*/ 218372 h 586467"/>
              <a:gd name="connsiteX18" fmla="*/ 1117400 w 12192001"/>
              <a:gd name="connsiteY18" fmla="*/ 211546 h 586467"/>
              <a:gd name="connsiteX19" fmla="*/ 1138471 w 12192001"/>
              <a:gd name="connsiteY19" fmla="*/ 167301 h 586467"/>
              <a:gd name="connsiteX20" fmla="*/ 1149641 w 12192001"/>
              <a:gd name="connsiteY20" fmla="*/ 147754 h 586467"/>
              <a:gd name="connsiteX21" fmla="*/ 1147102 w 12192001"/>
              <a:gd name="connsiteY21" fmla="*/ 214081 h 586467"/>
              <a:gd name="connsiteX22" fmla="*/ 1147558 w 12192001"/>
              <a:gd name="connsiteY22" fmla="*/ 218372 h 586467"/>
              <a:gd name="connsiteX23" fmla="*/ 1166585 w 12192001"/>
              <a:gd name="connsiteY23" fmla="*/ 218372 h 586467"/>
              <a:gd name="connsiteX24" fmla="*/ 1203461 w 12192001"/>
              <a:gd name="connsiteY24" fmla="*/ 44869 h 586467"/>
              <a:gd name="connsiteX25" fmla="*/ 1218249 w 12192001"/>
              <a:gd name="connsiteY25" fmla="*/ 207175 h 586467"/>
              <a:gd name="connsiteX26" fmla="*/ 1224849 w 12192001"/>
              <a:gd name="connsiteY26" fmla="*/ 186302 h 586467"/>
              <a:gd name="connsiteX27" fmla="*/ 1252965 w 12192001"/>
              <a:gd name="connsiteY27" fmla="*/ 109128 h 586467"/>
              <a:gd name="connsiteX28" fmla="*/ 1254615 w 12192001"/>
              <a:gd name="connsiteY28" fmla="*/ 188136 h 586467"/>
              <a:gd name="connsiteX29" fmla="*/ 1257131 w 12192001"/>
              <a:gd name="connsiteY29" fmla="*/ 218372 h 586467"/>
              <a:gd name="connsiteX30" fmla="*/ 1292608 w 12192001"/>
              <a:gd name="connsiteY30" fmla="*/ 218372 h 586467"/>
              <a:gd name="connsiteX31" fmla="*/ 1293061 w 12192001"/>
              <a:gd name="connsiteY31" fmla="*/ 217027 h 586467"/>
              <a:gd name="connsiteX32" fmla="*/ 1306912 w 12192001"/>
              <a:gd name="connsiteY32" fmla="*/ 165974 h 586467"/>
              <a:gd name="connsiteX33" fmla="*/ 1317702 w 12192001"/>
              <a:gd name="connsiteY33" fmla="*/ 89932 h 586467"/>
              <a:gd name="connsiteX34" fmla="*/ 1336805 w 12192001"/>
              <a:gd name="connsiteY34" fmla="*/ 166209 h 586467"/>
              <a:gd name="connsiteX35" fmla="*/ 1342732 w 12192001"/>
              <a:gd name="connsiteY35" fmla="*/ 211663 h 586467"/>
              <a:gd name="connsiteX36" fmla="*/ 1343228 w 12192001"/>
              <a:gd name="connsiteY36" fmla="*/ 218372 h 586467"/>
              <a:gd name="connsiteX37" fmla="*/ 1345931 w 12192001"/>
              <a:gd name="connsiteY37" fmla="*/ 218372 h 586467"/>
              <a:gd name="connsiteX38" fmla="*/ 1346080 w 12192001"/>
              <a:gd name="connsiteY38" fmla="*/ 216393 h 586467"/>
              <a:gd name="connsiteX39" fmla="*/ 1346706 w 12192001"/>
              <a:gd name="connsiteY39" fmla="*/ 210609 h 586467"/>
              <a:gd name="connsiteX40" fmla="*/ 1362763 w 12192001"/>
              <a:gd name="connsiteY40" fmla="*/ 144945 h 586467"/>
              <a:gd name="connsiteX41" fmla="*/ 1382501 w 12192001"/>
              <a:gd name="connsiteY41" fmla="*/ 102067 h 586467"/>
              <a:gd name="connsiteX42" fmla="*/ 1393545 w 12192001"/>
              <a:gd name="connsiteY42" fmla="*/ 83378 h 586467"/>
              <a:gd name="connsiteX43" fmla="*/ 1392593 w 12192001"/>
              <a:gd name="connsiteY43" fmla="*/ 146779 h 586467"/>
              <a:gd name="connsiteX44" fmla="*/ 1400653 w 12192001"/>
              <a:gd name="connsiteY44" fmla="*/ 189150 h 586467"/>
              <a:gd name="connsiteX45" fmla="*/ 1406428 w 12192001"/>
              <a:gd name="connsiteY45" fmla="*/ 207917 h 586467"/>
              <a:gd name="connsiteX46" fmla="*/ 1408177 w 12192001"/>
              <a:gd name="connsiteY46" fmla="*/ 212690 h 586467"/>
              <a:gd name="connsiteX47" fmla="*/ 1410474 w 12192001"/>
              <a:gd name="connsiteY47" fmla="*/ 218372 h 586467"/>
              <a:gd name="connsiteX48" fmla="*/ 1451672 w 12192001"/>
              <a:gd name="connsiteY48" fmla="*/ 218372 h 586467"/>
              <a:gd name="connsiteX49" fmla="*/ 1452315 w 12192001"/>
              <a:gd name="connsiteY49" fmla="*/ 216813 h 586467"/>
              <a:gd name="connsiteX50" fmla="*/ 1472751 w 12192001"/>
              <a:gd name="connsiteY50" fmla="*/ 160356 h 586467"/>
              <a:gd name="connsiteX51" fmla="*/ 1488682 w 12192001"/>
              <a:gd name="connsiteY51" fmla="*/ 102730 h 586467"/>
              <a:gd name="connsiteX52" fmla="*/ 1502644 w 12192001"/>
              <a:gd name="connsiteY52" fmla="*/ 161176 h 586467"/>
              <a:gd name="connsiteX53" fmla="*/ 1511239 w 12192001"/>
              <a:gd name="connsiteY53" fmla="*/ 215455 h 586467"/>
              <a:gd name="connsiteX54" fmla="*/ 1511584 w 12192001"/>
              <a:gd name="connsiteY54" fmla="*/ 218372 h 586467"/>
              <a:gd name="connsiteX55" fmla="*/ 1514931 w 12192001"/>
              <a:gd name="connsiteY55" fmla="*/ 218372 h 586467"/>
              <a:gd name="connsiteX56" fmla="*/ 1517075 w 12192001"/>
              <a:gd name="connsiteY56" fmla="*/ 213428 h 586467"/>
              <a:gd name="connsiteX57" fmla="*/ 1518765 w 12192001"/>
              <a:gd name="connsiteY57" fmla="*/ 209361 h 586467"/>
              <a:gd name="connsiteX58" fmla="*/ 1545421 w 12192001"/>
              <a:gd name="connsiteY58" fmla="*/ 128441 h 586467"/>
              <a:gd name="connsiteX59" fmla="*/ 1559701 w 12192001"/>
              <a:gd name="connsiteY59" fmla="*/ 45064 h 586467"/>
              <a:gd name="connsiteX60" fmla="*/ 1575314 w 12192001"/>
              <a:gd name="connsiteY60" fmla="*/ 129417 h 586467"/>
              <a:gd name="connsiteX61" fmla="*/ 1577980 w 12192001"/>
              <a:gd name="connsiteY61" fmla="*/ 215408 h 586467"/>
              <a:gd name="connsiteX62" fmla="*/ 1577828 w 12192001"/>
              <a:gd name="connsiteY62" fmla="*/ 218372 h 586467"/>
              <a:gd name="connsiteX63" fmla="*/ 1579032 w 12192001"/>
              <a:gd name="connsiteY63" fmla="*/ 218372 h 586467"/>
              <a:gd name="connsiteX64" fmla="*/ 1586215 w 12192001"/>
              <a:gd name="connsiteY64" fmla="*/ 196071 h 586467"/>
              <a:gd name="connsiteX65" fmla="*/ 1597781 w 12192001"/>
              <a:gd name="connsiteY65" fmla="*/ 163555 h 586467"/>
              <a:gd name="connsiteX66" fmla="*/ 1629007 w 12192001"/>
              <a:gd name="connsiteY66" fmla="*/ 89854 h 586467"/>
              <a:gd name="connsiteX67" fmla="*/ 1627547 w 12192001"/>
              <a:gd name="connsiteY67" fmla="*/ 166014 h 586467"/>
              <a:gd name="connsiteX68" fmla="*/ 1630276 w 12192001"/>
              <a:gd name="connsiteY68" fmla="*/ 217998 h 586467"/>
              <a:gd name="connsiteX69" fmla="*/ 1630309 w 12192001"/>
              <a:gd name="connsiteY69" fmla="*/ 218372 h 586467"/>
              <a:gd name="connsiteX70" fmla="*/ 1679389 w 12192001"/>
              <a:gd name="connsiteY70" fmla="*/ 218372 h 586467"/>
              <a:gd name="connsiteX71" fmla="*/ 1681147 w 12192001"/>
              <a:gd name="connsiteY71" fmla="*/ 212027 h 586467"/>
              <a:gd name="connsiteX72" fmla="*/ 1683017 w 12192001"/>
              <a:gd name="connsiteY72" fmla="*/ 204757 h 586467"/>
              <a:gd name="connsiteX73" fmla="*/ 1698884 w 12192001"/>
              <a:gd name="connsiteY73" fmla="*/ 119117 h 586467"/>
              <a:gd name="connsiteX74" fmla="*/ 1704406 w 12192001"/>
              <a:gd name="connsiteY74" fmla="*/ 32188 h 586467"/>
              <a:gd name="connsiteX75" fmla="*/ 1728777 w 12192001"/>
              <a:gd name="connsiteY75" fmla="*/ 118453 h 586467"/>
              <a:gd name="connsiteX76" fmla="*/ 1742740 w 12192001"/>
              <a:gd name="connsiteY76" fmla="*/ 206708 h 586467"/>
              <a:gd name="connsiteX77" fmla="*/ 1743158 w 12192001"/>
              <a:gd name="connsiteY77" fmla="*/ 211154 h 586467"/>
              <a:gd name="connsiteX78" fmla="*/ 1743734 w 12192001"/>
              <a:gd name="connsiteY78" fmla="*/ 218372 h 586467"/>
              <a:gd name="connsiteX79" fmla="*/ 1760697 w 12192001"/>
              <a:gd name="connsiteY79" fmla="*/ 218372 h 586467"/>
              <a:gd name="connsiteX80" fmla="*/ 1772760 w 12192001"/>
              <a:gd name="connsiteY80" fmla="*/ 175182 h 586467"/>
              <a:gd name="connsiteX81" fmla="*/ 1788119 w 12192001"/>
              <a:gd name="connsiteY81" fmla="*/ 96331 h 586467"/>
              <a:gd name="connsiteX82" fmla="*/ 1802652 w 12192001"/>
              <a:gd name="connsiteY82" fmla="*/ 175923 h 586467"/>
              <a:gd name="connsiteX83" fmla="*/ 1806063 w 12192001"/>
              <a:gd name="connsiteY83" fmla="*/ 205464 h 586467"/>
              <a:gd name="connsiteX84" fmla="*/ 1807120 w 12192001"/>
              <a:gd name="connsiteY84" fmla="*/ 218372 h 586467"/>
              <a:gd name="connsiteX85" fmla="*/ 1833582 w 12192001"/>
              <a:gd name="connsiteY85" fmla="*/ 218372 h 586467"/>
              <a:gd name="connsiteX86" fmla="*/ 1840098 w 12192001"/>
              <a:gd name="connsiteY86" fmla="*/ 206122 h 586467"/>
              <a:gd name="connsiteX87" fmla="*/ 1871895 w 12192001"/>
              <a:gd name="connsiteY87" fmla="*/ 156454 h 586467"/>
              <a:gd name="connsiteX88" fmla="*/ 1910419 w 12192001"/>
              <a:gd name="connsiteY88" fmla="*/ 109830 h 586467"/>
              <a:gd name="connsiteX89" fmla="*/ 1929777 w 12192001"/>
              <a:gd name="connsiteY89" fmla="*/ 89815 h 586467"/>
              <a:gd name="connsiteX90" fmla="*/ 1900138 w 12192001"/>
              <a:gd name="connsiteY90" fmla="*/ 163088 h 586467"/>
              <a:gd name="connsiteX91" fmla="*/ 1889221 w 12192001"/>
              <a:gd name="connsiteY91" fmla="*/ 214121 h 586467"/>
              <a:gd name="connsiteX92" fmla="*/ 1888711 w 12192001"/>
              <a:gd name="connsiteY92" fmla="*/ 218372 h 586467"/>
              <a:gd name="connsiteX93" fmla="*/ 1909838 w 12192001"/>
              <a:gd name="connsiteY93" fmla="*/ 218372 h 586467"/>
              <a:gd name="connsiteX94" fmla="*/ 1959225 w 12192001"/>
              <a:gd name="connsiteY94" fmla="*/ 141356 h 586467"/>
              <a:gd name="connsiteX95" fmla="*/ 1948856 w 12192001"/>
              <a:gd name="connsiteY95" fmla="*/ 218372 h 586467"/>
              <a:gd name="connsiteX96" fmla="*/ 1969879 w 12192001"/>
              <a:gd name="connsiteY96" fmla="*/ 218372 h 586467"/>
              <a:gd name="connsiteX97" fmla="*/ 1973188 w 12192001"/>
              <a:gd name="connsiteY97" fmla="*/ 199763 h 586467"/>
              <a:gd name="connsiteX98" fmla="*/ 1977821 w 12192001"/>
              <a:gd name="connsiteY98" fmla="*/ 134099 h 586467"/>
              <a:gd name="connsiteX99" fmla="*/ 1968999 w 12192001"/>
              <a:gd name="connsiteY99" fmla="*/ 68240 h 586467"/>
              <a:gd name="connsiteX100" fmla="*/ 1962145 w 12192001"/>
              <a:gd name="connsiteY100" fmla="*/ 46703 h 586467"/>
              <a:gd name="connsiteX101" fmla="*/ 1959289 w 12192001"/>
              <a:gd name="connsiteY101" fmla="*/ 38665 h 586467"/>
              <a:gd name="connsiteX102" fmla="*/ 1964557 w 12192001"/>
              <a:gd name="connsiteY102" fmla="*/ 46078 h 586467"/>
              <a:gd name="connsiteX103" fmla="*/ 1977948 w 12192001"/>
              <a:gd name="connsiteY103" fmla="*/ 66445 h 586467"/>
              <a:gd name="connsiteX104" fmla="*/ 2007524 w 12192001"/>
              <a:gd name="connsiteY104" fmla="*/ 131680 h 586467"/>
              <a:gd name="connsiteX105" fmla="*/ 2018313 w 12192001"/>
              <a:gd name="connsiteY105" fmla="*/ 171437 h 586467"/>
              <a:gd name="connsiteX106" fmla="*/ 2020154 w 12192001"/>
              <a:gd name="connsiteY106" fmla="*/ 161332 h 586467"/>
              <a:gd name="connsiteX107" fmla="*/ 2037988 w 12192001"/>
              <a:gd name="connsiteY107" fmla="*/ 100155 h 586467"/>
              <a:gd name="connsiteX108" fmla="*/ 2045921 w 12192001"/>
              <a:gd name="connsiteY108" fmla="*/ 80452 h 586467"/>
              <a:gd name="connsiteX109" fmla="*/ 2049095 w 12192001"/>
              <a:gd name="connsiteY109" fmla="*/ 73038 h 586467"/>
              <a:gd name="connsiteX110" fmla="*/ 2048460 w 12192001"/>
              <a:gd name="connsiteY110" fmla="*/ 80764 h 586467"/>
              <a:gd name="connsiteX111" fmla="*/ 2047254 w 12192001"/>
              <a:gd name="connsiteY111" fmla="*/ 101013 h 586467"/>
              <a:gd name="connsiteX112" fmla="*/ 2050047 w 12192001"/>
              <a:gd name="connsiteY112" fmla="*/ 161956 h 586467"/>
              <a:gd name="connsiteX113" fmla="*/ 2055585 w 12192001"/>
              <a:gd name="connsiteY113" fmla="*/ 194042 h 586467"/>
              <a:gd name="connsiteX114" fmla="*/ 2061555 w 12192001"/>
              <a:gd name="connsiteY114" fmla="*/ 218372 h 586467"/>
              <a:gd name="connsiteX115" fmla="*/ 2097672 w 12192001"/>
              <a:gd name="connsiteY115" fmla="*/ 218372 h 586467"/>
              <a:gd name="connsiteX116" fmla="*/ 2087302 w 12192001"/>
              <a:gd name="connsiteY116" fmla="*/ 141356 h 586467"/>
              <a:gd name="connsiteX117" fmla="*/ 2136689 w 12192001"/>
              <a:gd name="connsiteY117" fmla="*/ 218372 h 586467"/>
              <a:gd name="connsiteX118" fmla="*/ 2157816 w 12192001"/>
              <a:gd name="connsiteY118" fmla="*/ 218372 h 586467"/>
              <a:gd name="connsiteX119" fmla="*/ 2157306 w 12192001"/>
              <a:gd name="connsiteY119" fmla="*/ 214121 h 586467"/>
              <a:gd name="connsiteX120" fmla="*/ 2146390 w 12192001"/>
              <a:gd name="connsiteY120" fmla="*/ 163088 h 586467"/>
              <a:gd name="connsiteX121" fmla="*/ 2116751 w 12192001"/>
              <a:gd name="connsiteY121" fmla="*/ 89815 h 586467"/>
              <a:gd name="connsiteX122" fmla="*/ 2136108 w 12192001"/>
              <a:gd name="connsiteY122" fmla="*/ 109830 h 586467"/>
              <a:gd name="connsiteX123" fmla="*/ 2174632 w 12192001"/>
              <a:gd name="connsiteY123" fmla="*/ 156454 h 586467"/>
              <a:gd name="connsiteX124" fmla="*/ 2206429 w 12192001"/>
              <a:gd name="connsiteY124" fmla="*/ 206122 h 586467"/>
              <a:gd name="connsiteX125" fmla="*/ 2212945 w 12192001"/>
              <a:gd name="connsiteY125" fmla="*/ 218372 h 586467"/>
              <a:gd name="connsiteX126" fmla="*/ 2239408 w 12192001"/>
              <a:gd name="connsiteY126" fmla="*/ 218372 h 586467"/>
              <a:gd name="connsiteX127" fmla="*/ 2240465 w 12192001"/>
              <a:gd name="connsiteY127" fmla="*/ 205464 h 586467"/>
              <a:gd name="connsiteX128" fmla="*/ 2243875 w 12192001"/>
              <a:gd name="connsiteY128" fmla="*/ 175923 h 586467"/>
              <a:gd name="connsiteX129" fmla="*/ 2258409 w 12192001"/>
              <a:gd name="connsiteY129" fmla="*/ 96331 h 586467"/>
              <a:gd name="connsiteX130" fmla="*/ 2273768 w 12192001"/>
              <a:gd name="connsiteY130" fmla="*/ 175182 h 586467"/>
              <a:gd name="connsiteX131" fmla="*/ 2285830 w 12192001"/>
              <a:gd name="connsiteY131" fmla="*/ 218372 h 586467"/>
              <a:gd name="connsiteX132" fmla="*/ 2302794 w 12192001"/>
              <a:gd name="connsiteY132" fmla="*/ 218372 h 586467"/>
              <a:gd name="connsiteX133" fmla="*/ 2303371 w 12192001"/>
              <a:gd name="connsiteY133" fmla="*/ 211154 h 586467"/>
              <a:gd name="connsiteX134" fmla="*/ 2303788 w 12192001"/>
              <a:gd name="connsiteY134" fmla="*/ 206708 h 586467"/>
              <a:gd name="connsiteX135" fmla="*/ 2317750 w 12192001"/>
              <a:gd name="connsiteY135" fmla="*/ 118453 h 586467"/>
              <a:gd name="connsiteX136" fmla="*/ 2342122 w 12192001"/>
              <a:gd name="connsiteY136" fmla="*/ 32188 h 586467"/>
              <a:gd name="connsiteX137" fmla="*/ 2347643 w 12192001"/>
              <a:gd name="connsiteY137" fmla="*/ 119117 h 586467"/>
              <a:gd name="connsiteX138" fmla="*/ 2363573 w 12192001"/>
              <a:gd name="connsiteY138" fmla="*/ 204757 h 586467"/>
              <a:gd name="connsiteX139" fmla="*/ 2365434 w 12192001"/>
              <a:gd name="connsiteY139" fmla="*/ 212027 h 586467"/>
              <a:gd name="connsiteX140" fmla="*/ 2367185 w 12192001"/>
              <a:gd name="connsiteY140" fmla="*/ 218372 h 586467"/>
              <a:gd name="connsiteX141" fmla="*/ 2416218 w 12192001"/>
              <a:gd name="connsiteY141" fmla="*/ 218372 h 586467"/>
              <a:gd name="connsiteX142" fmla="*/ 2416251 w 12192001"/>
              <a:gd name="connsiteY142" fmla="*/ 217998 h 586467"/>
              <a:gd name="connsiteX143" fmla="*/ 2418980 w 12192001"/>
              <a:gd name="connsiteY143" fmla="*/ 166014 h 586467"/>
              <a:gd name="connsiteX144" fmla="*/ 2417520 w 12192001"/>
              <a:gd name="connsiteY144" fmla="*/ 89854 h 586467"/>
              <a:gd name="connsiteX145" fmla="*/ 2448746 w 12192001"/>
              <a:gd name="connsiteY145" fmla="*/ 163555 h 586467"/>
              <a:gd name="connsiteX146" fmla="*/ 2460313 w 12192001"/>
              <a:gd name="connsiteY146" fmla="*/ 196071 h 586467"/>
              <a:gd name="connsiteX147" fmla="*/ 2467496 w 12192001"/>
              <a:gd name="connsiteY147" fmla="*/ 218372 h 586467"/>
              <a:gd name="connsiteX148" fmla="*/ 2468701 w 12192001"/>
              <a:gd name="connsiteY148" fmla="*/ 218372 h 586467"/>
              <a:gd name="connsiteX149" fmla="*/ 2468548 w 12192001"/>
              <a:gd name="connsiteY149" fmla="*/ 215408 h 586467"/>
              <a:gd name="connsiteX150" fmla="*/ 2471213 w 12192001"/>
              <a:gd name="connsiteY150" fmla="*/ 129417 h 586467"/>
              <a:gd name="connsiteX151" fmla="*/ 2486826 w 12192001"/>
              <a:gd name="connsiteY151" fmla="*/ 45064 h 586467"/>
              <a:gd name="connsiteX152" fmla="*/ 2501106 w 12192001"/>
              <a:gd name="connsiteY152" fmla="*/ 128441 h 586467"/>
              <a:gd name="connsiteX153" fmla="*/ 2527762 w 12192001"/>
              <a:gd name="connsiteY153" fmla="*/ 209361 h 586467"/>
              <a:gd name="connsiteX154" fmla="*/ 2529452 w 12192001"/>
              <a:gd name="connsiteY154" fmla="*/ 213428 h 586467"/>
              <a:gd name="connsiteX155" fmla="*/ 2531596 w 12192001"/>
              <a:gd name="connsiteY155" fmla="*/ 218372 h 586467"/>
              <a:gd name="connsiteX156" fmla="*/ 2534943 w 12192001"/>
              <a:gd name="connsiteY156" fmla="*/ 218372 h 586467"/>
              <a:gd name="connsiteX157" fmla="*/ 2535288 w 12192001"/>
              <a:gd name="connsiteY157" fmla="*/ 215455 h 586467"/>
              <a:gd name="connsiteX158" fmla="*/ 2543883 w 12192001"/>
              <a:gd name="connsiteY158" fmla="*/ 161176 h 586467"/>
              <a:gd name="connsiteX159" fmla="*/ 2557846 w 12192001"/>
              <a:gd name="connsiteY159" fmla="*/ 102730 h 586467"/>
              <a:gd name="connsiteX160" fmla="*/ 2573776 w 12192001"/>
              <a:gd name="connsiteY160" fmla="*/ 160356 h 586467"/>
              <a:gd name="connsiteX161" fmla="*/ 2594276 w 12192001"/>
              <a:gd name="connsiteY161" fmla="*/ 216813 h 586467"/>
              <a:gd name="connsiteX162" fmla="*/ 2594916 w 12192001"/>
              <a:gd name="connsiteY162" fmla="*/ 218372 h 586467"/>
              <a:gd name="connsiteX163" fmla="*/ 2636053 w 12192001"/>
              <a:gd name="connsiteY163" fmla="*/ 218372 h 586467"/>
              <a:gd name="connsiteX164" fmla="*/ 2638351 w 12192001"/>
              <a:gd name="connsiteY164" fmla="*/ 212690 h 586467"/>
              <a:gd name="connsiteX165" fmla="*/ 2640099 w 12192001"/>
              <a:gd name="connsiteY165" fmla="*/ 207917 h 586467"/>
              <a:gd name="connsiteX166" fmla="*/ 2645874 w 12192001"/>
              <a:gd name="connsiteY166" fmla="*/ 189150 h 586467"/>
              <a:gd name="connsiteX167" fmla="*/ 2653935 w 12192001"/>
              <a:gd name="connsiteY167" fmla="*/ 146779 h 586467"/>
              <a:gd name="connsiteX168" fmla="*/ 2652983 w 12192001"/>
              <a:gd name="connsiteY168" fmla="*/ 83378 h 586467"/>
              <a:gd name="connsiteX169" fmla="*/ 2664026 w 12192001"/>
              <a:gd name="connsiteY169" fmla="*/ 102067 h 586467"/>
              <a:gd name="connsiteX170" fmla="*/ 2683764 w 12192001"/>
              <a:gd name="connsiteY170" fmla="*/ 144945 h 586467"/>
              <a:gd name="connsiteX171" fmla="*/ 2699821 w 12192001"/>
              <a:gd name="connsiteY171" fmla="*/ 210609 h 586467"/>
              <a:gd name="connsiteX172" fmla="*/ 2700448 w 12192001"/>
              <a:gd name="connsiteY172" fmla="*/ 216393 h 586467"/>
              <a:gd name="connsiteX173" fmla="*/ 2700597 w 12192001"/>
              <a:gd name="connsiteY173" fmla="*/ 218372 h 586467"/>
              <a:gd name="connsiteX174" fmla="*/ 2703300 w 12192001"/>
              <a:gd name="connsiteY174" fmla="*/ 218372 h 586467"/>
              <a:gd name="connsiteX175" fmla="*/ 2703796 w 12192001"/>
              <a:gd name="connsiteY175" fmla="*/ 211663 h 586467"/>
              <a:gd name="connsiteX176" fmla="*/ 2709722 w 12192001"/>
              <a:gd name="connsiteY176" fmla="*/ 166209 h 586467"/>
              <a:gd name="connsiteX177" fmla="*/ 2728826 w 12192001"/>
              <a:gd name="connsiteY177" fmla="*/ 89932 h 586467"/>
              <a:gd name="connsiteX178" fmla="*/ 2739615 w 12192001"/>
              <a:gd name="connsiteY178" fmla="*/ 165974 h 586467"/>
              <a:gd name="connsiteX179" fmla="*/ 2753467 w 12192001"/>
              <a:gd name="connsiteY179" fmla="*/ 217027 h 586467"/>
              <a:gd name="connsiteX180" fmla="*/ 2753920 w 12192001"/>
              <a:gd name="connsiteY180" fmla="*/ 218372 h 586467"/>
              <a:gd name="connsiteX181" fmla="*/ 2789410 w 12192001"/>
              <a:gd name="connsiteY181" fmla="*/ 218372 h 586467"/>
              <a:gd name="connsiteX182" fmla="*/ 2791912 w 12192001"/>
              <a:gd name="connsiteY182" fmla="*/ 188136 h 586467"/>
              <a:gd name="connsiteX183" fmla="*/ 2793625 w 12192001"/>
              <a:gd name="connsiteY183" fmla="*/ 109128 h 586467"/>
              <a:gd name="connsiteX184" fmla="*/ 2821678 w 12192001"/>
              <a:gd name="connsiteY184" fmla="*/ 186302 h 586467"/>
              <a:gd name="connsiteX185" fmla="*/ 2828278 w 12192001"/>
              <a:gd name="connsiteY185" fmla="*/ 207175 h 586467"/>
              <a:gd name="connsiteX186" fmla="*/ 2843066 w 12192001"/>
              <a:gd name="connsiteY186" fmla="*/ 44869 h 586467"/>
              <a:gd name="connsiteX187" fmla="*/ 2879943 w 12192001"/>
              <a:gd name="connsiteY187" fmla="*/ 218372 h 586467"/>
              <a:gd name="connsiteX188" fmla="*/ 2898970 w 12192001"/>
              <a:gd name="connsiteY188" fmla="*/ 218372 h 586467"/>
              <a:gd name="connsiteX189" fmla="*/ 2899425 w 12192001"/>
              <a:gd name="connsiteY189" fmla="*/ 214081 h 586467"/>
              <a:gd name="connsiteX190" fmla="*/ 2896886 w 12192001"/>
              <a:gd name="connsiteY190" fmla="*/ 147754 h 586467"/>
              <a:gd name="connsiteX191" fmla="*/ 2908056 w 12192001"/>
              <a:gd name="connsiteY191" fmla="*/ 167301 h 586467"/>
              <a:gd name="connsiteX192" fmla="*/ 2929127 w 12192001"/>
              <a:gd name="connsiteY192" fmla="*/ 211546 h 586467"/>
              <a:gd name="connsiteX193" fmla="*/ 2931509 w 12192001"/>
              <a:gd name="connsiteY193" fmla="*/ 218372 h 586467"/>
              <a:gd name="connsiteX194" fmla="*/ 2946730 w 12192001"/>
              <a:gd name="connsiteY194" fmla="*/ 218372 h 586467"/>
              <a:gd name="connsiteX195" fmla="*/ 2946835 w 12192001"/>
              <a:gd name="connsiteY195" fmla="*/ 216539 h 586467"/>
              <a:gd name="connsiteX196" fmla="*/ 2948421 w 12192001"/>
              <a:gd name="connsiteY196" fmla="*/ 193364 h 586467"/>
              <a:gd name="connsiteX197" fmla="*/ 2959909 w 12192001"/>
              <a:gd name="connsiteY197" fmla="*/ 123837 h 586467"/>
              <a:gd name="connsiteX198" fmla="*/ 2981234 w 12192001"/>
              <a:gd name="connsiteY198" fmla="*/ 56105 h 586467"/>
              <a:gd name="connsiteX199" fmla="*/ 2990373 w 12192001"/>
              <a:gd name="connsiteY199" fmla="*/ 34256 h 586467"/>
              <a:gd name="connsiteX200" fmla="*/ 2993927 w 12192001"/>
              <a:gd name="connsiteY200" fmla="*/ 26024 h 586467"/>
              <a:gd name="connsiteX201" fmla="*/ 2992912 w 12192001"/>
              <a:gd name="connsiteY201" fmla="*/ 34607 h 586467"/>
              <a:gd name="connsiteX202" fmla="*/ 2990500 w 12192001"/>
              <a:gd name="connsiteY202" fmla="*/ 57120 h 586467"/>
              <a:gd name="connsiteX203" fmla="*/ 2989738 w 12192001"/>
              <a:gd name="connsiteY203" fmla="*/ 125086 h 586467"/>
              <a:gd name="connsiteX204" fmla="*/ 2998941 w 12192001"/>
              <a:gd name="connsiteY204" fmla="*/ 192155 h 586467"/>
              <a:gd name="connsiteX205" fmla="*/ 3003955 w 12192001"/>
              <a:gd name="connsiteY205" fmla="*/ 213925 h 586467"/>
              <a:gd name="connsiteX206" fmla="*/ 3005052 w 12192001"/>
              <a:gd name="connsiteY206" fmla="*/ 218372 h 586467"/>
              <a:gd name="connsiteX207" fmla="*/ 3044889 w 12192001"/>
              <a:gd name="connsiteY207" fmla="*/ 218372 h 586467"/>
              <a:gd name="connsiteX208" fmla="*/ 3045197 w 12192001"/>
              <a:gd name="connsiteY208" fmla="*/ 217067 h 586467"/>
              <a:gd name="connsiteX209" fmla="*/ 3064439 w 12192001"/>
              <a:gd name="connsiteY209" fmla="*/ 114044 h 586467"/>
              <a:gd name="connsiteX210" fmla="*/ 3074721 w 12192001"/>
              <a:gd name="connsiteY210" fmla="*/ 0 h 586467"/>
              <a:gd name="connsiteX211" fmla="*/ 3094332 w 12192001"/>
              <a:gd name="connsiteY211" fmla="*/ 114161 h 586467"/>
              <a:gd name="connsiteX212" fmla="*/ 3101226 w 12192001"/>
              <a:gd name="connsiteY212" fmla="*/ 193476 h 586467"/>
              <a:gd name="connsiteX213" fmla="*/ 3102315 w 12192001"/>
              <a:gd name="connsiteY213" fmla="*/ 218372 h 586467"/>
              <a:gd name="connsiteX214" fmla="*/ 3131032 w 12192001"/>
              <a:gd name="connsiteY214" fmla="*/ 218372 h 586467"/>
              <a:gd name="connsiteX215" fmla="*/ 3131914 w 12192001"/>
              <a:gd name="connsiteY215" fmla="*/ 215700 h 586467"/>
              <a:gd name="connsiteX216" fmla="*/ 3165669 w 12192001"/>
              <a:gd name="connsiteY216" fmla="*/ 124188 h 586467"/>
              <a:gd name="connsiteX217" fmla="*/ 3209778 w 12192001"/>
              <a:gd name="connsiteY217" fmla="*/ 26180 h 586467"/>
              <a:gd name="connsiteX218" fmla="*/ 3204130 w 12192001"/>
              <a:gd name="connsiteY218" fmla="*/ 60007 h 586467"/>
              <a:gd name="connsiteX219" fmla="*/ 3208001 w 12192001"/>
              <a:gd name="connsiteY219" fmla="*/ 38509 h 586467"/>
              <a:gd name="connsiteX220" fmla="*/ 3223424 w 12192001"/>
              <a:gd name="connsiteY220" fmla="*/ 130002 h 586467"/>
              <a:gd name="connsiteX221" fmla="*/ 3241417 w 12192001"/>
              <a:gd name="connsiteY221" fmla="*/ 212982 h 586467"/>
              <a:gd name="connsiteX222" fmla="*/ 3242716 w 12192001"/>
              <a:gd name="connsiteY222" fmla="*/ 218372 h 586467"/>
              <a:gd name="connsiteX223" fmla="*/ 3258397 w 12192001"/>
              <a:gd name="connsiteY223" fmla="*/ 218372 h 586467"/>
              <a:gd name="connsiteX224" fmla="*/ 3259346 w 12192001"/>
              <a:gd name="connsiteY224" fmla="*/ 198436 h 586467"/>
              <a:gd name="connsiteX225" fmla="*/ 3253634 w 12192001"/>
              <a:gd name="connsiteY225" fmla="*/ 128597 h 586467"/>
              <a:gd name="connsiteX226" fmla="*/ 3288922 w 12192001"/>
              <a:gd name="connsiteY226" fmla="*/ 195393 h 586467"/>
              <a:gd name="connsiteX227" fmla="*/ 3297610 w 12192001"/>
              <a:gd name="connsiteY227" fmla="*/ 218372 h 586467"/>
              <a:gd name="connsiteX228" fmla="*/ 3340482 w 12192001"/>
              <a:gd name="connsiteY228" fmla="*/ 218372 h 586467"/>
              <a:gd name="connsiteX229" fmla="*/ 3343313 w 12192001"/>
              <a:gd name="connsiteY229" fmla="*/ 210843 h 586467"/>
              <a:gd name="connsiteX230" fmla="*/ 3362924 w 12192001"/>
              <a:gd name="connsiteY230" fmla="*/ 144282 h 586467"/>
              <a:gd name="connsiteX231" fmla="*/ 3374221 w 12192001"/>
              <a:gd name="connsiteY231" fmla="*/ 76237 h 586467"/>
              <a:gd name="connsiteX232" fmla="*/ 3376125 w 12192001"/>
              <a:gd name="connsiteY232" fmla="*/ 53569 h 586467"/>
              <a:gd name="connsiteX233" fmla="*/ 3376696 w 12192001"/>
              <a:gd name="connsiteY233" fmla="*/ 44947 h 586467"/>
              <a:gd name="connsiteX234" fmla="*/ 3378664 w 12192001"/>
              <a:gd name="connsiteY234" fmla="*/ 53452 h 586467"/>
              <a:gd name="connsiteX235" fmla="*/ 3383551 w 12192001"/>
              <a:gd name="connsiteY235" fmla="*/ 76043 h 586467"/>
              <a:gd name="connsiteX236" fmla="*/ 3392817 w 12192001"/>
              <a:gd name="connsiteY236" fmla="*/ 145335 h 586467"/>
              <a:gd name="connsiteX237" fmla="*/ 3393388 w 12192001"/>
              <a:gd name="connsiteY237" fmla="*/ 215486 h 586467"/>
              <a:gd name="connsiteX238" fmla="*/ 3393203 w 12192001"/>
              <a:gd name="connsiteY238" fmla="*/ 218372 h 586467"/>
              <a:gd name="connsiteX239" fmla="*/ 3451708 w 12192001"/>
              <a:gd name="connsiteY239" fmla="*/ 218372 h 586467"/>
              <a:gd name="connsiteX240" fmla="*/ 3450698 w 12192001"/>
              <a:gd name="connsiteY240" fmla="*/ 206300 h 586467"/>
              <a:gd name="connsiteX241" fmla="*/ 3449176 w 12192001"/>
              <a:gd name="connsiteY241" fmla="*/ 173193 h 586467"/>
              <a:gd name="connsiteX242" fmla="*/ 3451905 w 12192001"/>
              <a:gd name="connsiteY242" fmla="*/ 83495 h 586467"/>
              <a:gd name="connsiteX243" fmla="*/ 3478815 w 12192001"/>
              <a:gd name="connsiteY243" fmla="*/ 170501 h 586467"/>
              <a:gd name="connsiteX244" fmla="*/ 3491081 w 12192001"/>
              <a:gd name="connsiteY244" fmla="*/ 201907 h 586467"/>
              <a:gd name="connsiteX245" fmla="*/ 3498191 w 12192001"/>
              <a:gd name="connsiteY245" fmla="*/ 218372 h 586467"/>
              <a:gd name="connsiteX246" fmla="*/ 3556656 w 12192001"/>
              <a:gd name="connsiteY246" fmla="*/ 218372 h 586467"/>
              <a:gd name="connsiteX247" fmla="*/ 3557450 w 12192001"/>
              <a:gd name="connsiteY247" fmla="*/ 211428 h 586467"/>
              <a:gd name="connsiteX248" fmla="*/ 3558656 w 12192001"/>
              <a:gd name="connsiteY248" fmla="*/ 151851 h 586467"/>
              <a:gd name="connsiteX249" fmla="*/ 3550913 w 12192001"/>
              <a:gd name="connsiteY249" fmla="*/ 91844 h 586467"/>
              <a:gd name="connsiteX250" fmla="*/ 3546471 w 12192001"/>
              <a:gd name="connsiteY250" fmla="*/ 72102 h 586467"/>
              <a:gd name="connsiteX251" fmla="*/ 3544693 w 12192001"/>
              <a:gd name="connsiteY251" fmla="*/ 64689 h 586467"/>
              <a:gd name="connsiteX252" fmla="*/ 3548945 w 12192001"/>
              <a:gd name="connsiteY252" fmla="*/ 71595 h 586467"/>
              <a:gd name="connsiteX253" fmla="*/ 3559989 w 12192001"/>
              <a:gd name="connsiteY253" fmla="*/ 90284 h 586467"/>
              <a:gd name="connsiteX254" fmla="*/ 3588232 w 12192001"/>
              <a:gd name="connsiteY254" fmla="*/ 148730 h 586467"/>
              <a:gd name="connsiteX255" fmla="*/ 3607843 w 12192001"/>
              <a:gd name="connsiteY255" fmla="*/ 209438 h 586467"/>
              <a:gd name="connsiteX256" fmla="*/ 3609872 w 12192001"/>
              <a:gd name="connsiteY256" fmla="*/ 218372 h 586467"/>
              <a:gd name="connsiteX257" fmla="*/ 3665952 w 12192001"/>
              <a:gd name="connsiteY257" fmla="*/ 218372 h 586467"/>
              <a:gd name="connsiteX258" fmla="*/ 3669723 w 12192001"/>
              <a:gd name="connsiteY258" fmla="*/ 205264 h 586467"/>
              <a:gd name="connsiteX259" fmla="*/ 3687938 w 12192001"/>
              <a:gd name="connsiteY259" fmla="*/ 128402 h 586467"/>
              <a:gd name="connsiteX260" fmla="*/ 3699616 w 12192001"/>
              <a:gd name="connsiteY260" fmla="*/ 206239 h 586467"/>
              <a:gd name="connsiteX261" fmla="*/ 3700830 w 12192001"/>
              <a:gd name="connsiteY261" fmla="*/ 218372 h 586467"/>
              <a:gd name="connsiteX262" fmla="*/ 3714682 w 12192001"/>
              <a:gd name="connsiteY262" fmla="*/ 218372 h 586467"/>
              <a:gd name="connsiteX263" fmla="*/ 3714690 w 12192001"/>
              <a:gd name="connsiteY263" fmla="*/ 217583 h 586467"/>
              <a:gd name="connsiteX264" fmla="*/ 3715356 w 12192001"/>
              <a:gd name="connsiteY264" fmla="*/ 155479 h 586467"/>
              <a:gd name="connsiteX265" fmla="*/ 3714785 w 12192001"/>
              <a:gd name="connsiteY265" fmla="*/ 65001 h 586467"/>
              <a:gd name="connsiteX266" fmla="*/ 3745058 w 12192001"/>
              <a:gd name="connsiteY266" fmla="*/ 153177 h 586467"/>
              <a:gd name="connsiteX267" fmla="*/ 3764900 w 12192001"/>
              <a:gd name="connsiteY267" fmla="*/ 214048 h 586467"/>
              <a:gd name="connsiteX268" fmla="*/ 3766313 w 12192001"/>
              <a:gd name="connsiteY268" fmla="*/ 218372 h 586467"/>
              <a:gd name="connsiteX269" fmla="*/ 3795172 w 12192001"/>
              <a:gd name="connsiteY269" fmla="*/ 218372 h 586467"/>
              <a:gd name="connsiteX270" fmla="*/ 3793903 w 12192001"/>
              <a:gd name="connsiteY270" fmla="*/ 198810 h 586467"/>
              <a:gd name="connsiteX271" fmla="*/ 3792468 w 12192001"/>
              <a:gd name="connsiteY271" fmla="*/ 166014 h 586467"/>
              <a:gd name="connsiteX272" fmla="*/ 3792405 w 12192001"/>
              <a:gd name="connsiteY272" fmla="*/ 76940 h 586467"/>
              <a:gd name="connsiteX273" fmla="*/ 3822107 w 12192001"/>
              <a:gd name="connsiteY273" fmla="*/ 163244 h 586467"/>
              <a:gd name="connsiteX274" fmla="*/ 3834326 w 12192001"/>
              <a:gd name="connsiteY274" fmla="*/ 194605 h 586467"/>
              <a:gd name="connsiteX275" fmla="*/ 3844139 w 12192001"/>
              <a:gd name="connsiteY275" fmla="*/ 218372 h 586467"/>
              <a:gd name="connsiteX276" fmla="*/ 3906964 w 12192001"/>
              <a:gd name="connsiteY276" fmla="*/ 218372 h 586467"/>
              <a:gd name="connsiteX277" fmla="*/ 3907470 w 12192001"/>
              <a:gd name="connsiteY277" fmla="*/ 210570 h 586467"/>
              <a:gd name="connsiteX278" fmla="*/ 3912167 w 12192001"/>
              <a:gd name="connsiteY278" fmla="*/ 216188 h 586467"/>
              <a:gd name="connsiteX279" fmla="*/ 3914032 w 12192001"/>
              <a:gd name="connsiteY279" fmla="*/ 218372 h 586467"/>
              <a:gd name="connsiteX280" fmla="*/ 4022706 w 12192001"/>
              <a:gd name="connsiteY280" fmla="*/ 218372 h 586467"/>
              <a:gd name="connsiteX281" fmla="*/ 4029517 w 12192001"/>
              <a:gd name="connsiteY281" fmla="*/ 149315 h 586467"/>
              <a:gd name="connsiteX282" fmla="*/ 4033642 w 12192001"/>
              <a:gd name="connsiteY282" fmla="*/ 135308 h 586467"/>
              <a:gd name="connsiteX283" fmla="*/ 4037704 w 12192001"/>
              <a:gd name="connsiteY283" fmla="*/ 149315 h 586467"/>
              <a:gd name="connsiteX284" fmla="*/ 4044548 w 12192001"/>
              <a:gd name="connsiteY284" fmla="*/ 218372 h 586467"/>
              <a:gd name="connsiteX285" fmla="*/ 4153254 w 12192001"/>
              <a:gd name="connsiteY285" fmla="*/ 218372 h 586467"/>
              <a:gd name="connsiteX286" fmla="*/ 4155118 w 12192001"/>
              <a:gd name="connsiteY286" fmla="*/ 216188 h 586467"/>
              <a:gd name="connsiteX287" fmla="*/ 4159751 w 12192001"/>
              <a:gd name="connsiteY287" fmla="*/ 210648 h 586467"/>
              <a:gd name="connsiteX288" fmla="*/ 4160283 w 12192001"/>
              <a:gd name="connsiteY288" fmla="*/ 218372 h 586467"/>
              <a:gd name="connsiteX289" fmla="*/ 4223123 w 12192001"/>
              <a:gd name="connsiteY289" fmla="*/ 218372 h 586467"/>
              <a:gd name="connsiteX290" fmla="*/ 4232934 w 12192001"/>
              <a:gd name="connsiteY290" fmla="*/ 194605 h 586467"/>
              <a:gd name="connsiteX291" fmla="*/ 4245178 w 12192001"/>
              <a:gd name="connsiteY291" fmla="*/ 163244 h 586467"/>
              <a:gd name="connsiteX292" fmla="*/ 4274881 w 12192001"/>
              <a:gd name="connsiteY292" fmla="*/ 76940 h 586467"/>
              <a:gd name="connsiteX293" fmla="*/ 4274817 w 12192001"/>
              <a:gd name="connsiteY293" fmla="*/ 166014 h 586467"/>
              <a:gd name="connsiteX294" fmla="*/ 4273382 w 12192001"/>
              <a:gd name="connsiteY294" fmla="*/ 198810 h 586467"/>
              <a:gd name="connsiteX295" fmla="*/ 4272114 w 12192001"/>
              <a:gd name="connsiteY295" fmla="*/ 218372 h 586467"/>
              <a:gd name="connsiteX296" fmla="*/ 4302946 w 12192001"/>
              <a:gd name="connsiteY296" fmla="*/ 218372 h 586467"/>
              <a:gd name="connsiteX297" fmla="*/ 4345964 w 12192001"/>
              <a:gd name="connsiteY297" fmla="*/ 90946 h 586467"/>
              <a:gd name="connsiteX298" fmla="*/ 4350088 w 12192001"/>
              <a:gd name="connsiteY298" fmla="*/ 218372 h 586467"/>
              <a:gd name="connsiteX299" fmla="*/ 4366405 w 12192001"/>
              <a:gd name="connsiteY299" fmla="*/ 218372 h 586467"/>
              <a:gd name="connsiteX300" fmla="*/ 4367606 w 12192001"/>
              <a:gd name="connsiteY300" fmla="*/ 206239 h 586467"/>
              <a:gd name="connsiteX301" fmla="*/ 4379347 w 12192001"/>
              <a:gd name="connsiteY301" fmla="*/ 128402 h 586467"/>
              <a:gd name="connsiteX302" fmla="*/ 4397499 w 12192001"/>
              <a:gd name="connsiteY302" fmla="*/ 205264 h 586467"/>
              <a:gd name="connsiteX303" fmla="*/ 4401285 w 12192001"/>
              <a:gd name="connsiteY303" fmla="*/ 218372 h 586467"/>
              <a:gd name="connsiteX304" fmla="*/ 4457415 w 12192001"/>
              <a:gd name="connsiteY304" fmla="*/ 218372 h 586467"/>
              <a:gd name="connsiteX305" fmla="*/ 4459442 w 12192001"/>
              <a:gd name="connsiteY305" fmla="*/ 209438 h 586467"/>
              <a:gd name="connsiteX306" fmla="*/ 4479054 w 12192001"/>
              <a:gd name="connsiteY306" fmla="*/ 148730 h 586467"/>
              <a:gd name="connsiteX307" fmla="*/ 4507296 w 12192001"/>
              <a:gd name="connsiteY307" fmla="*/ 90284 h 586467"/>
              <a:gd name="connsiteX308" fmla="*/ 4518340 w 12192001"/>
              <a:gd name="connsiteY308" fmla="*/ 71595 h 586467"/>
              <a:gd name="connsiteX309" fmla="*/ 4522592 w 12192001"/>
              <a:gd name="connsiteY309" fmla="*/ 64689 h 586467"/>
              <a:gd name="connsiteX310" fmla="*/ 4520816 w 12192001"/>
              <a:gd name="connsiteY310" fmla="*/ 72102 h 586467"/>
              <a:gd name="connsiteX311" fmla="*/ 4516309 w 12192001"/>
              <a:gd name="connsiteY311" fmla="*/ 91844 h 586467"/>
              <a:gd name="connsiteX312" fmla="*/ 4508629 w 12192001"/>
              <a:gd name="connsiteY312" fmla="*/ 151851 h 586467"/>
              <a:gd name="connsiteX313" fmla="*/ 4509835 w 12192001"/>
              <a:gd name="connsiteY313" fmla="*/ 211428 h 586467"/>
              <a:gd name="connsiteX314" fmla="*/ 4510629 w 12192001"/>
              <a:gd name="connsiteY314" fmla="*/ 218372 h 586467"/>
              <a:gd name="connsiteX315" fmla="*/ 4569056 w 12192001"/>
              <a:gd name="connsiteY315" fmla="*/ 218372 h 586467"/>
              <a:gd name="connsiteX316" fmla="*/ 4576152 w 12192001"/>
              <a:gd name="connsiteY316" fmla="*/ 201907 h 586467"/>
              <a:gd name="connsiteX317" fmla="*/ 4588408 w 12192001"/>
              <a:gd name="connsiteY317" fmla="*/ 170501 h 586467"/>
              <a:gd name="connsiteX318" fmla="*/ 4615382 w 12192001"/>
              <a:gd name="connsiteY318" fmla="*/ 83495 h 586467"/>
              <a:gd name="connsiteX319" fmla="*/ 4618110 w 12192001"/>
              <a:gd name="connsiteY319" fmla="*/ 173193 h 586467"/>
              <a:gd name="connsiteX320" fmla="*/ 4616578 w 12192001"/>
              <a:gd name="connsiteY320" fmla="*/ 206300 h 586467"/>
              <a:gd name="connsiteX321" fmla="*/ 4615559 w 12192001"/>
              <a:gd name="connsiteY321" fmla="*/ 218372 h 586467"/>
              <a:gd name="connsiteX322" fmla="*/ 4674083 w 12192001"/>
              <a:gd name="connsiteY322" fmla="*/ 218372 h 586467"/>
              <a:gd name="connsiteX323" fmla="*/ 4673897 w 12192001"/>
              <a:gd name="connsiteY323" fmla="*/ 215486 h 586467"/>
              <a:gd name="connsiteX324" fmla="*/ 4674469 w 12192001"/>
              <a:gd name="connsiteY324" fmla="*/ 145335 h 586467"/>
              <a:gd name="connsiteX325" fmla="*/ 4683734 w 12192001"/>
              <a:gd name="connsiteY325" fmla="*/ 76043 h 586467"/>
              <a:gd name="connsiteX326" fmla="*/ 4688623 w 12192001"/>
              <a:gd name="connsiteY326" fmla="*/ 53452 h 586467"/>
              <a:gd name="connsiteX327" fmla="*/ 4690525 w 12192001"/>
              <a:gd name="connsiteY327" fmla="*/ 44947 h 586467"/>
              <a:gd name="connsiteX328" fmla="*/ 4691161 w 12192001"/>
              <a:gd name="connsiteY328" fmla="*/ 53569 h 586467"/>
              <a:gd name="connsiteX329" fmla="*/ 4693064 w 12192001"/>
              <a:gd name="connsiteY329" fmla="*/ 76237 h 586467"/>
              <a:gd name="connsiteX330" fmla="*/ 4704299 w 12192001"/>
              <a:gd name="connsiteY330" fmla="*/ 144282 h 586467"/>
              <a:gd name="connsiteX331" fmla="*/ 4723973 w 12192001"/>
              <a:gd name="connsiteY331" fmla="*/ 210843 h 586467"/>
              <a:gd name="connsiteX332" fmla="*/ 4726805 w 12192001"/>
              <a:gd name="connsiteY332" fmla="*/ 218372 h 586467"/>
              <a:gd name="connsiteX333" fmla="*/ 4769623 w 12192001"/>
              <a:gd name="connsiteY333" fmla="*/ 218372 h 586467"/>
              <a:gd name="connsiteX334" fmla="*/ 4778300 w 12192001"/>
              <a:gd name="connsiteY334" fmla="*/ 195393 h 586467"/>
              <a:gd name="connsiteX335" fmla="*/ 4813651 w 12192001"/>
              <a:gd name="connsiteY335" fmla="*/ 128597 h 586467"/>
              <a:gd name="connsiteX336" fmla="*/ 4807939 w 12192001"/>
              <a:gd name="connsiteY336" fmla="*/ 198436 h 586467"/>
              <a:gd name="connsiteX337" fmla="*/ 4808877 w 12192001"/>
              <a:gd name="connsiteY337" fmla="*/ 218372 h 586467"/>
              <a:gd name="connsiteX338" fmla="*/ 4824571 w 12192001"/>
              <a:gd name="connsiteY338" fmla="*/ 218372 h 586467"/>
              <a:gd name="connsiteX339" fmla="*/ 4825870 w 12192001"/>
              <a:gd name="connsiteY339" fmla="*/ 212982 h 586467"/>
              <a:gd name="connsiteX340" fmla="*/ 4843863 w 12192001"/>
              <a:gd name="connsiteY340" fmla="*/ 130002 h 586467"/>
              <a:gd name="connsiteX341" fmla="*/ 4859284 w 12192001"/>
              <a:gd name="connsiteY341" fmla="*/ 38509 h 586467"/>
              <a:gd name="connsiteX342" fmla="*/ 4863791 w 12192001"/>
              <a:gd name="connsiteY342" fmla="*/ 64025 h 586467"/>
              <a:gd name="connsiteX343" fmla="*/ 4857380 w 12192001"/>
              <a:gd name="connsiteY343" fmla="*/ 25985 h 586467"/>
              <a:gd name="connsiteX344" fmla="*/ 4901617 w 12192001"/>
              <a:gd name="connsiteY344" fmla="*/ 124188 h 586467"/>
              <a:gd name="connsiteX345" fmla="*/ 4935318 w 12192001"/>
              <a:gd name="connsiteY345" fmla="*/ 215700 h 586467"/>
              <a:gd name="connsiteX346" fmla="*/ 4936197 w 12192001"/>
              <a:gd name="connsiteY346" fmla="*/ 218372 h 586467"/>
              <a:gd name="connsiteX347" fmla="*/ 4964971 w 12192001"/>
              <a:gd name="connsiteY347" fmla="*/ 218372 h 586467"/>
              <a:gd name="connsiteX348" fmla="*/ 4966060 w 12192001"/>
              <a:gd name="connsiteY348" fmla="*/ 193476 h 586467"/>
              <a:gd name="connsiteX349" fmla="*/ 4972953 w 12192001"/>
              <a:gd name="connsiteY349" fmla="*/ 114161 h 586467"/>
              <a:gd name="connsiteX350" fmla="*/ 4992565 w 12192001"/>
              <a:gd name="connsiteY350" fmla="*/ 0 h 586467"/>
              <a:gd name="connsiteX351" fmla="*/ 5002846 w 12192001"/>
              <a:gd name="connsiteY351" fmla="*/ 114044 h 586467"/>
              <a:gd name="connsiteX352" fmla="*/ 5022089 w 12192001"/>
              <a:gd name="connsiteY352" fmla="*/ 217067 h 586467"/>
              <a:gd name="connsiteX353" fmla="*/ 5022398 w 12192001"/>
              <a:gd name="connsiteY353" fmla="*/ 218372 h 586467"/>
              <a:gd name="connsiteX354" fmla="*/ 5062234 w 12192001"/>
              <a:gd name="connsiteY354" fmla="*/ 218372 h 586467"/>
              <a:gd name="connsiteX355" fmla="*/ 5063332 w 12192001"/>
              <a:gd name="connsiteY355" fmla="*/ 213925 h 586467"/>
              <a:gd name="connsiteX356" fmla="*/ 5068344 w 12192001"/>
              <a:gd name="connsiteY356" fmla="*/ 192155 h 586467"/>
              <a:gd name="connsiteX357" fmla="*/ 5077547 w 12192001"/>
              <a:gd name="connsiteY357" fmla="*/ 125086 h 586467"/>
              <a:gd name="connsiteX358" fmla="*/ 5076786 w 12192001"/>
              <a:gd name="connsiteY358" fmla="*/ 57120 h 586467"/>
              <a:gd name="connsiteX359" fmla="*/ 5074374 w 12192001"/>
              <a:gd name="connsiteY359" fmla="*/ 34607 h 586467"/>
              <a:gd name="connsiteX360" fmla="*/ 5073359 w 12192001"/>
              <a:gd name="connsiteY360" fmla="*/ 26024 h 586467"/>
              <a:gd name="connsiteX361" fmla="*/ 5076912 w 12192001"/>
              <a:gd name="connsiteY361" fmla="*/ 34256 h 586467"/>
              <a:gd name="connsiteX362" fmla="*/ 5086053 w 12192001"/>
              <a:gd name="connsiteY362" fmla="*/ 56105 h 586467"/>
              <a:gd name="connsiteX363" fmla="*/ 5107376 w 12192001"/>
              <a:gd name="connsiteY363" fmla="*/ 123837 h 586467"/>
              <a:gd name="connsiteX364" fmla="*/ 5118801 w 12192001"/>
              <a:gd name="connsiteY364" fmla="*/ 193364 h 586467"/>
              <a:gd name="connsiteX365" fmla="*/ 5120451 w 12192001"/>
              <a:gd name="connsiteY365" fmla="*/ 216539 h 586467"/>
              <a:gd name="connsiteX366" fmla="*/ 5120556 w 12192001"/>
              <a:gd name="connsiteY366" fmla="*/ 218372 h 586467"/>
              <a:gd name="connsiteX367" fmla="*/ 5135777 w 12192001"/>
              <a:gd name="connsiteY367" fmla="*/ 218372 h 586467"/>
              <a:gd name="connsiteX368" fmla="*/ 5138159 w 12192001"/>
              <a:gd name="connsiteY368" fmla="*/ 211546 h 586467"/>
              <a:gd name="connsiteX369" fmla="*/ 5159229 w 12192001"/>
              <a:gd name="connsiteY369" fmla="*/ 167301 h 586467"/>
              <a:gd name="connsiteX370" fmla="*/ 5170399 w 12192001"/>
              <a:gd name="connsiteY370" fmla="*/ 147754 h 586467"/>
              <a:gd name="connsiteX371" fmla="*/ 5167860 w 12192001"/>
              <a:gd name="connsiteY371" fmla="*/ 214081 h 586467"/>
              <a:gd name="connsiteX372" fmla="*/ 5168316 w 12192001"/>
              <a:gd name="connsiteY372" fmla="*/ 218372 h 586467"/>
              <a:gd name="connsiteX373" fmla="*/ 5187343 w 12192001"/>
              <a:gd name="connsiteY373" fmla="*/ 218372 h 586467"/>
              <a:gd name="connsiteX374" fmla="*/ 5224219 w 12192001"/>
              <a:gd name="connsiteY374" fmla="*/ 44869 h 586467"/>
              <a:gd name="connsiteX375" fmla="*/ 5238944 w 12192001"/>
              <a:gd name="connsiteY375" fmla="*/ 207175 h 586467"/>
              <a:gd name="connsiteX376" fmla="*/ 5245608 w 12192001"/>
              <a:gd name="connsiteY376" fmla="*/ 186302 h 586467"/>
              <a:gd name="connsiteX377" fmla="*/ 5273660 w 12192001"/>
              <a:gd name="connsiteY377" fmla="*/ 109128 h 586467"/>
              <a:gd name="connsiteX378" fmla="*/ 5275374 w 12192001"/>
              <a:gd name="connsiteY378" fmla="*/ 188136 h 586467"/>
              <a:gd name="connsiteX379" fmla="*/ 5277877 w 12192001"/>
              <a:gd name="connsiteY379" fmla="*/ 218372 h 586467"/>
              <a:gd name="connsiteX380" fmla="*/ 5313344 w 12192001"/>
              <a:gd name="connsiteY380" fmla="*/ 218372 h 586467"/>
              <a:gd name="connsiteX381" fmla="*/ 5313796 w 12192001"/>
              <a:gd name="connsiteY381" fmla="*/ 217027 h 586467"/>
              <a:gd name="connsiteX382" fmla="*/ 5327670 w 12192001"/>
              <a:gd name="connsiteY382" fmla="*/ 165974 h 586467"/>
              <a:gd name="connsiteX383" fmla="*/ 5338396 w 12192001"/>
              <a:gd name="connsiteY383" fmla="*/ 89932 h 586467"/>
              <a:gd name="connsiteX384" fmla="*/ 5357563 w 12192001"/>
              <a:gd name="connsiteY384" fmla="*/ 166209 h 586467"/>
              <a:gd name="connsiteX385" fmla="*/ 5363466 w 12192001"/>
              <a:gd name="connsiteY385" fmla="*/ 211663 h 586467"/>
              <a:gd name="connsiteX386" fmla="*/ 5363961 w 12192001"/>
              <a:gd name="connsiteY386" fmla="*/ 218372 h 586467"/>
              <a:gd name="connsiteX387" fmla="*/ 5366689 w 12192001"/>
              <a:gd name="connsiteY387" fmla="*/ 218372 h 586467"/>
              <a:gd name="connsiteX388" fmla="*/ 5366838 w 12192001"/>
              <a:gd name="connsiteY388" fmla="*/ 216393 h 586467"/>
              <a:gd name="connsiteX389" fmla="*/ 5367464 w 12192001"/>
              <a:gd name="connsiteY389" fmla="*/ 210609 h 586467"/>
              <a:gd name="connsiteX390" fmla="*/ 5383521 w 12192001"/>
              <a:gd name="connsiteY390" fmla="*/ 144945 h 586467"/>
              <a:gd name="connsiteX391" fmla="*/ 5403260 w 12192001"/>
              <a:gd name="connsiteY391" fmla="*/ 102067 h 586467"/>
              <a:gd name="connsiteX392" fmla="*/ 5414303 w 12192001"/>
              <a:gd name="connsiteY392" fmla="*/ 83378 h 586467"/>
              <a:gd name="connsiteX393" fmla="*/ 5413351 w 12192001"/>
              <a:gd name="connsiteY393" fmla="*/ 146779 h 586467"/>
              <a:gd name="connsiteX394" fmla="*/ 5421411 w 12192001"/>
              <a:gd name="connsiteY394" fmla="*/ 189150 h 586467"/>
              <a:gd name="connsiteX395" fmla="*/ 5427187 w 12192001"/>
              <a:gd name="connsiteY395" fmla="*/ 207917 h 586467"/>
              <a:gd name="connsiteX396" fmla="*/ 5428935 w 12192001"/>
              <a:gd name="connsiteY396" fmla="*/ 212690 h 586467"/>
              <a:gd name="connsiteX397" fmla="*/ 5431232 w 12192001"/>
              <a:gd name="connsiteY397" fmla="*/ 218372 h 586467"/>
              <a:gd name="connsiteX398" fmla="*/ 5472367 w 12192001"/>
              <a:gd name="connsiteY398" fmla="*/ 218372 h 586467"/>
              <a:gd name="connsiteX399" fmla="*/ 5473010 w 12192001"/>
              <a:gd name="connsiteY399" fmla="*/ 216813 h 586467"/>
              <a:gd name="connsiteX400" fmla="*/ 5493509 w 12192001"/>
              <a:gd name="connsiteY400" fmla="*/ 160356 h 586467"/>
              <a:gd name="connsiteX401" fmla="*/ 5509440 w 12192001"/>
              <a:gd name="connsiteY401" fmla="*/ 102730 h 586467"/>
              <a:gd name="connsiteX402" fmla="*/ 5523402 w 12192001"/>
              <a:gd name="connsiteY402" fmla="*/ 161176 h 586467"/>
              <a:gd name="connsiteX403" fmla="*/ 5531998 w 12192001"/>
              <a:gd name="connsiteY403" fmla="*/ 215455 h 586467"/>
              <a:gd name="connsiteX404" fmla="*/ 5532342 w 12192001"/>
              <a:gd name="connsiteY404" fmla="*/ 218372 h 586467"/>
              <a:gd name="connsiteX405" fmla="*/ 5535689 w 12192001"/>
              <a:gd name="connsiteY405" fmla="*/ 218372 h 586467"/>
              <a:gd name="connsiteX406" fmla="*/ 5537834 w 12192001"/>
              <a:gd name="connsiteY406" fmla="*/ 213428 h 586467"/>
              <a:gd name="connsiteX407" fmla="*/ 5539523 w 12192001"/>
              <a:gd name="connsiteY407" fmla="*/ 209361 h 586467"/>
              <a:gd name="connsiteX408" fmla="*/ 5566179 w 12192001"/>
              <a:gd name="connsiteY408" fmla="*/ 128441 h 586467"/>
              <a:gd name="connsiteX409" fmla="*/ 5580460 w 12192001"/>
              <a:gd name="connsiteY409" fmla="*/ 45064 h 586467"/>
              <a:gd name="connsiteX410" fmla="*/ 5596072 w 12192001"/>
              <a:gd name="connsiteY410" fmla="*/ 129417 h 586467"/>
              <a:gd name="connsiteX411" fmla="*/ 5598738 w 12192001"/>
              <a:gd name="connsiteY411" fmla="*/ 215408 h 586467"/>
              <a:gd name="connsiteX412" fmla="*/ 5598560 w 12192001"/>
              <a:gd name="connsiteY412" fmla="*/ 218372 h 586467"/>
              <a:gd name="connsiteX413" fmla="*/ 5599732 w 12192001"/>
              <a:gd name="connsiteY413" fmla="*/ 218372 h 586467"/>
              <a:gd name="connsiteX414" fmla="*/ 5606941 w 12192001"/>
              <a:gd name="connsiteY414" fmla="*/ 196071 h 586467"/>
              <a:gd name="connsiteX415" fmla="*/ 5618539 w 12192001"/>
              <a:gd name="connsiteY415" fmla="*/ 163555 h 586467"/>
              <a:gd name="connsiteX416" fmla="*/ 5649765 w 12192001"/>
              <a:gd name="connsiteY416" fmla="*/ 89854 h 586467"/>
              <a:gd name="connsiteX417" fmla="*/ 5648242 w 12192001"/>
              <a:gd name="connsiteY417" fmla="*/ 166014 h 586467"/>
              <a:gd name="connsiteX418" fmla="*/ 5651027 w 12192001"/>
              <a:gd name="connsiteY418" fmla="*/ 217998 h 586467"/>
              <a:gd name="connsiteX419" fmla="*/ 5651060 w 12192001"/>
              <a:gd name="connsiteY419" fmla="*/ 218372 h 586467"/>
              <a:gd name="connsiteX420" fmla="*/ 5700101 w 12192001"/>
              <a:gd name="connsiteY420" fmla="*/ 218372 h 586467"/>
              <a:gd name="connsiteX421" fmla="*/ 5701852 w 12192001"/>
              <a:gd name="connsiteY421" fmla="*/ 212027 h 586467"/>
              <a:gd name="connsiteX422" fmla="*/ 5703712 w 12192001"/>
              <a:gd name="connsiteY422" fmla="*/ 204757 h 586467"/>
              <a:gd name="connsiteX423" fmla="*/ 5719643 w 12192001"/>
              <a:gd name="connsiteY423" fmla="*/ 119117 h 586467"/>
              <a:gd name="connsiteX424" fmla="*/ 5725164 w 12192001"/>
              <a:gd name="connsiteY424" fmla="*/ 32110 h 586467"/>
              <a:gd name="connsiteX425" fmla="*/ 5749535 w 12192001"/>
              <a:gd name="connsiteY425" fmla="*/ 118453 h 586467"/>
              <a:gd name="connsiteX426" fmla="*/ 5763498 w 12192001"/>
              <a:gd name="connsiteY426" fmla="*/ 206708 h 586467"/>
              <a:gd name="connsiteX427" fmla="*/ 5763916 w 12192001"/>
              <a:gd name="connsiteY427" fmla="*/ 211154 h 586467"/>
              <a:gd name="connsiteX428" fmla="*/ 5764492 w 12192001"/>
              <a:gd name="connsiteY428" fmla="*/ 218372 h 586467"/>
              <a:gd name="connsiteX429" fmla="*/ 5781430 w 12192001"/>
              <a:gd name="connsiteY429" fmla="*/ 218372 h 586467"/>
              <a:gd name="connsiteX430" fmla="*/ 5793518 w 12192001"/>
              <a:gd name="connsiteY430" fmla="*/ 175182 h 586467"/>
              <a:gd name="connsiteX431" fmla="*/ 5808877 w 12192001"/>
              <a:gd name="connsiteY431" fmla="*/ 96331 h 586467"/>
              <a:gd name="connsiteX432" fmla="*/ 5823410 w 12192001"/>
              <a:gd name="connsiteY432" fmla="*/ 175923 h 586467"/>
              <a:gd name="connsiteX433" fmla="*/ 5826821 w 12192001"/>
              <a:gd name="connsiteY433" fmla="*/ 205464 h 586467"/>
              <a:gd name="connsiteX434" fmla="*/ 5827878 w 12192001"/>
              <a:gd name="connsiteY434" fmla="*/ 218372 h 586467"/>
              <a:gd name="connsiteX435" fmla="*/ 5854340 w 12192001"/>
              <a:gd name="connsiteY435" fmla="*/ 218372 h 586467"/>
              <a:gd name="connsiteX436" fmla="*/ 5860856 w 12192001"/>
              <a:gd name="connsiteY436" fmla="*/ 206122 h 586467"/>
              <a:gd name="connsiteX437" fmla="*/ 5892590 w 12192001"/>
              <a:gd name="connsiteY437" fmla="*/ 156454 h 586467"/>
              <a:gd name="connsiteX438" fmla="*/ 5931114 w 12192001"/>
              <a:gd name="connsiteY438" fmla="*/ 109830 h 586467"/>
              <a:gd name="connsiteX439" fmla="*/ 5950535 w 12192001"/>
              <a:gd name="connsiteY439" fmla="*/ 89815 h 586467"/>
              <a:gd name="connsiteX440" fmla="*/ 5920896 w 12192001"/>
              <a:gd name="connsiteY440" fmla="*/ 163088 h 586467"/>
              <a:gd name="connsiteX441" fmla="*/ 5909979 w 12192001"/>
              <a:gd name="connsiteY441" fmla="*/ 214121 h 586467"/>
              <a:gd name="connsiteX442" fmla="*/ 5909469 w 12192001"/>
              <a:gd name="connsiteY442" fmla="*/ 218372 h 586467"/>
              <a:gd name="connsiteX443" fmla="*/ 5930597 w 12192001"/>
              <a:gd name="connsiteY443" fmla="*/ 218372 h 586467"/>
              <a:gd name="connsiteX444" fmla="*/ 5979984 w 12192001"/>
              <a:gd name="connsiteY444" fmla="*/ 141356 h 586467"/>
              <a:gd name="connsiteX445" fmla="*/ 5969615 w 12192001"/>
              <a:gd name="connsiteY445" fmla="*/ 218372 h 586467"/>
              <a:gd name="connsiteX446" fmla="*/ 5990637 w 12192001"/>
              <a:gd name="connsiteY446" fmla="*/ 218372 h 586467"/>
              <a:gd name="connsiteX447" fmla="*/ 5993946 w 12192001"/>
              <a:gd name="connsiteY447" fmla="*/ 199763 h 586467"/>
              <a:gd name="connsiteX448" fmla="*/ 5998579 w 12192001"/>
              <a:gd name="connsiteY448" fmla="*/ 134099 h 586467"/>
              <a:gd name="connsiteX449" fmla="*/ 5989757 w 12192001"/>
              <a:gd name="connsiteY449" fmla="*/ 68240 h 586467"/>
              <a:gd name="connsiteX450" fmla="*/ 5982903 w 12192001"/>
              <a:gd name="connsiteY450" fmla="*/ 46703 h 586467"/>
              <a:gd name="connsiteX451" fmla="*/ 5980047 w 12192001"/>
              <a:gd name="connsiteY451" fmla="*/ 38665 h 586467"/>
              <a:gd name="connsiteX452" fmla="*/ 5985315 w 12192001"/>
              <a:gd name="connsiteY452" fmla="*/ 46078 h 586467"/>
              <a:gd name="connsiteX453" fmla="*/ 5998706 w 12192001"/>
              <a:gd name="connsiteY453" fmla="*/ 66445 h 586467"/>
              <a:gd name="connsiteX454" fmla="*/ 6028282 w 12192001"/>
              <a:gd name="connsiteY454" fmla="*/ 131680 h 586467"/>
              <a:gd name="connsiteX455" fmla="*/ 6039071 w 12192001"/>
              <a:gd name="connsiteY455" fmla="*/ 171437 h 586467"/>
              <a:gd name="connsiteX456" fmla="*/ 6040848 w 12192001"/>
              <a:gd name="connsiteY456" fmla="*/ 161332 h 586467"/>
              <a:gd name="connsiteX457" fmla="*/ 6058746 w 12192001"/>
              <a:gd name="connsiteY457" fmla="*/ 100155 h 586467"/>
              <a:gd name="connsiteX458" fmla="*/ 6066679 w 12192001"/>
              <a:gd name="connsiteY458" fmla="*/ 80452 h 586467"/>
              <a:gd name="connsiteX459" fmla="*/ 6069789 w 12192001"/>
              <a:gd name="connsiteY459" fmla="*/ 73038 h 586467"/>
              <a:gd name="connsiteX460" fmla="*/ 6069218 w 12192001"/>
              <a:gd name="connsiteY460" fmla="*/ 80764 h 586467"/>
              <a:gd name="connsiteX461" fmla="*/ 6068012 w 12192001"/>
              <a:gd name="connsiteY461" fmla="*/ 101013 h 586467"/>
              <a:gd name="connsiteX462" fmla="*/ 6070806 w 12192001"/>
              <a:gd name="connsiteY462" fmla="*/ 161956 h 586467"/>
              <a:gd name="connsiteX463" fmla="*/ 6076319 w 12192001"/>
              <a:gd name="connsiteY463" fmla="*/ 194042 h 586467"/>
              <a:gd name="connsiteX464" fmla="*/ 6082310 w 12192001"/>
              <a:gd name="connsiteY464" fmla="*/ 218372 h 586467"/>
              <a:gd name="connsiteX465" fmla="*/ 6118430 w 12192001"/>
              <a:gd name="connsiteY465" fmla="*/ 218372 h 586467"/>
              <a:gd name="connsiteX466" fmla="*/ 6108060 w 12192001"/>
              <a:gd name="connsiteY466" fmla="*/ 141356 h 586467"/>
              <a:gd name="connsiteX467" fmla="*/ 6157447 w 12192001"/>
              <a:gd name="connsiteY467" fmla="*/ 218372 h 586467"/>
              <a:gd name="connsiteX468" fmla="*/ 6178574 w 12192001"/>
              <a:gd name="connsiteY468" fmla="*/ 218372 h 586467"/>
              <a:gd name="connsiteX469" fmla="*/ 6178064 w 12192001"/>
              <a:gd name="connsiteY469" fmla="*/ 214121 h 586467"/>
              <a:gd name="connsiteX470" fmla="*/ 6167084 w 12192001"/>
              <a:gd name="connsiteY470" fmla="*/ 163088 h 586467"/>
              <a:gd name="connsiteX471" fmla="*/ 6137509 w 12192001"/>
              <a:gd name="connsiteY471" fmla="*/ 89815 h 586467"/>
              <a:gd name="connsiteX472" fmla="*/ 6156866 w 12192001"/>
              <a:gd name="connsiteY472" fmla="*/ 109830 h 586467"/>
              <a:gd name="connsiteX473" fmla="*/ 6195390 w 12192001"/>
              <a:gd name="connsiteY473" fmla="*/ 156454 h 586467"/>
              <a:gd name="connsiteX474" fmla="*/ 6227124 w 12192001"/>
              <a:gd name="connsiteY474" fmla="*/ 206122 h 586467"/>
              <a:gd name="connsiteX475" fmla="*/ 6233681 w 12192001"/>
              <a:gd name="connsiteY475" fmla="*/ 218372 h 586467"/>
              <a:gd name="connsiteX476" fmla="*/ 6260148 w 12192001"/>
              <a:gd name="connsiteY476" fmla="*/ 218372 h 586467"/>
              <a:gd name="connsiteX477" fmla="*/ 6261196 w 12192001"/>
              <a:gd name="connsiteY477" fmla="*/ 205464 h 586467"/>
              <a:gd name="connsiteX478" fmla="*/ 6264569 w 12192001"/>
              <a:gd name="connsiteY478" fmla="*/ 175923 h 586467"/>
              <a:gd name="connsiteX479" fmla="*/ 6279167 w 12192001"/>
              <a:gd name="connsiteY479" fmla="*/ 96331 h 586467"/>
              <a:gd name="connsiteX480" fmla="*/ 6294526 w 12192001"/>
              <a:gd name="connsiteY480" fmla="*/ 175182 h 586467"/>
              <a:gd name="connsiteX481" fmla="*/ 6306569 w 12192001"/>
              <a:gd name="connsiteY481" fmla="*/ 218372 h 586467"/>
              <a:gd name="connsiteX482" fmla="*/ 6323511 w 12192001"/>
              <a:gd name="connsiteY482" fmla="*/ 218372 h 586467"/>
              <a:gd name="connsiteX483" fmla="*/ 6324075 w 12192001"/>
              <a:gd name="connsiteY483" fmla="*/ 211154 h 586467"/>
              <a:gd name="connsiteX484" fmla="*/ 6324482 w 12192001"/>
              <a:gd name="connsiteY484" fmla="*/ 206708 h 586467"/>
              <a:gd name="connsiteX485" fmla="*/ 6338445 w 12192001"/>
              <a:gd name="connsiteY485" fmla="*/ 118453 h 586467"/>
              <a:gd name="connsiteX486" fmla="*/ 6362879 w 12192001"/>
              <a:gd name="connsiteY486" fmla="*/ 32188 h 586467"/>
              <a:gd name="connsiteX487" fmla="*/ 6368401 w 12192001"/>
              <a:gd name="connsiteY487" fmla="*/ 119117 h 586467"/>
              <a:gd name="connsiteX488" fmla="*/ 6384268 w 12192001"/>
              <a:gd name="connsiteY488" fmla="*/ 204757 h 586467"/>
              <a:gd name="connsiteX489" fmla="*/ 6386138 w 12192001"/>
              <a:gd name="connsiteY489" fmla="*/ 212027 h 586467"/>
              <a:gd name="connsiteX490" fmla="*/ 6387896 w 12192001"/>
              <a:gd name="connsiteY490" fmla="*/ 218372 h 586467"/>
              <a:gd name="connsiteX491" fmla="*/ 6436976 w 12192001"/>
              <a:gd name="connsiteY491" fmla="*/ 218372 h 586467"/>
              <a:gd name="connsiteX492" fmla="*/ 6437009 w 12192001"/>
              <a:gd name="connsiteY492" fmla="*/ 217998 h 586467"/>
              <a:gd name="connsiteX493" fmla="*/ 6439738 w 12192001"/>
              <a:gd name="connsiteY493" fmla="*/ 166014 h 586467"/>
              <a:gd name="connsiteX494" fmla="*/ 6438278 w 12192001"/>
              <a:gd name="connsiteY494" fmla="*/ 89854 h 586467"/>
              <a:gd name="connsiteX495" fmla="*/ 6469441 w 12192001"/>
              <a:gd name="connsiteY495" fmla="*/ 163555 h 586467"/>
              <a:gd name="connsiteX496" fmla="*/ 6481063 w 12192001"/>
              <a:gd name="connsiteY496" fmla="*/ 196071 h 586467"/>
              <a:gd name="connsiteX497" fmla="*/ 6488253 w 12192001"/>
              <a:gd name="connsiteY497" fmla="*/ 218372 h 586467"/>
              <a:gd name="connsiteX498" fmla="*/ 6489459 w 12192001"/>
              <a:gd name="connsiteY498" fmla="*/ 218372 h 586467"/>
              <a:gd name="connsiteX499" fmla="*/ 6489306 w 12192001"/>
              <a:gd name="connsiteY499" fmla="*/ 215408 h 586467"/>
              <a:gd name="connsiteX500" fmla="*/ 6491971 w 12192001"/>
              <a:gd name="connsiteY500" fmla="*/ 129417 h 586467"/>
              <a:gd name="connsiteX501" fmla="*/ 6507584 w 12192001"/>
              <a:gd name="connsiteY501" fmla="*/ 45064 h 586467"/>
              <a:gd name="connsiteX502" fmla="*/ 6521864 w 12192001"/>
              <a:gd name="connsiteY502" fmla="*/ 128441 h 586467"/>
              <a:gd name="connsiteX503" fmla="*/ 6548457 w 12192001"/>
              <a:gd name="connsiteY503" fmla="*/ 209361 h 586467"/>
              <a:gd name="connsiteX504" fmla="*/ 6550179 w 12192001"/>
              <a:gd name="connsiteY504" fmla="*/ 213428 h 586467"/>
              <a:gd name="connsiteX505" fmla="*/ 6552337 w 12192001"/>
              <a:gd name="connsiteY505" fmla="*/ 218372 h 586467"/>
              <a:gd name="connsiteX506" fmla="*/ 6555643 w 12192001"/>
              <a:gd name="connsiteY506" fmla="*/ 218372 h 586467"/>
              <a:gd name="connsiteX507" fmla="*/ 6555993 w 12192001"/>
              <a:gd name="connsiteY507" fmla="*/ 215455 h 586467"/>
              <a:gd name="connsiteX508" fmla="*/ 6564641 w 12192001"/>
              <a:gd name="connsiteY508" fmla="*/ 161176 h 586467"/>
              <a:gd name="connsiteX509" fmla="*/ 6578604 w 12192001"/>
              <a:gd name="connsiteY509" fmla="*/ 102730 h 586467"/>
              <a:gd name="connsiteX510" fmla="*/ 6594534 w 12192001"/>
              <a:gd name="connsiteY510" fmla="*/ 160356 h 586467"/>
              <a:gd name="connsiteX511" fmla="*/ 6614970 w 12192001"/>
              <a:gd name="connsiteY511" fmla="*/ 216813 h 586467"/>
              <a:gd name="connsiteX512" fmla="*/ 6615614 w 12192001"/>
              <a:gd name="connsiteY512" fmla="*/ 218372 h 586467"/>
              <a:gd name="connsiteX513" fmla="*/ 6656796 w 12192001"/>
              <a:gd name="connsiteY513" fmla="*/ 218372 h 586467"/>
              <a:gd name="connsiteX514" fmla="*/ 6659100 w 12192001"/>
              <a:gd name="connsiteY514" fmla="*/ 212690 h 586467"/>
              <a:gd name="connsiteX515" fmla="*/ 6660857 w 12192001"/>
              <a:gd name="connsiteY515" fmla="*/ 207917 h 586467"/>
              <a:gd name="connsiteX516" fmla="*/ 6666633 w 12192001"/>
              <a:gd name="connsiteY516" fmla="*/ 189150 h 586467"/>
              <a:gd name="connsiteX517" fmla="*/ 6674693 w 12192001"/>
              <a:gd name="connsiteY517" fmla="*/ 146779 h 586467"/>
              <a:gd name="connsiteX518" fmla="*/ 6673741 w 12192001"/>
              <a:gd name="connsiteY518" fmla="*/ 83378 h 586467"/>
              <a:gd name="connsiteX519" fmla="*/ 6684784 w 12192001"/>
              <a:gd name="connsiteY519" fmla="*/ 102067 h 586467"/>
              <a:gd name="connsiteX520" fmla="*/ 6704522 w 12192001"/>
              <a:gd name="connsiteY520" fmla="*/ 144945 h 586467"/>
              <a:gd name="connsiteX521" fmla="*/ 6720579 w 12192001"/>
              <a:gd name="connsiteY521" fmla="*/ 210609 h 586467"/>
              <a:gd name="connsiteX522" fmla="*/ 6721206 w 12192001"/>
              <a:gd name="connsiteY522" fmla="*/ 216393 h 586467"/>
              <a:gd name="connsiteX523" fmla="*/ 6721355 w 12192001"/>
              <a:gd name="connsiteY523" fmla="*/ 218372 h 586467"/>
              <a:gd name="connsiteX524" fmla="*/ 6724058 w 12192001"/>
              <a:gd name="connsiteY524" fmla="*/ 218372 h 586467"/>
              <a:gd name="connsiteX525" fmla="*/ 6724555 w 12192001"/>
              <a:gd name="connsiteY525" fmla="*/ 211663 h 586467"/>
              <a:gd name="connsiteX526" fmla="*/ 6730480 w 12192001"/>
              <a:gd name="connsiteY526" fmla="*/ 166209 h 586467"/>
              <a:gd name="connsiteX527" fmla="*/ 6749583 w 12192001"/>
              <a:gd name="connsiteY527" fmla="*/ 89932 h 586467"/>
              <a:gd name="connsiteX528" fmla="*/ 6760373 w 12192001"/>
              <a:gd name="connsiteY528" fmla="*/ 165974 h 586467"/>
              <a:gd name="connsiteX529" fmla="*/ 6774193 w 12192001"/>
              <a:gd name="connsiteY529" fmla="*/ 217027 h 586467"/>
              <a:gd name="connsiteX530" fmla="*/ 6774644 w 12192001"/>
              <a:gd name="connsiteY530" fmla="*/ 218372 h 586467"/>
              <a:gd name="connsiteX531" fmla="*/ 6810105 w 12192001"/>
              <a:gd name="connsiteY531" fmla="*/ 218372 h 586467"/>
              <a:gd name="connsiteX532" fmla="*/ 6812607 w 12192001"/>
              <a:gd name="connsiteY532" fmla="*/ 188136 h 586467"/>
              <a:gd name="connsiteX533" fmla="*/ 6814320 w 12192001"/>
              <a:gd name="connsiteY533" fmla="*/ 109128 h 586467"/>
              <a:gd name="connsiteX534" fmla="*/ 6842436 w 12192001"/>
              <a:gd name="connsiteY534" fmla="*/ 186302 h 586467"/>
              <a:gd name="connsiteX535" fmla="*/ 6849036 w 12192001"/>
              <a:gd name="connsiteY535" fmla="*/ 207175 h 586467"/>
              <a:gd name="connsiteX536" fmla="*/ 6863824 w 12192001"/>
              <a:gd name="connsiteY536" fmla="*/ 44869 h 586467"/>
              <a:gd name="connsiteX537" fmla="*/ 6900702 w 12192001"/>
              <a:gd name="connsiteY537" fmla="*/ 218372 h 586467"/>
              <a:gd name="connsiteX538" fmla="*/ 6919664 w 12192001"/>
              <a:gd name="connsiteY538" fmla="*/ 218372 h 586467"/>
              <a:gd name="connsiteX539" fmla="*/ 6920119 w 12192001"/>
              <a:gd name="connsiteY539" fmla="*/ 214081 h 586467"/>
              <a:gd name="connsiteX540" fmla="*/ 6917644 w 12192001"/>
              <a:gd name="connsiteY540" fmla="*/ 147754 h 586467"/>
              <a:gd name="connsiteX541" fmla="*/ 6928751 w 12192001"/>
              <a:gd name="connsiteY541" fmla="*/ 167301 h 586467"/>
              <a:gd name="connsiteX542" fmla="*/ 6949822 w 12192001"/>
              <a:gd name="connsiteY542" fmla="*/ 211546 h 586467"/>
              <a:gd name="connsiteX543" fmla="*/ 6952204 w 12192001"/>
              <a:gd name="connsiteY543" fmla="*/ 218372 h 586467"/>
              <a:gd name="connsiteX544" fmla="*/ 6967487 w 12192001"/>
              <a:gd name="connsiteY544" fmla="*/ 218372 h 586467"/>
              <a:gd name="connsiteX545" fmla="*/ 6967592 w 12192001"/>
              <a:gd name="connsiteY545" fmla="*/ 216539 h 586467"/>
              <a:gd name="connsiteX546" fmla="*/ 6969179 w 12192001"/>
              <a:gd name="connsiteY546" fmla="*/ 193364 h 586467"/>
              <a:gd name="connsiteX547" fmla="*/ 6980603 w 12192001"/>
              <a:gd name="connsiteY547" fmla="*/ 123837 h 586467"/>
              <a:gd name="connsiteX548" fmla="*/ 7001992 w 12192001"/>
              <a:gd name="connsiteY548" fmla="*/ 56105 h 586467"/>
              <a:gd name="connsiteX549" fmla="*/ 7011131 w 12192001"/>
              <a:gd name="connsiteY549" fmla="*/ 34256 h 586467"/>
              <a:gd name="connsiteX550" fmla="*/ 7014685 w 12192001"/>
              <a:gd name="connsiteY550" fmla="*/ 26024 h 586467"/>
              <a:gd name="connsiteX551" fmla="*/ 7013606 w 12192001"/>
              <a:gd name="connsiteY551" fmla="*/ 34607 h 586467"/>
              <a:gd name="connsiteX552" fmla="*/ 7011258 w 12192001"/>
              <a:gd name="connsiteY552" fmla="*/ 57120 h 586467"/>
              <a:gd name="connsiteX553" fmla="*/ 7010496 w 12192001"/>
              <a:gd name="connsiteY553" fmla="*/ 125086 h 586467"/>
              <a:gd name="connsiteX554" fmla="*/ 7019636 w 12192001"/>
              <a:gd name="connsiteY554" fmla="*/ 192155 h 586467"/>
              <a:gd name="connsiteX555" fmla="*/ 7024713 w 12192001"/>
              <a:gd name="connsiteY555" fmla="*/ 213925 h 586467"/>
              <a:gd name="connsiteX556" fmla="*/ 7025810 w 12192001"/>
              <a:gd name="connsiteY556" fmla="*/ 218372 h 586467"/>
              <a:gd name="connsiteX557" fmla="*/ 7065645 w 12192001"/>
              <a:gd name="connsiteY557" fmla="*/ 218372 h 586467"/>
              <a:gd name="connsiteX558" fmla="*/ 7065953 w 12192001"/>
              <a:gd name="connsiteY558" fmla="*/ 217067 h 586467"/>
              <a:gd name="connsiteX559" fmla="*/ 7085133 w 12192001"/>
              <a:gd name="connsiteY559" fmla="*/ 114044 h 586467"/>
              <a:gd name="connsiteX560" fmla="*/ 7095478 w 12192001"/>
              <a:gd name="connsiteY560" fmla="*/ 0 h 586467"/>
              <a:gd name="connsiteX561" fmla="*/ 7115090 w 12192001"/>
              <a:gd name="connsiteY561" fmla="*/ 114161 h 586467"/>
              <a:gd name="connsiteX562" fmla="*/ 7121928 w 12192001"/>
              <a:gd name="connsiteY562" fmla="*/ 193476 h 586467"/>
              <a:gd name="connsiteX563" fmla="*/ 7123010 w 12192001"/>
              <a:gd name="connsiteY563" fmla="*/ 218372 h 586467"/>
              <a:gd name="connsiteX564" fmla="*/ 7151790 w 12192001"/>
              <a:gd name="connsiteY564" fmla="*/ 218372 h 586467"/>
              <a:gd name="connsiteX565" fmla="*/ 7152672 w 12192001"/>
              <a:gd name="connsiteY565" fmla="*/ 215700 h 586467"/>
              <a:gd name="connsiteX566" fmla="*/ 7186427 w 12192001"/>
              <a:gd name="connsiteY566" fmla="*/ 124188 h 586467"/>
              <a:gd name="connsiteX567" fmla="*/ 7230536 w 12192001"/>
              <a:gd name="connsiteY567" fmla="*/ 26180 h 586467"/>
              <a:gd name="connsiteX568" fmla="*/ 7224888 w 12192001"/>
              <a:gd name="connsiteY568" fmla="*/ 60007 h 586467"/>
              <a:gd name="connsiteX569" fmla="*/ 7228695 w 12192001"/>
              <a:gd name="connsiteY569" fmla="*/ 38509 h 586467"/>
              <a:gd name="connsiteX570" fmla="*/ 7244182 w 12192001"/>
              <a:gd name="connsiteY570" fmla="*/ 130002 h 586467"/>
              <a:gd name="connsiteX571" fmla="*/ 7262175 w 12192001"/>
              <a:gd name="connsiteY571" fmla="*/ 212982 h 586467"/>
              <a:gd name="connsiteX572" fmla="*/ 7263474 w 12192001"/>
              <a:gd name="connsiteY572" fmla="*/ 218372 h 586467"/>
              <a:gd name="connsiteX573" fmla="*/ 7279143 w 12192001"/>
              <a:gd name="connsiteY573" fmla="*/ 218372 h 586467"/>
              <a:gd name="connsiteX574" fmla="*/ 7280104 w 12192001"/>
              <a:gd name="connsiteY574" fmla="*/ 198436 h 586467"/>
              <a:gd name="connsiteX575" fmla="*/ 7274392 w 12192001"/>
              <a:gd name="connsiteY575" fmla="*/ 128597 h 586467"/>
              <a:gd name="connsiteX576" fmla="*/ 7309679 w 12192001"/>
              <a:gd name="connsiteY576" fmla="*/ 195393 h 586467"/>
              <a:gd name="connsiteX577" fmla="*/ 7318357 w 12192001"/>
              <a:gd name="connsiteY577" fmla="*/ 218372 h 586467"/>
              <a:gd name="connsiteX578" fmla="*/ 7361240 w 12192001"/>
              <a:gd name="connsiteY578" fmla="*/ 218372 h 586467"/>
              <a:gd name="connsiteX579" fmla="*/ 7364071 w 12192001"/>
              <a:gd name="connsiteY579" fmla="*/ 210843 h 586467"/>
              <a:gd name="connsiteX580" fmla="*/ 7383682 w 12192001"/>
              <a:gd name="connsiteY580" fmla="*/ 144282 h 586467"/>
              <a:gd name="connsiteX581" fmla="*/ 7394979 w 12192001"/>
              <a:gd name="connsiteY581" fmla="*/ 76237 h 586467"/>
              <a:gd name="connsiteX582" fmla="*/ 7396883 w 12192001"/>
              <a:gd name="connsiteY582" fmla="*/ 53569 h 586467"/>
              <a:gd name="connsiteX583" fmla="*/ 7397455 w 12192001"/>
              <a:gd name="connsiteY583" fmla="*/ 44947 h 586467"/>
              <a:gd name="connsiteX584" fmla="*/ 7399422 w 12192001"/>
              <a:gd name="connsiteY584" fmla="*/ 53452 h 586467"/>
              <a:gd name="connsiteX585" fmla="*/ 7404309 w 12192001"/>
              <a:gd name="connsiteY585" fmla="*/ 76043 h 586467"/>
              <a:gd name="connsiteX586" fmla="*/ 7413575 w 12192001"/>
              <a:gd name="connsiteY586" fmla="*/ 145335 h 586467"/>
              <a:gd name="connsiteX587" fmla="*/ 7414083 w 12192001"/>
              <a:gd name="connsiteY587" fmla="*/ 215486 h 586467"/>
              <a:gd name="connsiteX588" fmla="*/ 7413918 w 12192001"/>
              <a:gd name="connsiteY588" fmla="*/ 218372 h 586467"/>
              <a:gd name="connsiteX589" fmla="*/ 7472465 w 12192001"/>
              <a:gd name="connsiteY589" fmla="*/ 218372 h 586467"/>
              <a:gd name="connsiteX590" fmla="*/ 7471455 w 12192001"/>
              <a:gd name="connsiteY590" fmla="*/ 206300 h 586467"/>
              <a:gd name="connsiteX591" fmla="*/ 7469933 w 12192001"/>
              <a:gd name="connsiteY591" fmla="*/ 173193 h 586467"/>
              <a:gd name="connsiteX592" fmla="*/ 7472663 w 12192001"/>
              <a:gd name="connsiteY592" fmla="*/ 83495 h 586467"/>
              <a:gd name="connsiteX593" fmla="*/ 7499573 w 12192001"/>
              <a:gd name="connsiteY593" fmla="*/ 170501 h 586467"/>
              <a:gd name="connsiteX594" fmla="*/ 7511839 w 12192001"/>
              <a:gd name="connsiteY594" fmla="*/ 201907 h 586467"/>
              <a:gd name="connsiteX595" fmla="*/ 7518949 w 12192001"/>
              <a:gd name="connsiteY595" fmla="*/ 218372 h 586467"/>
              <a:gd name="connsiteX596" fmla="*/ 7577392 w 12192001"/>
              <a:gd name="connsiteY596" fmla="*/ 218372 h 586467"/>
              <a:gd name="connsiteX597" fmla="*/ 7578208 w 12192001"/>
              <a:gd name="connsiteY597" fmla="*/ 211428 h 586467"/>
              <a:gd name="connsiteX598" fmla="*/ 7579414 w 12192001"/>
              <a:gd name="connsiteY598" fmla="*/ 151851 h 586467"/>
              <a:gd name="connsiteX599" fmla="*/ 7571671 w 12192001"/>
              <a:gd name="connsiteY599" fmla="*/ 91844 h 586467"/>
              <a:gd name="connsiteX600" fmla="*/ 7567229 w 12192001"/>
              <a:gd name="connsiteY600" fmla="*/ 72102 h 586467"/>
              <a:gd name="connsiteX601" fmla="*/ 7565451 w 12192001"/>
              <a:gd name="connsiteY601" fmla="*/ 64689 h 586467"/>
              <a:gd name="connsiteX602" fmla="*/ 7569703 w 12192001"/>
              <a:gd name="connsiteY602" fmla="*/ 71595 h 586467"/>
              <a:gd name="connsiteX603" fmla="*/ 7580747 w 12192001"/>
              <a:gd name="connsiteY603" fmla="*/ 90284 h 586467"/>
              <a:gd name="connsiteX604" fmla="*/ 7608926 w 12192001"/>
              <a:gd name="connsiteY604" fmla="*/ 148730 h 586467"/>
              <a:gd name="connsiteX605" fmla="*/ 7628601 w 12192001"/>
              <a:gd name="connsiteY605" fmla="*/ 209438 h 586467"/>
              <a:gd name="connsiteX606" fmla="*/ 7630630 w 12192001"/>
              <a:gd name="connsiteY606" fmla="*/ 218372 h 586467"/>
              <a:gd name="connsiteX607" fmla="*/ 7686702 w 12192001"/>
              <a:gd name="connsiteY607" fmla="*/ 218372 h 586467"/>
              <a:gd name="connsiteX608" fmla="*/ 7690481 w 12192001"/>
              <a:gd name="connsiteY608" fmla="*/ 205264 h 586467"/>
              <a:gd name="connsiteX609" fmla="*/ 7691370 w 12192001"/>
              <a:gd name="connsiteY609" fmla="*/ 201908 h 586467"/>
              <a:gd name="connsiteX610" fmla="*/ 7698148 w 12192001"/>
              <a:gd name="connsiteY610" fmla="*/ 218372 h 586467"/>
              <a:gd name="connsiteX611" fmla="*/ 7838682 w 12192001"/>
              <a:gd name="connsiteY611" fmla="*/ 218372 h 586467"/>
              <a:gd name="connsiteX612" fmla="*/ 7843881 w 12192001"/>
              <a:gd name="connsiteY612" fmla="*/ 165858 h 586467"/>
              <a:gd name="connsiteX613" fmla="*/ 7855834 w 12192001"/>
              <a:gd name="connsiteY613" fmla="*/ 196415 h 586467"/>
              <a:gd name="connsiteX614" fmla="*/ 7864912 w 12192001"/>
              <a:gd name="connsiteY614" fmla="*/ 218372 h 586467"/>
              <a:gd name="connsiteX615" fmla="*/ 7949815 w 12192001"/>
              <a:gd name="connsiteY615" fmla="*/ 218372 h 586467"/>
              <a:gd name="connsiteX616" fmla="*/ 7951965 w 12192001"/>
              <a:gd name="connsiteY616" fmla="*/ 212091 h 586467"/>
              <a:gd name="connsiteX617" fmla="*/ 7954144 w 12192001"/>
              <a:gd name="connsiteY617" fmla="*/ 218372 h 586467"/>
              <a:gd name="connsiteX618" fmla="*/ 8039018 w 12192001"/>
              <a:gd name="connsiteY618" fmla="*/ 218372 h 586467"/>
              <a:gd name="connsiteX619" fmla="*/ 8048097 w 12192001"/>
              <a:gd name="connsiteY619" fmla="*/ 196415 h 586467"/>
              <a:gd name="connsiteX620" fmla="*/ 8060049 w 12192001"/>
              <a:gd name="connsiteY620" fmla="*/ 165858 h 586467"/>
              <a:gd name="connsiteX621" fmla="*/ 8065249 w 12192001"/>
              <a:gd name="connsiteY621" fmla="*/ 218372 h 586467"/>
              <a:gd name="connsiteX622" fmla="*/ 8205783 w 12192001"/>
              <a:gd name="connsiteY622" fmla="*/ 218372 h 586467"/>
              <a:gd name="connsiteX623" fmla="*/ 8212560 w 12192001"/>
              <a:gd name="connsiteY623" fmla="*/ 201908 h 586467"/>
              <a:gd name="connsiteX624" fmla="*/ 8213449 w 12192001"/>
              <a:gd name="connsiteY624" fmla="*/ 205264 h 586467"/>
              <a:gd name="connsiteX625" fmla="*/ 8217235 w 12192001"/>
              <a:gd name="connsiteY625" fmla="*/ 218372 h 586467"/>
              <a:gd name="connsiteX626" fmla="*/ 8273329 w 12192001"/>
              <a:gd name="connsiteY626" fmla="*/ 218372 h 586467"/>
              <a:gd name="connsiteX627" fmla="*/ 8275329 w 12192001"/>
              <a:gd name="connsiteY627" fmla="*/ 209438 h 586467"/>
              <a:gd name="connsiteX628" fmla="*/ 8295004 w 12192001"/>
              <a:gd name="connsiteY628" fmla="*/ 148730 h 586467"/>
              <a:gd name="connsiteX629" fmla="*/ 8323183 w 12192001"/>
              <a:gd name="connsiteY629" fmla="*/ 90284 h 586467"/>
              <a:gd name="connsiteX630" fmla="*/ 8334290 w 12192001"/>
              <a:gd name="connsiteY630" fmla="*/ 71595 h 586467"/>
              <a:gd name="connsiteX631" fmla="*/ 8338478 w 12192001"/>
              <a:gd name="connsiteY631" fmla="*/ 64689 h 586467"/>
              <a:gd name="connsiteX632" fmla="*/ 8336702 w 12192001"/>
              <a:gd name="connsiteY632" fmla="*/ 72102 h 586467"/>
              <a:gd name="connsiteX633" fmla="*/ 8332259 w 12192001"/>
              <a:gd name="connsiteY633" fmla="*/ 91844 h 586467"/>
              <a:gd name="connsiteX634" fmla="*/ 8324579 w 12192001"/>
              <a:gd name="connsiteY634" fmla="*/ 151851 h 586467"/>
              <a:gd name="connsiteX635" fmla="*/ 8325785 w 12192001"/>
              <a:gd name="connsiteY635" fmla="*/ 211428 h 586467"/>
              <a:gd name="connsiteX636" fmla="*/ 8326579 w 12192001"/>
              <a:gd name="connsiteY636" fmla="*/ 218372 h 586467"/>
              <a:gd name="connsiteX637" fmla="*/ 8385005 w 12192001"/>
              <a:gd name="connsiteY637" fmla="*/ 218372 h 586467"/>
              <a:gd name="connsiteX638" fmla="*/ 8392101 w 12192001"/>
              <a:gd name="connsiteY638" fmla="*/ 201907 h 586467"/>
              <a:gd name="connsiteX639" fmla="*/ 8404357 w 12192001"/>
              <a:gd name="connsiteY639" fmla="*/ 170501 h 586467"/>
              <a:gd name="connsiteX640" fmla="*/ 8431330 w 12192001"/>
              <a:gd name="connsiteY640" fmla="*/ 83495 h 586467"/>
              <a:gd name="connsiteX641" fmla="*/ 8433996 w 12192001"/>
              <a:gd name="connsiteY641" fmla="*/ 173193 h 586467"/>
              <a:gd name="connsiteX642" fmla="*/ 8432500 w 12192001"/>
              <a:gd name="connsiteY642" fmla="*/ 206300 h 586467"/>
              <a:gd name="connsiteX643" fmla="*/ 8431489 w 12192001"/>
              <a:gd name="connsiteY643" fmla="*/ 218372 h 586467"/>
              <a:gd name="connsiteX644" fmla="*/ 8490012 w 12192001"/>
              <a:gd name="connsiteY644" fmla="*/ 218372 h 586467"/>
              <a:gd name="connsiteX645" fmla="*/ 8489847 w 12192001"/>
              <a:gd name="connsiteY645" fmla="*/ 215486 h 586467"/>
              <a:gd name="connsiteX646" fmla="*/ 8490355 w 12192001"/>
              <a:gd name="connsiteY646" fmla="*/ 145335 h 586467"/>
              <a:gd name="connsiteX647" fmla="*/ 8499621 w 12192001"/>
              <a:gd name="connsiteY647" fmla="*/ 76043 h 586467"/>
              <a:gd name="connsiteX648" fmla="*/ 8504508 w 12192001"/>
              <a:gd name="connsiteY648" fmla="*/ 53452 h 586467"/>
              <a:gd name="connsiteX649" fmla="*/ 8506476 w 12192001"/>
              <a:gd name="connsiteY649" fmla="*/ 44947 h 586467"/>
              <a:gd name="connsiteX650" fmla="*/ 8507110 w 12192001"/>
              <a:gd name="connsiteY650" fmla="*/ 53569 h 586467"/>
              <a:gd name="connsiteX651" fmla="*/ 8508951 w 12192001"/>
              <a:gd name="connsiteY651" fmla="*/ 76237 h 586467"/>
              <a:gd name="connsiteX652" fmla="*/ 8520247 w 12192001"/>
              <a:gd name="connsiteY652" fmla="*/ 144282 h 586467"/>
              <a:gd name="connsiteX653" fmla="*/ 8539859 w 12192001"/>
              <a:gd name="connsiteY653" fmla="*/ 210843 h 586467"/>
              <a:gd name="connsiteX654" fmla="*/ 8542690 w 12192001"/>
              <a:gd name="connsiteY654" fmla="*/ 218372 h 586467"/>
              <a:gd name="connsiteX655" fmla="*/ 8585573 w 12192001"/>
              <a:gd name="connsiteY655" fmla="*/ 218372 h 586467"/>
              <a:gd name="connsiteX656" fmla="*/ 8594250 w 12192001"/>
              <a:gd name="connsiteY656" fmla="*/ 195393 h 586467"/>
              <a:gd name="connsiteX657" fmla="*/ 8629538 w 12192001"/>
              <a:gd name="connsiteY657" fmla="*/ 128597 h 586467"/>
              <a:gd name="connsiteX658" fmla="*/ 8623826 w 12192001"/>
              <a:gd name="connsiteY658" fmla="*/ 198436 h 586467"/>
              <a:gd name="connsiteX659" fmla="*/ 8624788 w 12192001"/>
              <a:gd name="connsiteY659" fmla="*/ 218372 h 586467"/>
              <a:gd name="connsiteX660" fmla="*/ 8640457 w 12192001"/>
              <a:gd name="connsiteY660" fmla="*/ 218372 h 586467"/>
              <a:gd name="connsiteX661" fmla="*/ 8641755 w 12192001"/>
              <a:gd name="connsiteY661" fmla="*/ 212982 h 586467"/>
              <a:gd name="connsiteX662" fmla="*/ 8659748 w 12192001"/>
              <a:gd name="connsiteY662" fmla="*/ 130002 h 586467"/>
              <a:gd name="connsiteX663" fmla="*/ 8675234 w 12192001"/>
              <a:gd name="connsiteY663" fmla="*/ 38509 h 586467"/>
              <a:gd name="connsiteX664" fmla="*/ 8679042 w 12192001"/>
              <a:gd name="connsiteY664" fmla="*/ 60046 h 586467"/>
              <a:gd name="connsiteX665" fmla="*/ 8673330 w 12192001"/>
              <a:gd name="connsiteY665" fmla="*/ 25985 h 586467"/>
              <a:gd name="connsiteX666" fmla="*/ 8717503 w 12192001"/>
              <a:gd name="connsiteY666" fmla="*/ 124188 h 586467"/>
              <a:gd name="connsiteX667" fmla="*/ 8751267 w 12192001"/>
              <a:gd name="connsiteY667" fmla="*/ 215700 h 586467"/>
              <a:gd name="connsiteX668" fmla="*/ 8752146 w 12192001"/>
              <a:gd name="connsiteY668" fmla="*/ 218372 h 586467"/>
              <a:gd name="connsiteX669" fmla="*/ 8780919 w 12192001"/>
              <a:gd name="connsiteY669" fmla="*/ 218372 h 586467"/>
              <a:gd name="connsiteX670" fmla="*/ 8782001 w 12192001"/>
              <a:gd name="connsiteY670" fmla="*/ 193476 h 586467"/>
              <a:gd name="connsiteX671" fmla="*/ 8788840 w 12192001"/>
              <a:gd name="connsiteY671" fmla="*/ 114161 h 586467"/>
              <a:gd name="connsiteX672" fmla="*/ 8808451 w 12192001"/>
              <a:gd name="connsiteY672" fmla="*/ 0 h 586467"/>
              <a:gd name="connsiteX673" fmla="*/ 8818796 w 12192001"/>
              <a:gd name="connsiteY673" fmla="*/ 114044 h 586467"/>
              <a:gd name="connsiteX674" fmla="*/ 8837976 w 12192001"/>
              <a:gd name="connsiteY674" fmla="*/ 217067 h 586467"/>
              <a:gd name="connsiteX675" fmla="*/ 8838284 w 12192001"/>
              <a:gd name="connsiteY675" fmla="*/ 218372 h 586467"/>
              <a:gd name="connsiteX676" fmla="*/ 8878119 w 12192001"/>
              <a:gd name="connsiteY676" fmla="*/ 218372 h 586467"/>
              <a:gd name="connsiteX677" fmla="*/ 8879217 w 12192001"/>
              <a:gd name="connsiteY677" fmla="*/ 213925 h 586467"/>
              <a:gd name="connsiteX678" fmla="*/ 8884294 w 12192001"/>
              <a:gd name="connsiteY678" fmla="*/ 192155 h 586467"/>
              <a:gd name="connsiteX679" fmla="*/ 8893433 w 12192001"/>
              <a:gd name="connsiteY679" fmla="*/ 125086 h 586467"/>
              <a:gd name="connsiteX680" fmla="*/ 8892735 w 12192001"/>
              <a:gd name="connsiteY680" fmla="*/ 57120 h 586467"/>
              <a:gd name="connsiteX681" fmla="*/ 8890324 w 12192001"/>
              <a:gd name="connsiteY681" fmla="*/ 34607 h 586467"/>
              <a:gd name="connsiteX682" fmla="*/ 8889244 w 12192001"/>
              <a:gd name="connsiteY682" fmla="*/ 26024 h 586467"/>
              <a:gd name="connsiteX683" fmla="*/ 8892862 w 12192001"/>
              <a:gd name="connsiteY683" fmla="*/ 34256 h 586467"/>
              <a:gd name="connsiteX684" fmla="*/ 8901938 w 12192001"/>
              <a:gd name="connsiteY684" fmla="*/ 56105 h 586467"/>
              <a:gd name="connsiteX685" fmla="*/ 8923326 w 12192001"/>
              <a:gd name="connsiteY685" fmla="*/ 123837 h 586467"/>
              <a:gd name="connsiteX686" fmla="*/ 8934750 w 12192001"/>
              <a:gd name="connsiteY686" fmla="*/ 193364 h 586467"/>
              <a:gd name="connsiteX687" fmla="*/ 8936401 w 12192001"/>
              <a:gd name="connsiteY687" fmla="*/ 216539 h 586467"/>
              <a:gd name="connsiteX688" fmla="*/ 8936493 w 12192001"/>
              <a:gd name="connsiteY688" fmla="*/ 218372 h 586467"/>
              <a:gd name="connsiteX689" fmla="*/ 8951725 w 12192001"/>
              <a:gd name="connsiteY689" fmla="*/ 218372 h 586467"/>
              <a:gd name="connsiteX690" fmla="*/ 8954107 w 12192001"/>
              <a:gd name="connsiteY690" fmla="*/ 211546 h 586467"/>
              <a:gd name="connsiteX691" fmla="*/ 8975179 w 12192001"/>
              <a:gd name="connsiteY691" fmla="*/ 167301 h 586467"/>
              <a:gd name="connsiteX692" fmla="*/ 8986286 w 12192001"/>
              <a:gd name="connsiteY692" fmla="*/ 147754 h 586467"/>
              <a:gd name="connsiteX693" fmla="*/ 8983810 w 12192001"/>
              <a:gd name="connsiteY693" fmla="*/ 214081 h 586467"/>
              <a:gd name="connsiteX694" fmla="*/ 8984266 w 12192001"/>
              <a:gd name="connsiteY694" fmla="*/ 218372 h 586467"/>
              <a:gd name="connsiteX695" fmla="*/ 9003229 w 12192001"/>
              <a:gd name="connsiteY695" fmla="*/ 218372 h 586467"/>
              <a:gd name="connsiteX696" fmla="*/ 9040105 w 12192001"/>
              <a:gd name="connsiteY696" fmla="*/ 44869 h 586467"/>
              <a:gd name="connsiteX697" fmla="*/ 9054893 w 12192001"/>
              <a:gd name="connsiteY697" fmla="*/ 207175 h 586467"/>
              <a:gd name="connsiteX698" fmla="*/ 9061494 w 12192001"/>
              <a:gd name="connsiteY698" fmla="*/ 186302 h 586467"/>
              <a:gd name="connsiteX699" fmla="*/ 9089610 w 12192001"/>
              <a:gd name="connsiteY699" fmla="*/ 109128 h 586467"/>
              <a:gd name="connsiteX700" fmla="*/ 9091323 w 12192001"/>
              <a:gd name="connsiteY700" fmla="*/ 188136 h 586467"/>
              <a:gd name="connsiteX701" fmla="*/ 9093825 w 12192001"/>
              <a:gd name="connsiteY701" fmla="*/ 218372 h 586467"/>
              <a:gd name="connsiteX702" fmla="*/ 9129285 w 12192001"/>
              <a:gd name="connsiteY702" fmla="*/ 218372 h 586467"/>
              <a:gd name="connsiteX703" fmla="*/ 9129737 w 12192001"/>
              <a:gd name="connsiteY703" fmla="*/ 217027 h 586467"/>
              <a:gd name="connsiteX704" fmla="*/ 9143557 w 12192001"/>
              <a:gd name="connsiteY704" fmla="*/ 165974 h 586467"/>
              <a:gd name="connsiteX705" fmla="*/ 9154346 w 12192001"/>
              <a:gd name="connsiteY705" fmla="*/ 89932 h 586467"/>
              <a:gd name="connsiteX706" fmla="*/ 9173513 w 12192001"/>
              <a:gd name="connsiteY706" fmla="*/ 166209 h 586467"/>
              <a:gd name="connsiteX707" fmla="*/ 9179384 w 12192001"/>
              <a:gd name="connsiteY707" fmla="*/ 211663 h 586467"/>
              <a:gd name="connsiteX708" fmla="*/ 9179877 w 12192001"/>
              <a:gd name="connsiteY708" fmla="*/ 218372 h 586467"/>
              <a:gd name="connsiteX709" fmla="*/ 9182596 w 12192001"/>
              <a:gd name="connsiteY709" fmla="*/ 218372 h 586467"/>
              <a:gd name="connsiteX710" fmla="*/ 9182747 w 12192001"/>
              <a:gd name="connsiteY710" fmla="*/ 216393 h 586467"/>
              <a:gd name="connsiteX711" fmla="*/ 9183350 w 12192001"/>
              <a:gd name="connsiteY711" fmla="*/ 210609 h 586467"/>
              <a:gd name="connsiteX712" fmla="*/ 9199471 w 12192001"/>
              <a:gd name="connsiteY712" fmla="*/ 144945 h 586467"/>
              <a:gd name="connsiteX713" fmla="*/ 9219145 w 12192001"/>
              <a:gd name="connsiteY713" fmla="*/ 102067 h 586467"/>
              <a:gd name="connsiteX714" fmla="*/ 9230189 w 12192001"/>
              <a:gd name="connsiteY714" fmla="*/ 83378 h 586467"/>
              <a:gd name="connsiteX715" fmla="*/ 9229237 w 12192001"/>
              <a:gd name="connsiteY715" fmla="*/ 146779 h 586467"/>
              <a:gd name="connsiteX716" fmla="*/ 9237360 w 12192001"/>
              <a:gd name="connsiteY716" fmla="*/ 189150 h 586467"/>
              <a:gd name="connsiteX717" fmla="*/ 9243073 w 12192001"/>
              <a:gd name="connsiteY717" fmla="*/ 207917 h 586467"/>
              <a:gd name="connsiteX718" fmla="*/ 9244830 w 12192001"/>
              <a:gd name="connsiteY718" fmla="*/ 212690 h 586467"/>
              <a:gd name="connsiteX719" fmla="*/ 9247134 w 12192001"/>
              <a:gd name="connsiteY719" fmla="*/ 218372 h 586467"/>
              <a:gd name="connsiteX720" fmla="*/ 9288315 w 12192001"/>
              <a:gd name="connsiteY720" fmla="*/ 218372 h 586467"/>
              <a:gd name="connsiteX721" fmla="*/ 9288959 w 12192001"/>
              <a:gd name="connsiteY721" fmla="*/ 216813 h 586467"/>
              <a:gd name="connsiteX722" fmla="*/ 9309396 w 12192001"/>
              <a:gd name="connsiteY722" fmla="*/ 160356 h 586467"/>
              <a:gd name="connsiteX723" fmla="*/ 9325326 w 12192001"/>
              <a:gd name="connsiteY723" fmla="*/ 102730 h 586467"/>
              <a:gd name="connsiteX724" fmla="*/ 9339289 w 12192001"/>
              <a:gd name="connsiteY724" fmla="*/ 161176 h 586467"/>
              <a:gd name="connsiteX725" fmla="*/ 9347937 w 12192001"/>
              <a:gd name="connsiteY725" fmla="*/ 215455 h 586467"/>
              <a:gd name="connsiteX726" fmla="*/ 9348288 w 12192001"/>
              <a:gd name="connsiteY726" fmla="*/ 218372 h 586467"/>
              <a:gd name="connsiteX727" fmla="*/ 9351606 w 12192001"/>
              <a:gd name="connsiteY727" fmla="*/ 218372 h 586467"/>
              <a:gd name="connsiteX728" fmla="*/ 9353775 w 12192001"/>
              <a:gd name="connsiteY728" fmla="*/ 213428 h 586467"/>
              <a:gd name="connsiteX729" fmla="*/ 9355473 w 12192001"/>
              <a:gd name="connsiteY729" fmla="*/ 209361 h 586467"/>
              <a:gd name="connsiteX730" fmla="*/ 9382065 w 12192001"/>
              <a:gd name="connsiteY730" fmla="*/ 128441 h 586467"/>
              <a:gd name="connsiteX731" fmla="*/ 9396345 w 12192001"/>
              <a:gd name="connsiteY731" fmla="*/ 45064 h 586467"/>
              <a:gd name="connsiteX732" fmla="*/ 9411958 w 12192001"/>
              <a:gd name="connsiteY732" fmla="*/ 129417 h 586467"/>
              <a:gd name="connsiteX733" fmla="*/ 9414624 w 12192001"/>
              <a:gd name="connsiteY733" fmla="*/ 215408 h 586467"/>
              <a:gd name="connsiteX734" fmla="*/ 9414472 w 12192001"/>
              <a:gd name="connsiteY734" fmla="*/ 218372 h 586467"/>
              <a:gd name="connsiteX735" fmla="*/ 9415681 w 12192001"/>
              <a:gd name="connsiteY735" fmla="*/ 218372 h 586467"/>
              <a:gd name="connsiteX736" fmla="*/ 9422890 w 12192001"/>
              <a:gd name="connsiteY736" fmla="*/ 196071 h 586467"/>
              <a:gd name="connsiteX737" fmla="*/ 9434489 w 12192001"/>
              <a:gd name="connsiteY737" fmla="*/ 163555 h 586467"/>
              <a:gd name="connsiteX738" fmla="*/ 9465652 w 12192001"/>
              <a:gd name="connsiteY738" fmla="*/ 89854 h 586467"/>
              <a:gd name="connsiteX739" fmla="*/ 9464191 w 12192001"/>
              <a:gd name="connsiteY739" fmla="*/ 166014 h 586467"/>
              <a:gd name="connsiteX740" fmla="*/ 9466953 w 12192001"/>
              <a:gd name="connsiteY740" fmla="*/ 217998 h 586467"/>
              <a:gd name="connsiteX741" fmla="*/ 9466986 w 12192001"/>
              <a:gd name="connsiteY741" fmla="*/ 218372 h 586467"/>
              <a:gd name="connsiteX742" fmla="*/ 9516051 w 12192001"/>
              <a:gd name="connsiteY742" fmla="*/ 218372 h 586467"/>
              <a:gd name="connsiteX743" fmla="*/ 9517802 w 12192001"/>
              <a:gd name="connsiteY743" fmla="*/ 212027 h 586467"/>
              <a:gd name="connsiteX744" fmla="*/ 9519662 w 12192001"/>
              <a:gd name="connsiteY744" fmla="*/ 204757 h 586467"/>
              <a:gd name="connsiteX745" fmla="*/ 9535592 w 12192001"/>
              <a:gd name="connsiteY745" fmla="*/ 119117 h 586467"/>
              <a:gd name="connsiteX746" fmla="*/ 9541050 w 12192001"/>
              <a:gd name="connsiteY746" fmla="*/ 32188 h 586467"/>
              <a:gd name="connsiteX747" fmla="*/ 9565485 w 12192001"/>
              <a:gd name="connsiteY747" fmla="*/ 118453 h 586467"/>
              <a:gd name="connsiteX748" fmla="*/ 9579447 w 12192001"/>
              <a:gd name="connsiteY748" fmla="*/ 206708 h 586467"/>
              <a:gd name="connsiteX749" fmla="*/ 9579856 w 12192001"/>
              <a:gd name="connsiteY749" fmla="*/ 211154 h 586467"/>
              <a:gd name="connsiteX750" fmla="*/ 9580423 w 12192001"/>
              <a:gd name="connsiteY750" fmla="*/ 218372 h 586467"/>
              <a:gd name="connsiteX751" fmla="*/ 9597379 w 12192001"/>
              <a:gd name="connsiteY751" fmla="*/ 218372 h 586467"/>
              <a:gd name="connsiteX752" fmla="*/ 9609467 w 12192001"/>
              <a:gd name="connsiteY752" fmla="*/ 175182 h 586467"/>
              <a:gd name="connsiteX753" fmla="*/ 9624763 w 12192001"/>
              <a:gd name="connsiteY753" fmla="*/ 96331 h 586467"/>
              <a:gd name="connsiteX754" fmla="*/ 9639361 w 12192001"/>
              <a:gd name="connsiteY754" fmla="*/ 175923 h 586467"/>
              <a:gd name="connsiteX755" fmla="*/ 9642735 w 12192001"/>
              <a:gd name="connsiteY755" fmla="*/ 205464 h 586467"/>
              <a:gd name="connsiteX756" fmla="*/ 9643782 w 12192001"/>
              <a:gd name="connsiteY756" fmla="*/ 218372 h 586467"/>
              <a:gd name="connsiteX757" fmla="*/ 9670266 w 12192001"/>
              <a:gd name="connsiteY757" fmla="*/ 218372 h 586467"/>
              <a:gd name="connsiteX758" fmla="*/ 9676805 w 12192001"/>
              <a:gd name="connsiteY758" fmla="*/ 206122 h 586467"/>
              <a:gd name="connsiteX759" fmla="*/ 9708539 w 12192001"/>
              <a:gd name="connsiteY759" fmla="*/ 156454 h 586467"/>
              <a:gd name="connsiteX760" fmla="*/ 9747064 w 12192001"/>
              <a:gd name="connsiteY760" fmla="*/ 109830 h 586467"/>
              <a:gd name="connsiteX761" fmla="*/ 9766422 w 12192001"/>
              <a:gd name="connsiteY761" fmla="*/ 89815 h 586467"/>
              <a:gd name="connsiteX762" fmla="*/ 9736846 w 12192001"/>
              <a:gd name="connsiteY762" fmla="*/ 163088 h 586467"/>
              <a:gd name="connsiteX763" fmla="*/ 9725930 w 12192001"/>
              <a:gd name="connsiteY763" fmla="*/ 214121 h 586467"/>
              <a:gd name="connsiteX764" fmla="*/ 9725406 w 12192001"/>
              <a:gd name="connsiteY764" fmla="*/ 218372 h 586467"/>
              <a:gd name="connsiteX765" fmla="*/ 9746483 w 12192001"/>
              <a:gd name="connsiteY765" fmla="*/ 218372 h 586467"/>
              <a:gd name="connsiteX766" fmla="*/ 9795870 w 12192001"/>
              <a:gd name="connsiteY766" fmla="*/ 141356 h 586467"/>
              <a:gd name="connsiteX767" fmla="*/ 9785500 w 12192001"/>
              <a:gd name="connsiteY767" fmla="*/ 218372 h 586467"/>
              <a:gd name="connsiteX768" fmla="*/ 9806524 w 12192001"/>
              <a:gd name="connsiteY768" fmla="*/ 218372 h 586467"/>
              <a:gd name="connsiteX769" fmla="*/ 9809833 w 12192001"/>
              <a:gd name="connsiteY769" fmla="*/ 199763 h 586467"/>
              <a:gd name="connsiteX770" fmla="*/ 9814466 w 12192001"/>
              <a:gd name="connsiteY770" fmla="*/ 134099 h 586467"/>
              <a:gd name="connsiteX771" fmla="*/ 9805644 w 12192001"/>
              <a:gd name="connsiteY771" fmla="*/ 68240 h 586467"/>
              <a:gd name="connsiteX772" fmla="*/ 9798790 w 12192001"/>
              <a:gd name="connsiteY772" fmla="*/ 46703 h 586467"/>
              <a:gd name="connsiteX773" fmla="*/ 9795933 w 12192001"/>
              <a:gd name="connsiteY773" fmla="*/ 38665 h 586467"/>
              <a:gd name="connsiteX774" fmla="*/ 9801201 w 12192001"/>
              <a:gd name="connsiteY774" fmla="*/ 46078 h 586467"/>
              <a:gd name="connsiteX775" fmla="*/ 9814656 w 12192001"/>
              <a:gd name="connsiteY775" fmla="*/ 66445 h 586467"/>
              <a:gd name="connsiteX776" fmla="*/ 9844231 w 12192001"/>
              <a:gd name="connsiteY776" fmla="*/ 131680 h 586467"/>
              <a:gd name="connsiteX777" fmla="*/ 9854958 w 12192001"/>
              <a:gd name="connsiteY777" fmla="*/ 171437 h 586467"/>
              <a:gd name="connsiteX778" fmla="*/ 9856798 w 12192001"/>
              <a:gd name="connsiteY778" fmla="*/ 161332 h 586467"/>
              <a:gd name="connsiteX779" fmla="*/ 9874696 w 12192001"/>
              <a:gd name="connsiteY779" fmla="*/ 100155 h 586467"/>
              <a:gd name="connsiteX780" fmla="*/ 9882629 w 12192001"/>
              <a:gd name="connsiteY780" fmla="*/ 80452 h 586467"/>
              <a:gd name="connsiteX781" fmla="*/ 9885739 w 12192001"/>
              <a:gd name="connsiteY781" fmla="*/ 73038 h 586467"/>
              <a:gd name="connsiteX782" fmla="*/ 9885168 w 12192001"/>
              <a:gd name="connsiteY782" fmla="*/ 80764 h 586467"/>
              <a:gd name="connsiteX783" fmla="*/ 9883962 w 12192001"/>
              <a:gd name="connsiteY783" fmla="*/ 101013 h 586467"/>
              <a:gd name="connsiteX784" fmla="*/ 9886691 w 12192001"/>
              <a:gd name="connsiteY784" fmla="*/ 161956 h 586467"/>
              <a:gd name="connsiteX785" fmla="*/ 9892236 w 12192001"/>
              <a:gd name="connsiteY785" fmla="*/ 194042 h 586467"/>
              <a:gd name="connsiteX786" fmla="*/ 9898256 w 12192001"/>
              <a:gd name="connsiteY786" fmla="*/ 218372 h 586467"/>
              <a:gd name="connsiteX787" fmla="*/ 9934341 w 12192001"/>
              <a:gd name="connsiteY787" fmla="*/ 218372 h 586467"/>
              <a:gd name="connsiteX788" fmla="*/ 9924010 w 12192001"/>
              <a:gd name="connsiteY788" fmla="*/ 141356 h 586467"/>
              <a:gd name="connsiteX789" fmla="*/ 9973397 w 12192001"/>
              <a:gd name="connsiteY789" fmla="*/ 218372 h 586467"/>
              <a:gd name="connsiteX790" fmla="*/ 9994468 w 12192001"/>
              <a:gd name="connsiteY790" fmla="*/ 218372 h 586467"/>
              <a:gd name="connsiteX791" fmla="*/ 9993950 w 12192001"/>
              <a:gd name="connsiteY791" fmla="*/ 214121 h 586467"/>
              <a:gd name="connsiteX792" fmla="*/ 9983033 w 12192001"/>
              <a:gd name="connsiteY792" fmla="*/ 163088 h 586467"/>
              <a:gd name="connsiteX793" fmla="*/ 9953458 w 12192001"/>
              <a:gd name="connsiteY793" fmla="*/ 89815 h 586467"/>
              <a:gd name="connsiteX794" fmla="*/ 9972815 w 12192001"/>
              <a:gd name="connsiteY794" fmla="*/ 109830 h 586467"/>
              <a:gd name="connsiteX795" fmla="*/ 10011340 w 12192001"/>
              <a:gd name="connsiteY795" fmla="*/ 156454 h 586467"/>
              <a:gd name="connsiteX796" fmla="*/ 10043074 w 12192001"/>
              <a:gd name="connsiteY796" fmla="*/ 206122 h 586467"/>
              <a:gd name="connsiteX797" fmla="*/ 10049590 w 12192001"/>
              <a:gd name="connsiteY797" fmla="*/ 218372 h 586467"/>
              <a:gd name="connsiteX798" fmla="*/ 10076072 w 12192001"/>
              <a:gd name="connsiteY798" fmla="*/ 218372 h 586467"/>
              <a:gd name="connsiteX799" fmla="*/ 10077119 w 12192001"/>
              <a:gd name="connsiteY799" fmla="*/ 205464 h 586467"/>
              <a:gd name="connsiteX800" fmla="*/ 10080519 w 12192001"/>
              <a:gd name="connsiteY800" fmla="*/ 175923 h 586467"/>
              <a:gd name="connsiteX801" fmla="*/ 10095053 w 12192001"/>
              <a:gd name="connsiteY801" fmla="*/ 96331 h 586467"/>
              <a:gd name="connsiteX802" fmla="*/ 10110412 w 12192001"/>
              <a:gd name="connsiteY802" fmla="*/ 175182 h 586467"/>
              <a:gd name="connsiteX803" fmla="*/ 10122500 w 12192001"/>
              <a:gd name="connsiteY803" fmla="*/ 218372 h 586467"/>
              <a:gd name="connsiteX804" fmla="*/ 10139456 w 12192001"/>
              <a:gd name="connsiteY804" fmla="*/ 218372 h 586467"/>
              <a:gd name="connsiteX805" fmla="*/ 10140023 w 12192001"/>
              <a:gd name="connsiteY805" fmla="*/ 211154 h 586467"/>
              <a:gd name="connsiteX806" fmla="*/ 10140432 w 12192001"/>
              <a:gd name="connsiteY806" fmla="*/ 206708 h 586467"/>
              <a:gd name="connsiteX807" fmla="*/ 10154394 w 12192001"/>
              <a:gd name="connsiteY807" fmla="*/ 118453 h 586467"/>
              <a:gd name="connsiteX808" fmla="*/ 10178830 w 12192001"/>
              <a:gd name="connsiteY808" fmla="*/ 32188 h 586467"/>
              <a:gd name="connsiteX809" fmla="*/ 10184288 w 12192001"/>
              <a:gd name="connsiteY809" fmla="*/ 119117 h 586467"/>
              <a:gd name="connsiteX810" fmla="*/ 10200218 w 12192001"/>
              <a:gd name="connsiteY810" fmla="*/ 204757 h 586467"/>
              <a:gd name="connsiteX811" fmla="*/ 10202078 w 12192001"/>
              <a:gd name="connsiteY811" fmla="*/ 212027 h 586467"/>
              <a:gd name="connsiteX812" fmla="*/ 10203829 w 12192001"/>
              <a:gd name="connsiteY812" fmla="*/ 218372 h 586467"/>
              <a:gd name="connsiteX813" fmla="*/ 10252893 w 12192001"/>
              <a:gd name="connsiteY813" fmla="*/ 218372 h 586467"/>
              <a:gd name="connsiteX814" fmla="*/ 10252927 w 12192001"/>
              <a:gd name="connsiteY814" fmla="*/ 217998 h 586467"/>
              <a:gd name="connsiteX815" fmla="*/ 10255688 w 12192001"/>
              <a:gd name="connsiteY815" fmla="*/ 166014 h 586467"/>
              <a:gd name="connsiteX816" fmla="*/ 10254228 w 12192001"/>
              <a:gd name="connsiteY816" fmla="*/ 89854 h 586467"/>
              <a:gd name="connsiteX817" fmla="*/ 10285390 w 12192001"/>
              <a:gd name="connsiteY817" fmla="*/ 163555 h 586467"/>
              <a:gd name="connsiteX818" fmla="*/ 10296989 w 12192001"/>
              <a:gd name="connsiteY818" fmla="*/ 196071 h 586467"/>
              <a:gd name="connsiteX819" fmla="*/ 10304198 w 12192001"/>
              <a:gd name="connsiteY819" fmla="*/ 218372 h 586467"/>
              <a:gd name="connsiteX820" fmla="*/ 10305369 w 12192001"/>
              <a:gd name="connsiteY820" fmla="*/ 218372 h 586467"/>
              <a:gd name="connsiteX821" fmla="*/ 10305192 w 12192001"/>
              <a:gd name="connsiteY821" fmla="*/ 215408 h 586467"/>
              <a:gd name="connsiteX822" fmla="*/ 10307921 w 12192001"/>
              <a:gd name="connsiteY822" fmla="*/ 129417 h 586467"/>
              <a:gd name="connsiteX823" fmla="*/ 10323534 w 12192001"/>
              <a:gd name="connsiteY823" fmla="*/ 45064 h 586467"/>
              <a:gd name="connsiteX824" fmla="*/ 10337814 w 12192001"/>
              <a:gd name="connsiteY824" fmla="*/ 128441 h 586467"/>
              <a:gd name="connsiteX825" fmla="*/ 10364407 w 12192001"/>
              <a:gd name="connsiteY825" fmla="*/ 209361 h 586467"/>
              <a:gd name="connsiteX826" fmla="*/ 10366097 w 12192001"/>
              <a:gd name="connsiteY826" fmla="*/ 213428 h 586467"/>
              <a:gd name="connsiteX827" fmla="*/ 10368241 w 12192001"/>
              <a:gd name="connsiteY827" fmla="*/ 218372 h 586467"/>
              <a:gd name="connsiteX828" fmla="*/ 10371592 w 12192001"/>
              <a:gd name="connsiteY828" fmla="*/ 218372 h 586467"/>
              <a:gd name="connsiteX829" fmla="*/ 10371942 w 12192001"/>
              <a:gd name="connsiteY829" fmla="*/ 215455 h 586467"/>
              <a:gd name="connsiteX830" fmla="*/ 10380527 w 12192001"/>
              <a:gd name="connsiteY830" fmla="*/ 161176 h 586467"/>
              <a:gd name="connsiteX831" fmla="*/ 10394554 w 12192001"/>
              <a:gd name="connsiteY831" fmla="*/ 102730 h 586467"/>
              <a:gd name="connsiteX832" fmla="*/ 10410420 w 12192001"/>
              <a:gd name="connsiteY832" fmla="*/ 160356 h 586467"/>
              <a:gd name="connsiteX833" fmla="*/ 10430920 w 12192001"/>
              <a:gd name="connsiteY833" fmla="*/ 216813 h 586467"/>
              <a:gd name="connsiteX834" fmla="*/ 10431563 w 12192001"/>
              <a:gd name="connsiteY834" fmla="*/ 218372 h 586467"/>
              <a:gd name="connsiteX835" fmla="*/ 10472741 w 12192001"/>
              <a:gd name="connsiteY835" fmla="*/ 218372 h 586467"/>
              <a:gd name="connsiteX836" fmla="*/ 10475049 w 12192001"/>
              <a:gd name="connsiteY836" fmla="*/ 212690 h 586467"/>
              <a:gd name="connsiteX837" fmla="*/ 10476807 w 12192001"/>
              <a:gd name="connsiteY837" fmla="*/ 207917 h 586467"/>
              <a:gd name="connsiteX838" fmla="*/ 10482519 w 12192001"/>
              <a:gd name="connsiteY838" fmla="*/ 189150 h 586467"/>
              <a:gd name="connsiteX839" fmla="*/ 10490643 w 12192001"/>
              <a:gd name="connsiteY839" fmla="*/ 146779 h 586467"/>
              <a:gd name="connsiteX840" fmla="*/ 10489627 w 12192001"/>
              <a:gd name="connsiteY840" fmla="*/ 83378 h 586467"/>
              <a:gd name="connsiteX841" fmla="*/ 10500670 w 12192001"/>
              <a:gd name="connsiteY841" fmla="*/ 102067 h 586467"/>
              <a:gd name="connsiteX842" fmla="*/ 10520408 w 12192001"/>
              <a:gd name="connsiteY842" fmla="*/ 144945 h 586467"/>
              <a:gd name="connsiteX843" fmla="*/ 10536466 w 12192001"/>
              <a:gd name="connsiteY843" fmla="*/ 210609 h 586467"/>
              <a:gd name="connsiteX844" fmla="*/ 10537093 w 12192001"/>
              <a:gd name="connsiteY844" fmla="*/ 216393 h 586467"/>
              <a:gd name="connsiteX845" fmla="*/ 10537241 w 12192001"/>
              <a:gd name="connsiteY845" fmla="*/ 218372 h 586467"/>
              <a:gd name="connsiteX846" fmla="*/ 10539984 w 12192001"/>
              <a:gd name="connsiteY846" fmla="*/ 218372 h 586467"/>
              <a:gd name="connsiteX847" fmla="*/ 10540472 w 12192001"/>
              <a:gd name="connsiteY847" fmla="*/ 211663 h 586467"/>
              <a:gd name="connsiteX848" fmla="*/ 10546366 w 12192001"/>
              <a:gd name="connsiteY848" fmla="*/ 166209 h 586467"/>
              <a:gd name="connsiteX849" fmla="*/ 10565533 w 12192001"/>
              <a:gd name="connsiteY849" fmla="*/ 89932 h 586467"/>
              <a:gd name="connsiteX850" fmla="*/ 10576323 w 12192001"/>
              <a:gd name="connsiteY850" fmla="*/ 165974 h 586467"/>
              <a:gd name="connsiteX851" fmla="*/ 10590143 w 12192001"/>
              <a:gd name="connsiteY851" fmla="*/ 217027 h 586467"/>
              <a:gd name="connsiteX852" fmla="*/ 10590594 w 12192001"/>
              <a:gd name="connsiteY852" fmla="*/ 218372 h 586467"/>
              <a:gd name="connsiteX853" fmla="*/ 10626054 w 12192001"/>
              <a:gd name="connsiteY853" fmla="*/ 218372 h 586467"/>
              <a:gd name="connsiteX854" fmla="*/ 10628556 w 12192001"/>
              <a:gd name="connsiteY854" fmla="*/ 188136 h 586467"/>
              <a:gd name="connsiteX855" fmla="*/ 10630270 w 12192001"/>
              <a:gd name="connsiteY855" fmla="*/ 109128 h 586467"/>
              <a:gd name="connsiteX856" fmla="*/ 10658385 w 12192001"/>
              <a:gd name="connsiteY856" fmla="*/ 186302 h 586467"/>
              <a:gd name="connsiteX857" fmla="*/ 10664986 w 12192001"/>
              <a:gd name="connsiteY857" fmla="*/ 207175 h 586467"/>
              <a:gd name="connsiteX858" fmla="*/ 10679710 w 12192001"/>
              <a:gd name="connsiteY858" fmla="*/ 44869 h 586467"/>
              <a:gd name="connsiteX859" fmla="*/ 10716644 w 12192001"/>
              <a:gd name="connsiteY859" fmla="*/ 218372 h 586467"/>
              <a:gd name="connsiteX860" fmla="*/ 10735613 w 12192001"/>
              <a:gd name="connsiteY860" fmla="*/ 218372 h 586467"/>
              <a:gd name="connsiteX861" fmla="*/ 10736069 w 12192001"/>
              <a:gd name="connsiteY861" fmla="*/ 214081 h 586467"/>
              <a:gd name="connsiteX862" fmla="*/ 10733530 w 12192001"/>
              <a:gd name="connsiteY862" fmla="*/ 147754 h 586467"/>
              <a:gd name="connsiteX863" fmla="*/ 10744700 w 12192001"/>
              <a:gd name="connsiteY863" fmla="*/ 167301 h 586467"/>
              <a:gd name="connsiteX864" fmla="*/ 10765772 w 12192001"/>
              <a:gd name="connsiteY864" fmla="*/ 211546 h 586467"/>
              <a:gd name="connsiteX865" fmla="*/ 10768154 w 12192001"/>
              <a:gd name="connsiteY865" fmla="*/ 218372 h 586467"/>
              <a:gd name="connsiteX866" fmla="*/ 10783387 w 12192001"/>
              <a:gd name="connsiteY866" fmla="*/ 218372 h 586467"/>
              <a:gd name="connsiteX867" fmla="*/ 10783479 w 12192001"/>
              <a:gd name="connsiteY867" fmla="*/ 216539 h 586467"/>
              <a:gd name="connsiteX868" fmla="*/ 10785129 w 12192001"/>
              <a:gd name="connsiteY868" fmla="*/ 193364 h 586467"/>
              <a:gd name="connsiteX869" fmla="*/ 10796553 w 12192001"/>
              <a:gd name="connsiteY869" fmla="*/ 123837 h 586467"/>
              <a:gd name="connsiteX870" fmla="*/ 10817941 w 12192001"/>
              <a:gd name="connsiteY870" fmla="*/ 56105 h 586467"/>
              <a:gd name="connsiteX871" fmla="*/ 10827018 w 12192001"/>
              <a:gd name="connsiteY871" fmla="*/ 34256 h 586467"/>
              <a:gd name="connsiteX872" fmla="*/ 10830635 w 12192001"/>
              <a:gd name="connsiteY872" fmla="*/ 26024 h 586467"/>
              <a:gd name="connsiteX873" fmla="*/ 10829556 w 12192001"/>
              <a:gd name="connsiteY873" fmla="*/ 34607 h 586467"/>
              <a:gd name="connsiteX874" fmla="*/ 10827144 w 12192001"/>
              <a:gd name="connsiteY874" fmla="*/ 57120 h 586467"/>
              <a:gd name="connsiteX875" fmla="*/ 10826446 w 12192001"/>
              <a:gd name="connsiteY875" fmla="*/ 125086 h 586467"/>
              <a:gd name="connsiteX876" fmla="*/ 10835585 w 12192001"/>
              <a:gd name="connsiteY876" fmla="*/ 192155 h 586467"/>
              <a:gd name="connsiteX877" fmla="*/ 10840662 w 12192001"/>
              <a:gd name="connsiteY877" fmla="*/ 213925 h 586467"/>
              <a:gd name="connsiteX878" fmla="*/ 10841760 w 12192001"/>
              <a:gd name="connsiteY878" fmla="*/ 218372 h 586467"/>
              <a:gd name="connsiteX879" fmla="*/ 10881540 w 12192001"/>
              <a:gd name="connsiteY879" fmla="*/ 218372 h 586467"/>
              <a:gd name="connsiteX880" fmla="*/ 10881850 w 12192001"/>
              <a:gd name="connsiteY880" fmla="*/ 217067 h 586467"/>
              <a:gd name="connsiteX881" fmla="*/ 10901083 w 12192001"/>
              <a:gd name="connsiteY881" fmla="*/ 114044 h 586467"/>
              <a:gd name="connsiteX882" fmla="*/ 10911428 w 12192001"/>
              <a:gd name="connsiteY882" fmla="*/ 0 h 586467"/>
              <a:gd name="connsiteX883" fmla="*/ 10930976 w 12192001"/>
              <a:gd name="connsiteY883" fmla="*/ 114161 h 586467"/>
              <a:gd name="connsiteX884" fmla="*/ 10937870 w 12192001"/>
              <a:gd name="connsiteY884" fmla="*/ 193476 h 586467"/>
              <a:gd name="connsiteX885" fmla="*/ 10938958 w 12192001"/>
              <a:gd name="connsiteY885" fmla="*/ 218372 h 586467"/>
              <a:gd name="connsiteX886" fmla="*/ 10967734 w 12192001"/>
              <a:gd name="connsiteY886" fmla="*/ 218372 h 586467"/>
              <a:gd name="connsiteX887" fmla="*/ 10968613 w 12192001"/>
              <a:gd name="connsiteY887" fmla="*/ 215700 h 586467"/>
              <a:gd name="connsiteX888" fmla="*/ 11002377 w 12192001"/>
              <a:gd name="connsiteY888" fmla="*/ 124188 h 586467"/>
              <a:gd name="connsiteX889" fmla="*/ 11046486 w 12192001"/>
              <a:gd name="connsiteY889" fmla="*/ 26180 h 586467"/>
              <a:gd name="connsiteX890" fmla="*/ 11040837 w 12192001"/>
              <a:gd name="connsiteY890" fmla="*/ 60007 h 586467"/>
              <a:gd name="connsiteX891" fmla="*/ 11044645 w 12192001"/>
              <a:gd name="connsiteY891" fmla="*/ 38509 h 586467"/>
              <a:gd name="connsiteX892" fmla="*/ 11060132 w 12192001"/>
              <a:gd name="connsiteY892" fmla="*/ 130002 h 586467"/>
              <a:gd name="connsiteX893" fmla="*/ 11078071 w 12192001"/>
              <a:gd name="connsiteY893" fmla="*/ 212982 h 586467"/>
              <a:gd name="connsiteX894" fmla="*/ 11079362 w 12192001"/>
              <a:gd name="connsiteY894" fmla="*/ 218372 h 586467"/>
              <a:gd name="connsiteX895" fmla="*/ 11095052 w 12192001"/>
              <a:gd name="connsiteY895" fmla="*/ 218372 h 586467"/>
              <a:gd name="connsiteX896" fmla="*/ 11095990 w 12192001"/>
              <a:gd name="connsiteY896" fmla="*/ 198436 h 586467"/>
              <a:gd name="connsiteX897" fmla="*/ 11090342 w 12192001"/>
              <a:gd name="connsiteY897" fmla="*/ 128597 h 586467"/>
              <a:gd name="connsiteX898" fmla="*/ 11125629 w 12192001"/>
              <a:gd name="connsiteY898" fmla="*/ 195393 h 586467"/>
              <a:gd name="connsiteX899" fmla="*/ 11134306 w 12192001"/>
              <a:gd name="connsiteY899" fmla="*/ 218372 h 586467"/>
              <a:gd name="connsiteX900" fmla="*/ 11177178 w 12192001"/>
              <a:gd name="connsiteY900" fmla="*/ 218372 h 586467"/>
              <a:gd name="connsiteX901" fmla="*/ 11180021 w 12192001"/>
              <a:gd name="connsiteY901" fmla="*/ 210843 h 586467"/>
              <a:gd name="connsiteX902" fmla="*/ 11199632 w 12192001"/>
              <a:gd name="connsiteY902" fmla="*/ 144282 h 586467"/>
              <a:gd name="connsiteX903" fmla="*/ 11210866 w 12192001"/>
              <a:gd name="connsiteY903" fmla="*/ 76237 h 586467"/>
              <a:gd name="connsiteX904" fmla="*/ 11212769 w 12192001"/>
              <a:gd name="connsiteY904" fmla="*/ 53569 h 586467"/>
              <a:gd name="connsiteX905" fmla="*/ 11213404 w 12192001"/>
              <a:gd name="connsiteY905" fmla="*/ 44947 h 586467"/>
              <a:gd name="connsiteX906" fmla="*/ 11215371 w 12192001"/>
              <a:gd name="connsiteY906" fmla="*/ 53452 h 586467"/>
              <a:gd name="connsiteX907" fmla="*/ 11220258 w 12192001"/>
              <a:gd name="connsiteY907" fmla="*/ 76043 h 586467"/>
              <a:gd name="connsiteX908" fmla="*/ 11229524 w 12192001"/>
              <a:gd name="connsiteY908" fmla="*/ 145335 h 586467"/>
              <a:gd name="connsiteX909" fmla="*/ 11230033 w 12192001"/>
              <a:gd name="connsiteY909" fmla="*/ 215486 h 586467"/>
              <a:gd name="connsiteX910" fmla="*/ 11229847 w 12192001"/>
              <a:gd name="connsiteY910" fmla="*/ 218372 h 586467"/>
              <a:gd name="connsiteX911" fmla="*/ 11288371 w 12192001"/>
              <a:gd name="connsiteY911" fmla="*/ 218372 h 586467"/>
              <a:gd name="connsiteX912" fmla="*/ 11287352 w 12192001"/>
              <a:gd name="connsiteY912" fmla="*/ 206300 h 586467"/>
              <a:gd name="connsiteX913" fmla="*/ 11285820 w 12192001"/>
              <a:gd name="connsiteY913" fmla="*/ 173193 h 586467"/>
              <a:gd name="connsiteX914" fmla="*/ 11288549 w 12192001"/>
              <a:gd name="connsiteY914" fmla="*/ 83495 h 586467"/>
              <a:gd name="connsiteX915" fmla="*/ 11315522 w 12192001"/>
              <a:gd name="connsiteY915" fmla="*/ 170501 h 586467"/>
              <a:gd name="connsiteX916" fmla="*/ 11327778 w 12192001"/>
              <a:gd name="connsiteY916" fmla="*/ 201907 h 586467"/>
              <a:gd name="connsiteX917" fmla="*/ 11334875 w 12192001"/>
              <a:gd name="connsiteY917" fmla="*/ 218372 h 586467"/>
              <a:gd name="connsiteX918" fmla="*/ 11393301 w 12192001"/>
              <a:gd name="connsiteY918" fmla="*/ 218372 h 586467"/>
              <a:gd name="connsiteX919" fmla="*/ 11394095 w 12192001"/>
              <a:gd name="connsiteY919" fmla="*/ 211428 h 586467"/>
              <a:gd name="connsiteX920" fmla="*/ 11395300 w 12192001"/>
              <a:gd name="connsiteY920" fmla="*/ 151851 h 586467"/>
              <a:gd name="connsiteX921" fmla="*/ 11387621 w 12192001"/>
              <a:gd name="connsiteY921" fmla="*/ 91844 h 586467"/>
              <a:gd name="connsiteX922" fmla="*/ 11383115 w 12192001"/>
              <a:gd name="connsiteY922" fmla="*/ 72102 h 586467"/>
              <a:gd name="connsiteX923" fmla="*/ 11381401 w 12192001"/>
              <a:gd name="connsiteY923" fmla="*/ 64689 h 586467"/>
              <a:gd name="connsiteX924" fmla="*/ 11385590 w 12192001"/>
              <a:gd name="connsiteY924" fmla="*/ 71595 h 586467"/>
              <a:gd name="connsiteX925" fmla="*/ 11396697 w 12192001"/>
              <a:gd name="connsiteY925" fmla="*/ 90284 h 586467"/>
              <a:gd name="connsiteX926" fmla="*/ 11424876 w 12192001"/>
              <a:gd name="connsiteY926" fmla="*/ 148730 h 586467"/>
              <a:gd name="connsiteX927" fmla="*/ 11444550 w 12192001"/>
              <a:gd name="connsiteY927" fmla="*/ 209438 h 586467"/>
              <a:gd name="connsiteX928" fmla="*/ 11446551 w 12192001"/>
              <a:gd name="connsiteY928" fmla="*/ 218372 h 586467"/>
              <a:gd name="connsiteX929" fmla="*/ 11502645 w 12192001"/>
              <a:gd name="connsiteY929" fmla="*/ 218372 h 586467"/>
              <a:gd name="connsiteX930" fmla="*/ 11506431 w 12192001"/>
              <a:gd name="connsiteY930" fmla="*/ 205264 h 586467"/>
              <a:gd name="connsiteX931" fmla="*/ 11524582 w 12192001"/>
              <a:gd name="connsiteY931" fmla="*/ 128402 h 586467"/>
              <a:gd name="connsiteX932" fmla="*/ 11536324 w 12192001"/>
              <a:gd name="connsiteY932" fmla="*/ 206239 h 586467"/>
              <a:gd name="connsiteX933" fmla="*/ 11537526 w 12192001"/>
              <a:gd name="connsiteY933" fmla="*/ 218372 h 586467"/>
              <a:gd name="connsiteX934" fmla="*/ 11551326 w 12192001"/>
              <a:gd name="connsiteY934" fmla="*/ 218372 h 586467"/>
              <a:gd name="connsiteX935" fmla="*/ 11551334 w 12192001"/>
              <a:gd name="connsiteY935" fmla="*/ 217583 h 586467"/>
              <a:gd name="connsiteX936" fmla="*/ 11552000 w 12192001"/>
              <a:gd name="connsiteY936" fmla="*/ 155479 h 586467"/>
              <a:gd name="connsiteX937" fmla="*/ 11551492 w 12192001"/>
              <a:gd name="connsiteY937" fmla="*/ 65001 h 586467"/>
              <a:gd name="connsiteX938" fmla="*/ 11581766 w 12192001"/>
              <a:gd name="connsiteY938" fmla="*/ 153177 h 586467"/>
              <a:gd name="connsiteX939" fmla="*/ 11601576 w 12192001"/>
              <a:gd name="connsiteY939" fmla="*/ 214048 h 586467"/>
              <a:gd name="connsiteX940" fmla="*/ 11602984 w 12192001"/>
              <a:gd name="connsiteY940" fmla="*/ 218372 h 586467"/>
              <a:gd name="connsiteX941" fmla="*/ 11631817 w 12192001"/>
              <a:gd name="connsiteY941" fmla="*/ 218372 h 586467"/>
              <a:gd name="connsiteX942" fmla="*/ 11630548 w 12192001"/>
              <a:gd name="connsiteY942" fmla="*/ 198810 h 586467"/>
              <a:gd name="connsiteX943" fmla="*/ 11629113 w 12192001"/>
              <a:gd name="connsiteY943" fmla="*/ 166014 h 586467"/>
              <a:gd name="connsiteX944" fmla="*/ 11629049 w 12192001"/>
              <a:gd name="connsiteY944" fmla="*/ 76940 h 586467"/>
              <a:gd name="connsiteX945" fmla="*/ 11658815 w 12192001"/>
              <a:gd name="connsiteY945" fmla="*/ 163244 h 586467"/>
              <a:gd name="connsiteX946" fmla="*/ 11671033 w 12192001"/>
              <a:gd name="connsiteY946" fmla="*/ 194605 h 586467"/>
              <a:gd name="connsiteX947" fmla="*/ 11680846 w 12192001"/>
              <a:gd name="connsiteY947" fmla="*/ 218372 h 586467"/>
              <a:gd name="connsiteX948" fmla="*/ 11743666 w 12192001"/>
              <a:gd name="connsiteY948" fmla="*/ 218372 h 586467"/>
              <a:gd name="connsiteX949" fmla="*/ 11744495 w 12192001"/>
              <a:gd name="connsiteY949" fmla="*/ 206668 h 586467"/>
              <a:gd name="connsiteX950" fmla="*/ 11752429 w 12192001"/>
              <a:gd name="connsiteY950" fmla="*/ 216188 h 586467"/>
              <a:gd name="connsiteX951" fmla="*/ 11754285 w 12192001"/>
              <a:gd name="connsiteY951" fmla="*/ 218372 h 586467"/>
              <a:gd name="connsiteX952" fmla="*/ 11846181 w 12192001"/>
              <a:gd name="connsiteY952" fmla="*/ 218372 h 586467"/>
              <a:gd name="connsiteX953" fmla="*/ 11871620 w 12192001"/>
              <a:gd name="connsiteY953" fmla="*/ 130704 h 586467"/>
              <a:gd name="connsiteX954" fmla="*/ 11872127 w 12192001"/>
              <a:gd name="connsiteY954" fmla="*/ 129182 h 586467"/>
              <a:gd name="connsiteX955" fmla="*/ 11872572 w 12192001"/>
              <a:gd name="connsiteY955" fmla="*/ 130704 h 586467"/>
              <a:gd name="connsiteX956" fmla="*/ 11898010 w 12192001"/>
              <a:gd name="connsiteY956" fmla="*/ 218372 h 586467"/>
              <a:gd name="connsiteX957" fmla="*/ 11989902 w 12192001"/>
              <a:gd name="connsiteY957" fmla="*/ 218372 h 586467"/>
              <a:gd name="connsiteX958" fmla="*/ 11991762 w 12192001"/>
              <a:gd name="connsiteY958" fmla="*/ 216188 h 586467"/>
              <a:gd name="connsiteX959" fmla="*/ 11999696 w 12192001"/>
              <a:gd name="connsiteY959" fmla="*/ 206668 h 586467"/>
              <a:gd name="connsiteX960" fmla="*/ 12000526 w 12192001"/>
              <a:gd name="connsiteY960" fmla="*/ 218372 h 586467"/>
              <a:gd name="connsiteX961" fmla="*/ 12063384 w 12192001"/>
              <a:gd name="connsiteY961" fmla="*/ 218372 h 586467"/>
              <a:gd name="connsiteX962" fmla="*/ 12073195 w 12192001"/>
              <a:gd name="connsiteY962" fmla="*/ 194605 h 586467"/>
              <a:gd name="connsiteX963" fmla="*/ 12085440 w 12192001"/>
              <a:gd name="connsiteY963" fmla="*/ 163244 h 586467"/>
              <a:gd name="connsiteX964" fmla="*/ 12115142 w 12192001"/>
              <a:gd name="connsiteY964" fmla="*/ 76940 h 586467"/>
              <a:gd name="connsiteX965" fmla="*/ 12115079 w 12192001"/>
              <a:gd name="connsiteY965" fmla="*/ 166014 h 586467"/>
              <a:gd name="connsiteX966" fmla="*/ 12113644 w 12192001"/>
              <a:gd name="connsiteY966" fmla="*/ 198810 h 586467"/>
              <a:gd name="connsiteX967" fmla="*/ 12112375 w 12192001"/>
              <a:gd name="connsiteY967" fmla="*/ 218372 h 586467"/>
              <a:gd name="connsiteX968" fmla="*/ 12143208 w 12192001"/>
              <a:gd name="connsiteY968" fmla="*/ 218372 h 586467"/>
              <a:gd name="connsiteX969" fmla="*/ 12186225 w 12192001"/>
              <a:gd name="connsiteY969" fmla="*/ 90946 h 586467"/>
              <a:gd name="connsiteX970" fmla="*/ 12190350 w 12192001"/>
              <a:gd name="connsiteY970" fmla="*/ 218372 h 586467"/>
              <a:gd name="connsiteX971" fmla="*/ 12192000 w 12192001"/>
              <a:gd name="connsiteY971" fmla="*/ 218372 h 586467"/>
              <a:gd name="connsiteX972" fmla="*/ 12192000 w 12192001"/>
              <a:gd name="connsiteY972" fmla="*/ 269100 h 586467"/>
              <a:gd name="connsiteX973" fmla="*/ 12192001 w 12192001"/>
              <a:gd name="connsiteY973" fmla="*/ 269133 h 586467"/>
              <a:gd name="connsiteX974" fmla="*/ 12192000 w 12192001"/>
              <a:gd name="connsiteY974" fmla="*/ 269133 h 586467"/>
              <a:gd name="connsiteX975" fmla="*/ 12192000 w 12192001"/>
              <a:gd name="connsiteY975" fmla="*/ 586467 h 586467"/>
              <a:gd name="connsiteX976" fmla="*/ 0 w 12192001"/>
              <a:gd name="connsiteY976" fmla="*/ 586467 h 586467"/>
              <a:gd name="connsiteX977" fmla="*/ 0 w 12192001"/>
              <a:gd name="connsiteY977" fmla="*/ 218372 h 586467"/>
              <a:gd name="connsiteX978" fmla="*/ 6411 w 12192001"/>
              <a:gd name="connsiteY978" fmla="*/ 218372 h 586467"/>
              <a:gd name="connsiteX979" fmla="*/ 6411 w 12192001"/>
              <a:gd name="connsiteY979" fmla="*/ 173349 h 586467"/>
              <a:gd name="connsiteX980" fmla="*/ 10854 w 12192001"/>
              <a:gd name="connsiteY980" fmla="*/ 128402 h 586467"/>
              <a:gd name="connsiteX981" fmla="*/ 36978 w 12192001"/>
              <a:gd name="connsiteY981" fmla="*/ 218372 h 586467"/>
              <a:gd name="connsiteX982" fmla="*/ 112885 w 12192001"/>
              <a:gd name="connsiteY982" fmla="*/ 218372 h 586467"/>
              <a:gd name="connsiteX983" fmla="*/ 126293 w 12192001"/>
              <a:gd name="connsiteY983" fmla="*/ 176753 h 586467"/>
              <a:gd name="connsiteX984" fmla="*/ 132647 w 12192001"/>
              <a:gd name="connsiteY984" fmla="*/ 154075 h 586467"/>
              <a:gd name="connsiteX985" fmla="*/ 135630 w 12192001"/>
              <a:gd name="connsiteY985" fmla="*/ 177133 h 586467"/>
              <a:gd name="connsiteX986" fmla="*/ 139271 w 12192001"/>
              <a:gd name="connsiteY986" fmla="*/ 218372 h 586467"/>
              <a:gd name="connsiteX987" fmla="*/ 202325 w 12192001"/>
              <a:gd name="connsiteY987" fmla="*/ 218372 h 586467"/>
              <a:gd name="connsiteX988" fmla="*/ 212138 w 12192001"/>
              <a:gd name="connsiteY988" fmla="*/ 194605 h 586467"/>
              <a:gd name="connsiteX989" fmla="*/ 224356 w 12192001"/>
              <a:gd name="connsiteY989" fmla="*/ 163244 h 586467"/>
              <a:gd name="connsiteX990" fmla="*/ 254059 w 12192001"/>
              <a:gd name="connsiteY990" fmla="*/ 76940 h 586467"/>
              <a:gd name="connsiteX991" fmla="*/ 254059 w 12192001"/>
              <a:gd name="connsiteY991" fmla="*/ 166014 h 586467"/>
              <a:gd name="connsiteX992" fmla="*/ 252624 w 12192001"/>
              <a:gd name="connsiteY992" fmla="*/ 198810 h 586467"/>
              <a:gd name="connsiteX993" fmla="*/ 251355 w 12192001"/>
              <a:gd name="connsiteY993" fmla="*/ 218372 h 586467"/>
              <a:gd name="connsiteX994" fmla="*/ 282201 w 12192001"/>
              <a:gd name="connsiteY994" fmla="*/ 218372 h 586467"/>
              <a:gd name="connsiteX995" fmla="*/ 325269 w 12192001"/>
              <a:gd name="connsiteY995" fmla="*/ 90946 h 586467"/>
              <a:gd name="connsiteX996" fmla="*/ 329344 w 12192001"/>
              <a:gd name="connsiteY996" fmla="*/ 218372 h 586467"/>
              <a:gd name="connsiteX997" fmla="*/ 345697 w 12192001"/>
              <a:gd name="connsiteY997" fmla="*/ 218372 h 586467"/>
              <a:gd name="connsiteX998" fmla="*/ 346911 w 12192001"/>
              <a:gd name="connsiteY998" fmla="*/ 206239 h 586467"/>
              <a:gd name="connsiteX999" fmla="*/ 358589 w 12192001"/>
              <a:gd name="connsiteY999" fmla="*/ 128402 h 586467"/>
              <a:gd name="connsiteX1000" fmla="*/ 376804 w 12192001"/>
              <a:gd name="connsiteY1000" fmla="*/ 205264 h 586467"/>
              <a:gd name="connsiteX1001" fmla="*/ 380576 w 12192001"/>
              <a:gd name="connsiteY1001" fmla="*/ 218372 h 586467"/>
              <a:gd name="connsiteX1002" fmla="*/ 436656 w 12192001"/>
              <a:gd name="connsiteY1002" fmla="*/ 218372 h 586467"/>
              <a:gd name="connsiteX1003" fmla="*/ 438684 w 12192001"/>
              <a:gd name="connsiteY1003" fmla="*/ 209438 h 586467"/>
              <a:gd name="connsiteX1004" fmla="*/ 458296 w 12192001"/>
              <a:gd name="connsiteY1004" fmla="*/ 148730 h 586467"/>
              <a:gd name="connsiteX1005" fmla="*/ 486538 w 12192001"/>
              <a:gd name="connsiteY1005" fmla="*/ 90284 h 586467"/>
              <a:gd name="connsiteX1006" fmla="*/ 497582 w 12192001"/>
              <a:gd name="connsiteY1006" fmla="*/ 71595 h 586467"/>
              <a:gd name="connsiteX1007" fmla="*/ 501834 w 12192001"/>
              <a:gd name="connsiteY1007" fmla="*/ 64689 h 586467"/>
              <a:gd name="connsiteX1008" fmla="*/ 500057 w 12192001"/>
              <a:gd name="connsiteY1008" fmla="*/ 72102 h 586467"/>
              <a:gd name="connsiteX1009" fmla="*/ 495614 w 12192001"/>
              <a:gd name="connsiteY1009" fmla="*/ 91844 h 586467"/>
              <a:gd name="connsiteX1010" fmla="*/ 487871 w 12192001"/>
              <a:gd name="connsiteY1010" fmla="*/ 151851 h 586467"/>
              <a:gd name="connsiteX1011" fmla="*/ 489077 w 12192001"/>
              <a:gd name="connsiteY1011" fmla="*/ 211428 h 586467"/>
              <a:gd name="connsiteX1012" fmla="*/ 489871 w 12192001"/>
              <a:gd name="connsiteY1012" fmla="*/ 218372 h 586467"/>
              <a:gd name="connsiteX1013" fmla="*/ 548337 w 12192001"/>
              <a:gd name="connsiteY1013" fmla="*/ 218372 h 586467"/>
              <a:gd name="connsiteX1014" fmla="*/ 555447 w 12192001"/>
              <a:gd name="connsiteY1014" fmla="*/ 201907 h 586467"/>
              <a:gd name="connsiteX1015" fmla="*/ 567713 w 12192001"/>
              <a:gd name="connsiteY1015" fmla="*/ 170501 h 586467"/>
              <a:gd name="connsiteX1016" fmla="*/ 594623 w 12192001"/>
              <a:gd name="connsiteY1016" fmla="*/ 83495 h 586467"/>
              <a:gd name="connsiteX1017" fmla="*/ 597352 w 12192001"/>
              <a:gd name="connsiteY1017" fmla="*/ 173193 h 586467"/>
              <a:gd name="connsiteX1018" fmla="*/ 595830 w 12192001"/>
              <a:gd name="connsiteY1018" fmla="*/ 206300 h 586467"/>
              <a:gd name="connsiteX1019" fmla="*/ 594820 w 12192001"/>
              <a:gd name="connsiteY1019" fmla="*/ 218372 h 586467"/>
              <a:gd name="connsiteX1020" fmla="*/ 653324 w 12192001"/>
              <a:gd name="connsiteY1020" fmla="*/ 218372 h 586467"/>
              <a:gd name="connsiteX1021" fmla="*/ 653139 w 12192001"/>
              <a:gd name="connsiteY1021" fmla="*/ 215486 h 586467"/>
              <a:gd name="connsiteX1022" fmla="*/ 653710 w 12192001"/>
              <a:gd name="connsiteY1022" fmla="*/ 145335 h 586467"/>
              <a:gd name="connsiteX1023" fmla="*/ 662977 w 12192001"/>
              <a:gd name="connsiteY1023" fmla="*/ 76043 h 586467"/>
              <a:gd name="connsiteX1024" fmla="*/ 667864 w 12192001"/>
              <a:gd name="connsiteY1024" fmla="*/ 53452 h 586467"/>
              <a:gd name="connsiteX1025" fmla="*/ 669831 w 12192001"/>
              <a:gd name="connsiteY1025" fmla="*/ 44947 h 586467"/>
              <a:gd name="connsiteX1026" fmla="*/ 670402 w 12192001"/>
              <a:gd name="connsiteY1026" fmla="*/ 53569 h 586467"/>
              <a:gd name="connsiteX1027" fmla="*/ 672306 w 12192001"/>
              <a:gd name="connsiteY1027" fmla="*/ 76237 h 586467"/>
              <a:gd name="connsiteX1028" fmla="*/ 683603 w 12192001"/>
              <a:gd name="connsiteY1028" fmla="*/ 144282 h 586467"/>
              <a:gd name="connsiteX1029" fmla="*/ 703215 w 12192001"/>
              <a:gd name="connsiteY1029" fmla="*/ 210843 h 586467"/>
              <a:gd name="connsiteX1030" fmla="*/ 706046 w 12192001"/>
              <a:gd name="connsiteY1030" fmla="*/ 218372 h 586467"/>
              <a:gd name="connsiteX1031" fmla="*/ 748929 w 12192001"/>
              <a:gd name="connsiteY1031" fmla="*/ 218372 h 586467"/>
              <a:gd name="connsiteX1032" fmla="*/ 757606 w 12192001"/>
              <a:gd name="connsiteY1032" fmla="*/ 195393 h 586467"/>
              <a:gd name="connsiteX1033" fmla="*/ 792893 w 12192001"/>
              <a:gd name="connsiteY1033" fmla="*/ 128597 h 586467"/>
              <a:gd name="connsiteX1034" fmla="*/ 787181 w 12192001"/>
              <a:gd name="connsiteY1034" fmla="*/ 198436 h 586467"/>
              <a:gd name="connsiteX1035" fmla="*/ 788131 w 12192001"/>
              <a:gd name="connsiteY1035" fmla="*/ 218372 h 586467"/>
              <a:gd name="connsiteX1036" fmla="*/ 803813 w 12192001"/>
              <a:gd name="connsiteY1036" fmla="*/ 218372 h 586467"/>
              <a:gd name="connsiteX1037" fmla="*/ 805111 w 12192001"/>
              <a:gd name="connsiteY1037" fmla="*/ 212982 h 586467"/>
              <a:gd name="connsiteX1038" fmla="*/ 823104 w 12192001"/>
              <a:gd name="connsiteY1038" fmla="*/ 130002 h 586467"/>
              <a:gd name="connsiteX1039" fmla="*/ 838526 w 12192001"/>
              <a:gd name="connsiteY1039" fmla="*/ 38509 h 586467"/>
              <a:gd name="connsiteX1040" fmla="*/ 842398 w 12192001"/>
              <a:gd name="connsiteY1040" fmla="*/ 60046 h 586467"/>
              <a:gd name="connsiteX1041" fmla="*/ 836686 w 12192001"/>
              <a:gd name="connsiteY1041" fmla="*/ 25985 h 586467"/>
              <a:gd name="connsiteX1042" fmla="*/ 880859 w 12192001"/>
              <a:gd name="connsiteY1042" fmla="*/ 124188 h 586467"/>
              <a:gd name="connsiteX1043" fmla="*/ 914613 w 12192001"/>
              <a:gd name="connsiteY1043" fmla="*/ 215700 h 586467"/>
              <a:gd name="connsiteX1044" fmla="*/ 915495 w 12192001"/>
              <a:gd name="connsiteY1044" fmla="*/ 218372 h 586467"/>
              <a:gd name="connsiteX1045" fmla="*/ 944266 w 12192001"/>
              <a:gd name="connsiteY1045" fmla="*/ 218372 h 586467"/>
              <a:gd name="connsiteX1046" fmla="*/ 945333 w 12192001"/>
              <a:gd name="connsiteY1046" fmla="*/ 193476 h 586467"/>
              <a:gd name="connsiteX1047" fmla="*/ 952195 w 12192001"/>
              <a:gd name="connsiteY1047" fmla="*/ 114161 h 586467"/>
              <a:gd name="connsiteX1048" fmla="*/ 971807 w 12192001"/>
              <a:gd name="connsiteY1048" fmla="*/ 0 h 58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</a:cxnLst>
            <a:rect l="l" t="t" r="r" b="b"/>
            <a:pathLst>
              <a:path w="12192001" h="586467">
                <a:moveTo>
                  <a:pt x="971807" y="0"/>
                </a:moveTo>
                <a:cubicBezTo>
                  <a:pt x="971807" y="0"/>
                  <a:pt x="973838" y="57354"/>
                  <a:pt x="982152" y="114044"/>
                </a:cubicBezTo>
                <a:cubicBezTo>
                  <a:pt x="987911" y="156620"/>
                  <a:pt x="997099" y="198692"/>
                  <a:pt x="1001332" y="217067"/>
                </a:cubicBezTo>
                <a:lnTo>
                  <a:pt x="1001641" y="218372"/>
                </a:lnTo>
                <a:lnTo>
                  <a:pt x="1041475" y="218372"/>
                </a:lnTo>
                <a:lnTo>
                  <a:pt x="1042572" y="213925"/>
                </a:lnTo>
                <a:cubicBezTo>
                  <a:pt x="1043715" y="208697"/>
                  <a:pt x="1046000" y="201206"/>
                  <a:pt x="1047650" y="192155"/>
                </a:cubicBezTo>
                <a:cubicBezTo>
                  <a:pt x="1051521" y="174051"/>
                  <a:pt x="1054948" y="149705"/>
                  <a:pt x="1056789" y="125086"/>
                </a:cubicBezTo>
                <a:cubicBezTo>
                  <a:pt x="1058058" y="100506"/>
                  <a:pt x="1057741" y="75730"/>
                  <a:pt x="1056027" y="57120"/>
                </a:cubicBezTo>
                <a:cubicBezTo>
                  <a:pt x="1055583" y="47756"/>
                  <a:pt x="1054187" y="40070"/>
                  <a:pt x="1053616" y="34607"/>
                </a:cubicBezTo>
                <a:cubicBezTo>
                  <a:pt x="1052981" y="29145"/>
                  <a:pt x="1052600" y="26024"/>
                  <a:pt x="1052600" y="26024"/>
                </a:cubicBezTo>
                <a:cubicBezTo>
                  <a:pt x="1052600" y="26024"/>
                  <a:pt x="1053869" y="29028"/>
                  <a:pt x="1056154" y="34256"/>
                </a:cubicBezTo>
                <a:cubicBezTo>
                  <a:pt x="1058312" y="39524"/>
                  <a:pt x="1061993" y="46975"/>
                  <a:pt x="1065294" y="56105"/>
                </a:cubicBezTo>
                <a:cubicBezTo>
                  <a:pt x="1072529" y="74248"/>
                  <a:pt x="1080399" y="98867"/>
                  <a:pt x="1086618" y="123837"/>
                </a:cubicBezTo>
                <a:cubicBezTo>
                  <a:pt x="1092394" y="148846"/>
                  <a:pt x="1096456" y="174246"/>
                  <a:pt x="1098106" y="193364"/>
                </a:cubicBezTo>
                <a:cubicBezTo>
                  <a:pt x="1099248" y="202962"/>
                  <a:pt x="1099248" y="210921"/>
                  <a:pt x="1099693" y="216539"/>
                </a:cubicBezTo>
                <a:lnTo>
                  <a:pt x="1099798" y="218372"/>
                </a:lnTo>
                <a:lnTo>
                  <a:pt x="1115028" y="218372"/>
                </a:lnTo>
                <a:lnTo>
                  <a:pt x="1117400" y="211546"/>
                </a:lnTo>
                <a:cubicBezTo>
                  <a:pt x="1124127" y="195159"/>
                  <a:pt x="1131997" y="179123"/>
                  <a:pt x="1138471" y="167301"/>
                </a:cubicBezTo>
                <a:cubicBezTo>
                  <a:pt x="1144881" y="155440"/>
                  <a:pt x="1149641" y="147754"/>
                  <a:pt x="1149641" y="147754"/>
                </a:cubicBezTo>
                <a:cubicBezTo>
                  <a:pt x="1149641" y="147754"/>
                  <a:pt x="1145072" y="181191"/>
                  <a:pt x="1147102" y="214081"/>
                </a:cubicBezTo>
                <a:lnTo>
                  <a:pt x="1147558" y="218372"/>
                </a:lnTo>
                <a:lnTo>
                  <a:pt x="1166585" y="218372"/>
                </a:lnTo>
                <a:lnTo>
                  <a:pt x="1203461" y="44869"/>
                </a:lnTo>
                <a:lnTo>
                  <a:pt x="1218249" y="207175"/>
                </a:lnTo>
                <a:cubicBezTo>
                  <a:pt x="1220280" y="200348"/>
                  <a:pt x="1222501" y="193325"/>
                  <a:pt x="1224849" y="186302"/>
                </a:cubicBezTo>
                <a:cubicBezTo>
                  <a:pt x="1237352" y="147325"/>
                  <a:pt x="1252965" y="109128"/>
                  <a:pt x="1252965" y="109128"/>
                </a:cubicBezTo>
                <a:cubicBezTo>
                  <a:pt x="1252965" y="109128"/>
                  <a:pt x="1252140" y="148808"/>
                  <a:pt x="1254615" y="188136"/>
                </a:cubicBezTo>
                <a:lnTo>
                  <a:pt x="1257131" y="218372"/>
                </a:lnTo>
                <a:lnTo>
                  <a:pt x="1292608" y="218372"/>
                </a:lnTo>
                <a:lnTo>
                  <a:pt x="1293061" y="217027"/>
                </a:lnTo>
                <a:cubicBezTo>
                  <a:pt x="1297488" y="203254"/>
                  <a:pt x="1302914" y="184780"/>
                  <a:pt x="1306912" y="165974"/>
                </a:cubicBezTo>
                <a:cubicBezTo>
                  <a:pt x="1315226" y="128441"/>
                  <a:pt x="1317702" y="89932"/>
                  <a:pt x="1317702" y="89932"/>
                </a:cubicBezTo>
                <a:cubicBezTo>
                  <a:pt x="1317702" y="89932"/>
                  <a:pt x="1330205" y="127466"/>
                  <a:pt x="1336805" y="166209"/>
                </a:cubicBezTo>
                <a:cubicBezTo>
                  <a:pt x="1339693" y="182166"/>
                  <a:pt x="1341550" y="198261"/>
                  <a:pt x="1342732" y="211663"/>
                </a:cubicBezTo>
                <a:lnTo>
                  <a:pt x="1343228" y="218372"/>
                </a:lnTo>
                <a:lnTo>
                  <a:pt x="1345931" y="218372"/>
                </a:lnTo>
                <a:lnTo>
                  <a:pt x="1346080" y="216393"/>
                </a:lnTo>
                <a:cubicBezTo>
                  <a:pt x="1346437" y="212706"/>
                  <a:pt x="1346706" y="210609"/>
                  <a:pt x="1346706" y="210609"/>
                </a:cubicBezTo>
                <a:cubicBezTo>
                  <a:pt x="1346706" y="210609"/>
                  <a:pt x="1350704" y="176860"/>
                  <a:pt x="1362763" y="144945"/>
                </a:cubicBezTo>
                <a:cubicBezTo>
                  <a:pt x="1368856" y="128948"/>
                  <a:pt x="1376091" y="113420"/>
                  <a:pt x="1382501" y="102067"/>
                </a:cubicBezTo>
                <a:cubicBezTo>
                  <a:pt x="1388848" y="90713"/>
                  <a:pt x="1393545" y="83378"/>
                  <a:pt x="1393545" y="83378"/>
                </a:cubicBezTo>
                <a:cubicBezTo>
                  <a:pt x="1393545" y="83378"/>
                  <a:pt x="1388975" y="115527"/>
                  <a:pt x="1392593" y="146779"/>
                </a:cubicBezTo>
                <a:cubicBezTo>
                  <a:pt x="1394433" y="162424"/>
                  <a:pt x="1397416" y="177797"/>
                  <a:pt x="1400653" y="189150"/>
                </a:cubicBezTo>
                <a:cubicBezTo>
                  <a:pt x="1403826" y="200504"/>
                  <a:pt x="1406428" y="207917"/>
                  <a:pt x="1406428" y="207917"/>
                </a:cubicBezTo>
                <a:cubicBezTo>
                  <a:pt x="1406428" y="207917"/>
                  <a:pt x="1407027" y="209660"/>
                  <a:pt x="1408177" y="212690"/>
                </a:cubicBezTo>
                <a:lnTo>
                  <a:pt x="1410474" y="218372"/>
                </a:lnTo>
                <a:lnTo>
                  <a:pt x="1451672" y="218372"/>
                </a:lnTo>
                <a:lnTo>
                  <a:pt x="1452315" y="216813"/>
                </a:lnTo>
                <a:cubicBezTo>
                  <a:pt x="1452315" y="216813"/>
                  <a:pt x="1463676" y="188955"/>
                  <a:pt x="1472751" y="160356"/>
                </a:cubicBezTo>
                <a:cubicBezTo>
                  <a:pt x="1481954" y="131874"/>
                  <a:pt x="1488682" y="102730"/>
                  <a:pt x="1488682" y="102730"/>
                </a:cubicBezTo>
                <a:cubicBezTo>
                  <a:pt x="1488682" y="102730"/>
                  <a:pt x="1496932" y="131641"/>
                  <a:pt x="1502644" y="161176"/>
                </a:cubicBezTo>
                <a:cubicBezTo>
                  <a:pt x="1507072" y="183269"/>
                  <a:pt x="1510035" y="205647"/>
                  <a:pt x="1511239" y="215455"/>
                </a:cubicBezTo>
                <a:lnTo>
                  <a:pt x="1511584" y="218372"/>
                </a:lnTo>
                <a:lnTo>
                  <a:pt x="1514931" y="218372"/>
                </a:lnTo>
                <a:lnTo>
                  <a:pt x="1517075" y="213428"/>
                </a:lnTo>
                <a:cubicBezTo>
                  <a:pt x="1518178" y="210814"/>
                  <a:pt x="1518765" y="209361"/>
                  <a:pt x="1518765" y="209361"/>
                </a:cubicBezTo>
                <a:cubicBezTo>
                  <a:pt x="1518765" y="209361"/>
                  <a:pt x="1535266" y="169681"/>
                  <a:pt x="1545421" y="128441"/>
                </a:cubicBezTo>
                <a:cubicBezTo>
                  <a:pt x="1555893" y="87358"/>
                  <a:pt x="1559701" y="45064"/>
                  <a:pt x="1559701" y="45064"/>
                </a:cubicBezTo>
                <a:cubicBezTo>
                  <a:pt x="1559701" y="45064"/>
                  <a:pt x="1570871" y="86655"/>
                  <a:pt x="1575314" y="129417"/>
                </a:cubicBezTo>
                <a:cubicBezTo>
                  <a:pt x="1580137" y="172061"/>
                  <a:pt x="1577980" y="215408"/>
                  <a:pt x="1577980" y="215408"/>
                </a:cubicBezTo>
                <a:lnTo>
                  <a:pt x="1577828" y="218372"/>
                </a:lnTo>
                <a:lnTo>
                  <a:pt x="1579032" y="218372"/>
                </a:lnTo>
                <a:lnTo>
                  <a:pt x="1586215" y="196071"/>
                </a:lnTo>
                <a:cubicBezTo>
                  <a:pt x="1589642" y="185854"/>
                  <a:pt x="1593561" y="174675"/>
                  <a:pt x="1597781" y="163555"/>
                </a:cubicBezTo>
                <a:cubicBezTo>
                  <a:pt x="1611807" y="126218"/>
                  <a:pt x="1629007" y="89854"/>
                  <a:pt x="1629007" y="89854"/>
                </a:cubicBezTo>
                <a:cubicBezTo>
                  <a:pt x="1629007" y="89854"/>
                  <a:pt x="1626532" y="128090"/>
                  <a:pt x="1627547" y="166014"/>
                </a:cubicBezTo>
                <a:cubicBezTo>
                  <a:pt x="1627928" y="184995"/>
                  <a:pt x="1629150" y="203869"/>
                  <a:pt x="1630276" y="217998"/>
                </a:cubicBezTo>
                <a:lnTo>
                  <a:pt x="1630309" y="218372"/>
                </a:lnTo>
                <a:lnTo>
                  <a:pt x="1679389" y="218372"/>
                </a:lnTo>
                <a:lnTo>
                  <a:pt x="1681147" y="212027"/>
                </a:lnTo>
                <a:cubicBezTo>
                  <a:pt x="1682367" y="207407"/>
                  <a:pt x="1683017" y="204757"/>
                  <a:pt x="1683017" y="204757"/>
                </a:cubicBezTo>
                <a:cubicBezTo>
                  <a:pt x="1683017" y="204757"/>
                  <a:pt x="1693680" y="162424"/>
                  <a:pt x="1698884" y="119117"/>
                </a:cubicBezTo>
                <a:cubicBezTo>
                  <a:pt x="1704342" y="76901"/>
                  <a:pt x="1704406" y="34062"/>
                  <a:pt x="1704406" y="32188"/>
                </a:cubicBezTo>
                <a:cubicBezTo>
                  <a:pt x="1705167" y="34256"/>
                  <a:pt x="1719574" y="75770"/>
                  <a:pt x="1728777" y="118453"/>
                </a:cubicBezTo>
                <a:cubicBezTo>
                  <a:pt x="1738614" y="162151"/>
                  <a:pt x="1742740" y="206708"/>
                  <a:pt x="1742740" y="206708"/>
                </a:cubicBezTo>
                <a:cubicBezTo>
                  <a:pt x="1742740" y="206708"/>
                  <a:pt x="1742903" y="208288"/>
                  <a:pt x="1743158" y="211154"/>
                </a:cubicBezTo>
                <a:lnTo>
                  <a:pt x="1743734" y="218372"/>
                </a:lnTo>
                <a:lnTo>
                  <a:pt x="1760697" y="218372"/>
                </a:lnTo>
                <a:lnTo>
                  <a:pt x="1772760" y="175182"/>
                </a:lnTo>
                <a:cubicBezTo>
                  <a:pt x="1782470" y="136127"/>
                  <a:pt x="1788119" y="96331"/>
                  <a:pt x="1788119" y="96331"/>
                </a:cubicBezTo>
                <a:cubicBezTo>
                  <a:pt x="1788119" y="96331"/>
                  <a:pt x="1797448" y="135776"/>
                  <a:pt x="1802652" y="175923"/>
                </a:cubicBezTo>
                <a:cubicBezTo>
                  <a:pt x="1804033" y="185951"/>
                  <a:pt x="1805155" y="196012"/>
                  <a:pt x="1806063" y="205464"/>
                </a:cubicBezTo>
                <a:lnTo>
                  <a:pt x="1807120" y="218372"/>
                </a:lnTo>
                <a:lnTo>
                  <a:pt x="1833582" y="218372"/>
                </a:lnTo>
                <a:lnTo>
                  <a:pt x="1840098" y="206122"/>
                </a:lnTo>
                <a:cubicBezTo>
                  <a:pt x="1847714" y="192193"/>
                  <a:pt x="1859265" y="174051"/>
                  <a:pt x="1871895" y="156454"/>
                </a:cubicBezTo>
                <a:cubicBezTo>
                  <a:pt x="1884906" y="138975"/>
                  <a:pt x="1898932" y="122043"/>
                  <a:pt x="1910419" y="109830"/>
                </a:cubicBezTo>
                <a:cubicBezTo>
                  <a:pt x="1920955" y="98438"/>
                  <a:pt x="1928698" y="90830"/>
                  <a:pt x="1929777" y="89815"/>
                </a:cubicBezTo>
                <a:cubicBezTo>
                  <a:pt x="1928634" y="91961"/>
                  <a:pt x="1910356" y="127193"/>
                  <a:pt x="1900138" y="163088"/>
                </a:cubicBezTo>
                <a:cubicBezTo>
                  <a:pt x="1894997" y="181659"/>
                  <a:pt x="1891062" y="200192"/>
                  <a:pt x="1889221" y="214121"/>
                </a:cubicBezTo>
                <a:lnTo>
                  <a:pt x="1888711" y="218372"/>
                </a:lnTo>
                <a:lnTo>
                  <a:pt x="1909838" y="218372"/>
                </a:lnTo>
                <a:lnTo>
                  <a:pt x="1959225" y="141356"/>
                </a:lnTo>
                <a:lnTo>
                  <a:pt x="1948856" y="218372"/>
                </a:lnTo>
                <a:lnTo>
                  <a:pt x="1969879" y="218372"/>
                </a:lnTo>
                <a:lnTo>
                  <a:pt x="1973188" y="199763"/>
                </a:lnTo>
                <a:cubicBezTo>
                  <a:pt x="1975663" y="181971"/>
                  <a:pt x="1978392" y="158093"/>
                  <a:pt x="1977821" y="134099"/>
                </a:cubicBezTo>
                <a:cubicBezTo>
                  <a:pt x="1977060" y="110221"/>
                  <a:pt x="1974394" y="85992"/>
                  <a:pt x="1968999" y="68240"/>
                </a:cubicBezTo>
                <a:cubicBezTo>
                  <a:pt x="1967159" y="59149"/>
                  <a:pt x="1963859" y="51930"/>
                  <a:pt x="1962145" y="46703"/>
                </a:cubicBezTo>
                <a:cubicBezTo>
                  <a:pt x="1960558" y="42137"/>
                  <a:pt x="1959479" y="39289"/>
                  <a:pt x="1959289" y="38665"/>
                </a:cubicBezTo>
                <a:cubicBezTo>
                  <a:pt x="1959797" y="39329"/>
                  <a:pt x="1961574" y="41943"/>
                  <a:pt x="1964557" y="46078"/>
                </a:cubicBezTo>
                <a:cubicBezTo>
                  <a:pt x="1967794" y="50955"/>
                  <a:pt x="1973379" y="57744"/>
                  <a:pt x="1977948" y="66445"/>
                </a:cubicBezTo>
                <a:cubicBezTo>
                  <a:pt x="1988864" y="83456"/>
                  <a:pt x="1999146" y="107334"/>
                  <a:pt x="2007524" y="131680"/>
                </a:cubicBezTo>
                <a:cubicBezTo>
                  <a:pt x="2012093" y="145179"/>
                  <a:pt x="2015584" y="158757"/>
                  <a:pt x="2018313" y="171437"/>
                </a:cubicBezTo>
                <a:cubicBezTo>
                  <a:pt x="2018884" y="168082"/>
                  <a:pt x="2019456" y="164726"/>
                  <a:pt x="2020154" y="161332"/>
                </a:cubicBezTo>
                <a:cubicBezTo>
                  <a:pt x="2025104" y="138741"/>
                  <a:pt x="2031705" y="116502"/>
                  <a:pt x="2037988" y="100155"/>
                </a:cubicBezTo>
                <a:cubicBezTo>
                  <a:pt x="2040781" y="91922"/>
                  <a:pt x="2044081" y="85211"/>
                  <a:pt x="2045921" y="80452"/>
                </a:cubicBezTo>
                <a:cubicBezTo>
                  <a:pt x="2047952" y="75730"/>
                  <a:pt x="2049095" y="73038"/>
                  <a:pt x="2049095" y="73038"/>
                </a:cubicBezTo>
                <a:cubicBezTo>
                  <a:pt x="2049095" y="73038"/>
                  <a:pt x="2048841" y="75848"/>
                  <a:pt x="2048460" y="80764"/>
                </a:cubicBezTo>
                <a:cubicBezTo>
                  <a:pt x="2048270" y="85679"/>
                  <a:pt x="2047254" y="92625"/>
                  <a:pt x="2047254" y="101013"/>
                </a:cubicBezTo>
                <a:cubicBezTo>
                  <a:pt x="2046556" y="117751"/>
                  <a:pt x="2047508" y="139990"/>
                  <a:pt x="2050047" y="161956"/>
                </a:cubicBezTo>
                <a:cubicBezTo>
                  <a:pt x="2051570" y="172959"/>
                  <a:pt x="2053474" y="183873"/>
                  <a:pt x="2055585" y="194042"/>
                </a:cubicBezTo>
                <a:lnTo>
                  <a:pt x="2061555" y="218372"/>
                </a:lnTo>
                <a:lnTo>
                  <a:pt x="2097672" y="218372"/>
                </a:lnTo>
                <a:lnTo>
                  <a:pt x="2087302" y="141356"/>
                </a:lnTo>
                <a:lnTo>
                  <a:pt x="2136689" y="218372"/>
                </a:lnTo>
                <a:lnTo>
                  <a:pt x="2157816" y="218372"/>
                </a:lnTo>
                <a:lnTo>
                  <a:pt x="2157306" y="214121"/>
                </a:lnTo>
                <a:cubicBezTo>
                  <a:pt x="2155465" y="200192"/>
                  <a:pt x="2151530" y="181659"/>
                  <a:pt x="2146390" y="163088"/>
                </a:cubicBezTo>
                <a:cubicBezTo>
                  <a:pt x="2136171" y="127193"/>
                  <a:pt x="2117893" y="91961"/>
                  <a:pt x="2116751" y="89815"/>
                </a:cubicBezTo>
                <a:cubicBezTo>
                  <a:pt x="2117829" y="90830"/>
                  <a:pt x="2125572" y="98438"/>
                  <a:pt x="2136108" y="109830"/>
                </a:cubicBezTo>
                <a:cubicBezTo>
                  <a:pt x="2147595" y="122043"/>
                  <a:pt x="2161685" y="138975"/>
                  <a:pt x="2174632" y="156454"/>
                </a:cubicBezTo>
                <a:cubicBezTo>
                  <a:pt x="2187262" y="174051"/>
                  <a:pt x="2198813" y="192193"/>
                  <a:pt x="2206429" y="206122"/>
                </a:cubicBezTo>
                <a:lnTo>
                  <a:pt x="2212945" y="218372"/>
                </a:lnTo>
                <a:lnTo>
                  <a:pt x="2239408" y="218372"/>
                </a:lnTo>
                <a:lnTo>
                  <a:pt x="2240465" y="205464"/>
                </a:lnTo>
                <a:cubicBezTo>
                  <a:pt x="2241372" y="196012"/>
                  <a:pt x="2242495" y="185951"/>
                  <a:pt x="2243875" y="175923"/>
                </a:cubicBezTo>
                <a:cubicBezTo>
                  <a:pt x="2249079" y="135776"/>
                  <a:pt x="2258409" y="96331"/>
                  <a:pt x="2258409" y="96331"/>
                </a:cubicBezTo>
                <a:cubicBezTo>
                  <a:pt x="2258409" y="96331"/>
                  <a:pt x="2264057" y="136127"/>
                  <a:pt x="2273768" y="175182"/>
                </a:cubicBezTo>
                <a:lnTo>
                  <a:pt x="2285830" y="218372"/>
                </a:lnTo>
                <a:lnTo>
                  <a:pt x="2302794" y="218372"/>
                </a:lnTo>
                <a:lnTo>
                  <a:pt x="2303371" y="211154"/>
                </a:lnTo>
                <a:cubicBezTo>
                  <a:pt x="2303626" y="208288"/>
                  <a:pt x="2303788" y="206708"/>
                  <a:pt x="2303788" y="206708"/>
                </a:cubicBezTo>
                <a:cubicBezTo>
                  <a:pt x="2303788" y="206708"/>
                  <a:pt x="2307913" y="162151"/>
                  <a:pt x="2317750" y="118453"/>
                </a:cubicBezTo>
                <a:cubicBezTo>
                  <a:pt x="2326953" y="75770"/>
                  <a:pt x="2341360" y="34256"/>
                  <a:pt x="2342122" y="32188"/>
                </a:cubicBezTo>
                <a:cubicBezTo>
                  <a:pt x="2342122" y="34062"/>
                  <a:pt x="2342122" y="76901"/>
                  <a:pt x="2347643" y="119117"/>
                </a:cubicBezTo>
                <a:cubicBezTo>
                  <a:pt x="2352847" y="162424"/>
                  <a:pt x="2363573" y="204757"/>
                  <a:pt x="2363573" y="204757"/>
                </a:cubicBezTo>
                <a:cubicBezTo>
                  <a:pt x="2363573" y="204757"/>
                  <a:pt x="2364220" y="207407"/>
                  <a:pt x="2365434" y="212027"/>
                </a:cubicBezTo>
                <a:lnTo>
                  <a:pt x="2367185" y="218372"/>
                </a:lnTo>
                <a:lnTo>
                  <a:pt x="2416218" y="218372"/>
                </a:lnTo>
                <a:lnTo>
                  <a:pt x="2416251" y="217998"/>
                </a:lnTo>
                <a:cubicBezTo>
                  <a:pt x="2417378" y="203869"/>
                  <a:pt x="2418600" y="184995"/>
                  <a:pt x="2418980" y="166014"/>
                </a:cubicBezTo>
                <a:cubicBezTo>
                  <a:pt x="2419996" y="128090"/>
                  <a:pt x="2417520" y="89854"/>
                  <a:pt x="2417520" y="89854"/>
                </a:cubicBezTo>
                <a:cubicBezTo>
                  <a:pt x="2417520" y="89854"/>
                  <a:pt x="2434720" y="126218"/>
                  <a:pt x="2448746" y="163555"/>
                </a:cubicBezTo>
                <a:cubicBezTo>
                  <a:pt x="2452967" y="174675"/>
                  <a:pt x="2456886" y="185854"/>
                  <a:pt x="2460313" y="196071"/>
                </a:cubicBezTo>
                <a:lnTo>
                  <a:pt x="2467496" y="218372"/>
                </a:lnTo>
                <a:lnTo>
                  <a:pt x="2468701" y="218372"/>
                </a:lnTo>
                <a:lnTo>
                  <a:pt x="2468548" y="215408"/>
                </a:lnTo>
                <a:cubicBezTo>
                  <a:pt x="2468548" y="215408"/>
                  <a:pt x="2466390" y="172061"/>
                  <a:pt x="2471213" y="129417"/>
                </a:cubicBezTo>
                <a:cubicBezTo>
                  <a:pt x="2475656" y="86655"/>
                  <a:pt x="2486826" y="45064"/>
                  <a:pt x="2486826" y="45064"/>
                </a:cubicBezTo>
                <a:cubicBezTo>
                  <a:pt x="2486826" y="45064"/>
                  <a:pt x="2490634" y="87358"/>
                  <a:pt x="2501106" y="128441"/>
                </a:cubicBezTo>
                <a:cubicBezTo>
                  <a:pt x="2511261" y="169681"/>
                  <a:pt x="2527762" y="209361"/>
                  <a:pt x="2527762" y="209361"/>
                </a:cubicBezTo>
                <a:cubicBezTo>
                  <a:pt x="2527762" y="209361"/>
                  <a:pt x="2528350" y="210814"/>
                  <a:pt x="2529452" y="213428"/>
                </a:cubicBezTo>
                <a:lnTo>
                  <a:pt x="2531596" y="218372"/>
                </a:lnTo>
                <a:lnTo>
                  <a:pt x="2534943" y="218372"/>
                </a:lnTo>
                <a:lnTo>
                  <a:pt x="2535288" y="215455"/>
                </a:lnTo>
                <a:cubicBezTo>
                  <a:pt x="2536493" y="205647"/>
                  <a:pt x="2539457" y="183269"/>
                  <a:pt x="2543883" y="161176"/>
                </a:cubicBezTo>
                <a:cubicBezTo>
                  <a:pt x="2549595" y="131641"/>
                  <a:pt x="2557846" y="102730"/>
                  <a:pt x="2557846" y="102730"/>
                </a:cubicBezTo>
                <a:cubicBezTo>
                  <a:pt x="2557846" y="102730"/>
                  <a:pt x="2564573" y="131874"/>
                  <a:pt x="2573776" y="160356"/>
                </a:cubicBezTo>
                <a:cubicBezTo>
                  <a:pt x="2582852" y="188955"/>
                  <a:pt x="2594276" y="216813"/>
                  <a:pt x="2594276" y="216813"/>
                </a:cubicBezTo>
                <a:lnTo>
                  <a:pt x="2594916" y="218372"/>
                </a:lnTo>
                <a:lnTo>
                  <a:pt x="2636053" y="218372"/>
                </a:lnTo>
                <a:lnTo>
                  <a:pt x="2638351" y="212690"/>
                </a:lnTo>
                <a:cubicBezTo>
                  <a:pt x="2639500" y="209660"/>
                  <a:pt x="2640099" y="207917"/>
                  <a:pt x="2640099" y="207917"/>
                </a:cubicBezTo>
                <a:cubicBezTo>
                  <a:pt x="2640099" y="207917"/>
                  <a:pt x="2642701" y="200504"/>
                  <a:pt x="2645874" y="189150"/>
                </a:cubicBezTo>
                <a:cubicBezTo>
                  <a:pt x="2649111" y="177797"/>
                  <a:pt x="2652094" y="162424"/>
                  <a:pt x="2653935" y="146779"/>
                </a:cubicBezTo>
                <a:cubicBezTo>
                  <a:pt x="2657552" y="115527"/>
                  <a:pt x="2652983" y="83378"/>
                  <a:pt x="2652983" y="83378"/>
                </a:cubicBezTo>
                <a:cubicBezTo>
                  <a:pt x="2652983" y="83378"/>
                  <a:pt x="2657679" y="90713"/>
                  <a:pt x="2664026" y="102067"/>
                </a:cubicBezTo>
                <a:cubicBezTo>
                  <a:pt x="2670436" y="113420"/>
                  <a:pt x="2677671" y="128948"/>
                  <a:pt x="2683764" y="144945"/>
                </a:cubicBezTo>
                <a:cubicBezTo>
                  <a:pt x="2695823" y="176860"/>
                  <a:pt x="2699821" y="210609"/>
                  <a:pt x="2699821" y="210609"/>
                </a:cubicBezTo>
                <a:cubicBezTo>
                  <a:pt x="2699821" y="210609"/>
                  <a:pt x="2700091" y="212706"/>
                  <a:pt x="2700448" y="216393"/>
                </a:cubicBezTo>
                <a:lnTo>
                  <a:pt x="2700597" y="218372"/>
                </a:lnTo>
                <a:lnTo>
                  <a:pt x="2703300" y="218372"/>
                </a:lnTo>
                <a:lnTo>
                  <a:pt x="2703796" y="211663"/>
                </a:lnTo>
                <a:cubicBezTo>
                  <a:pt x="2704978" y="198261"/>
                  <a:pt x="2706835" y="182166"/>
                  <a:pt x="2709722" y="166209"/>
                </a:cubicBezTo>
                <a:cubicBezTo>
                  <a:pt x="2716323" y="127466"/>
                  <a:pt x="2728826" y="89932"/>
                  <a:pt x="2728826" y="89932"/>
                </a:cubicBezTo>
                <a:cubicBezTo>
                  <a:pt x="2728826" y="89932"/>
                  <a:pt x="2731301" y="128441"/>
                  <a:pt x="2739615" y="165974"/>
                </a:cubicBezTo>
                <a:cubicBezTo>
                  <a:pt x="2743614" y="184780"/>
                  <a:pt x="2749040" y="203254"/>
                  <a:pt x="2753467" y="217027"/>
                </a:cubicBezTo>
                <a:lnTo>
                  <a:pt x="2753920" y="218372"/>
                </a:lnTo>
                <a:lnTo>
                  <a:pt x="2789410" y="218372"/>
                </a:lnTo>
                <a:lnTo>
                  <a:pt x="2791912" y="188136"/>
                </a:lnTo>
                <a:cubicBezTo>
                  <a:pt x="2794387" y="148808"/>
                  <a:pt x="2793625" y="109128"/>
                  <a:pt x="2793625" y="109128"/>
                </a:cubicBezTo>
                <a:cubicBezTo>
                  <a:pt x="2793625" y="109128"/>
                  <a:pt x="2809175" y="147325"/>
                  <a:pt x="2821678" y="186302"/>
                </a:cubicBezTo>
                <a:cubicBezTo>
                  <a:pt x="2824026" y="193325"/>
                  <a:pt x="2826247" y="200348"/>
                  <a:pt x="2828278" y="207175"/>
                </a:cubicBezTo>
                <a:lnTo>
                  <a:pt x="2843066" y="44869"/>
                </a:lnTo>
                <a:lnTo>
                  <a:pt x="2879943" y="218372"/>
                </a:lnTo>
                <a:lnTo>
                  <a:pt x="2898970" y="218372"/>
                </a:lnTo>
                <a:lnTo>
                  <a:pt x="2899425" y="214081"/>
                </a:lnTo>
                <a:cubicBezTo>
                  <a:pt x="2901456" y="181191"/>
                  <a:pt x="2896886" y="147754"/>
                  <a:pt x="2896886" y="147754"/>
                </a:cubicBezTo>
                <a:cubicBezTo>
                  <a:pt x="2896886" y="147754"/>
                  <a:pt x="2901646" y="155440"/>
                  <a:pt x="2908056" y="167301"/>
                </a:cubicBezTo>
                <a:cubicBezTo>
                  <a:pt x="2914530" y="179123"/>
                  <a:pt x="2922400" y="195159"/>
                  <a:pt x="2929127" y="211546"/>
                </a:cubicBezTo>
                <a:lnTo>
                  <a:pt x="2931509" y="218372"/>
                </a:lnTo>
                <a:lnTo>
                  <a:pt x="2946730" y="218372"/>
                </a:lnTo>
                <a:lnTo>
                  <a:pt x="2946835" y="216539"/>
                </a:lnTo>
                <a:cubicBezTo>
                  <a:pt x="2947279" y="210921"/>
                  <a:pt x="2947279" y="202962"/>
                  <a:pt x="2948421" y="193364"/>
                </a:cubicBezTo>
                <a:cubicBezTo>
                  <a:pt x="2950071" y="174246"/>
                  <a:pt x="2954197" y="148846"/>
                  <a:pt x="2959909" y="123837"/>
                </a:cubicBezTo>
                <a:cubicBezTo>
                  <a:pt x="2966129" y="98867"/>
                  <a:pt x="2973998" y="74248"/>
                  <a:pt x="2981234" y="56105"/>
                </a:cubicBezTo>
                <a:cubicBezTo>
                  <a:pt x="2984534" y="46975"/>
                  <a:pt x="2988215" y="39524"/>
                  <a:pt x="2990373" y="34256"/>
                </a:cubicBezTo>
                <a:cubicBezTo>
                  <a:pt x="2992658" y="29028"/>
                  <a:pt x="2993927" y="26024"/>
                  <a:pt x="2993927" y="26024"/>
                </a:cubicBezTo>
                <a:cubicBezTo>
                  <a:pt x="2993927" y="26024"/>
                  <a:pt x="2993546" y="29145"/>
                  <a:pt x="2992912" y="34607"/>
                </a:cubicBezTo>
                <a:cubicBezTo>
                  <a:pt x="2992404" y="40070"/>
                  <a:pt x="2990944" y="47756"/>
                  <a:pt x="2990500" y="57120"/>
                </a:cubicBezTo>
                <a:cubicBezTo>
                  <a:pt x="2988786" y="75730"/>
                  <a:pt x="2988469" y="100506"/>
                  <a:pt x="2989738" y="125086"/>
                </a:cubicBezTo>
                <a:cubicBezTo>
                  <a:pt x="2991579" y="149705"/>
                  <a:pt x="2995006" y="174051"/>
                  <a:pt x="2998941" y="192155"/>
                </a:cubicBezTo>
                <a:cubicBezTo>
                  <a:pt x="3000528" y="201206"/>
                  <a:pt x="3002812" y="208697"/>
                  <a:pt x="3003955" y="213925"/>
                </a:cubicBezTo>
                <a:lnTo>
                  <a:pt x="3005052" y="218372"/>
                </a:lnTo>
                <a:lnTo>
                  <a:pt x="3044889" y="218372"/>
                </a:lnTo>
                <a:lnTo>
                  <a:pt x="3045197" y="217067"/>
                </a:lnTo>
                <a:cubicBezTo>
                  <a:pt x="3049434" y="198692"/>
                  <a:pt x="3058632" y="156620"/>
                  <a:pt x="3064439" y="114044"/>
                </a:cubicBezTo>
                <a:cubicBezTo>
                  <a:pt x="3072690" y="57354"/>
                  <a:pt x="3074721" y="0"/>
                  <a:pt x="3074721" y="0"/>
                </a:cubicBezTo>
                <a:cubicBezTo>
                  <a:pt x="3074721" y="0"/>
                  <a:pt x="3087604" y="56652"/>
                  <a:pt x="3094332" y="114161"/>
                </a:cubicBezTo>
                <a:cubicBezTo>
                  <a:pt x="3097982" y="142897"/>
                  <a:pt x="3100060" y="171778"/>
                  <a:pt x="3101226" y="193476"/>
                </a:cubicBezTo>
                <a:lnTo>
                  <a:pt x="3102315" y="218372"/>
                </a:lnTo>
                <a:lnTo>
                  <a:pt x="3131032" y="218372"/>
                </a:lnTo>
                <a:lnTo>
                  <a:pt x="3131914" y="215700"/>
                </a:lnTo>
                <a:cubicBezTo>
                  <a:pt x="3137454" y="199143"/>
                  <a:pt x="3150437" y="161381"/>
                  <a:pt x="3165669" y="124188"/>
                </a:cubicBezTo>
                <a:cubicBezTo>
                  <a:pt x="3185026" y="76355"/>
                  <a:pt x="3208065" y="29574"/>
                  <a:pt x="3209778" y="26180"/>
                </a:cubicBezTo>
                <a:cubicBezTo>
                  <a:pt x="3209461" y="27936"/>
                  <a:pt x="3207113" y="41123"/>
                  <a:pt x="3204130" y="60007"/>
                </a:cubicBezTo>
                <a:cubicBezTo>
                  <a:pt x="3206415" y="46859"/>
                  <a:pt x="3208001" y="38509"/>
                  <a:pt x="3208001" y="38509"/>
                </a:cubicBezTo>
                <a:cubicBezTo>
                  <a:pt x="3208001" y="38509"/>
                  <a:pt x="3214538" y="84431"/>
                  <a:pt x="3223424" y="130002"/>
                </a:cubicBezTo>
                <a:cubicBezTo>
                  <a:pt x="3229993" y="164180"/>
                  <a:pt x="3237883" y="198138"/>
                  <a:pt x="3241417" y="212982"/>
                </a:cubicBezTo>
                <a:lnTo>
                  <a:pt x="3242716" y="218372"/>
                </a:lnTo>
                <a:lnTo>
                  <a:pt x="3258397" y="218372"/>
                </a:lnTo>
                <a:lnTo>
                  <a:pt x="3259346" y="198436"/>
                </a:lnTo>
                <a:cubicBezTo>
                  <a:pt x="3259536" y="163712"/>
                  <a:pt x="3253634" y="128597"/>
                  <a:pt x="3253634" y="128597"/>
                </a:cubicBezTo>
                <a:cubicBezTo>
                  <a:pt x="3253634" y="128597"/>
                  <a:pt x="3274007" y="161020"/>
                  <a:pt x="3288922" y="195393"/>
                </a:cubicBezTo>
                <a:lnTo>
                  <a:pt x="3297610" y="218372"/>
                </a:lnTo>
                <a:lnTo>
                  <a:pt x="3340482" y="218372"/>
                </a:lnTo>
                <a:lnTo>
                  <a:pt x="3343313" y="210843"/>
                </a:lnTo>
                <a:cubicBezTo>
                  <a:pt x="3349850" y="192935"/>
                  <a:pt x="3357085" y="168784"/>
                  <a:pt x="3362924" y="144282"/>
                </a:cubicBezTo>
                <a:cubicBezTo>
                  <a:pt x="3368382" y="119741"/>
                  <a:pt x="3372380" y="94965"/>
                  <a:pt x="3374221" y="76237"/>
                </a:cubicBezTo>
                <a:cubicBezTo>
                  <a:pt x="3375427" y="66874"/>
                  <a:pt x="3375617" y="59071"/>
                  <a:pt x="3376125" y="53569"/>
                </a:cubicBezTo>
                <a:cubicBezTo>
                  <a:pt x="3376506" y="48068"/>
                  <a:pt x="3376696" y="44947"/>
                  <a:pt x="3376696" y="44947"/>
                </a:cubicBezTo>
                <a:cubicBezTo>
                  <a:pt x="3376696" y="44947"/>
                  <a:pt x="3377458" y="48029"/>
                  <a:pt x="3378664" y="53452"/>
                </a:cubicBezTo>
                <a:cubicBezTo>
                  <a:pt x="3379806" y="58914"/>
                  <a:pt x="3381964" y="66679"/>
                  <a:pt x="3383551" y="76043"/>
                </a:cubicBezTo>
                <a:cubicBezTo>
                  <a:pt x="3387359" y="94770"/>
                  <a:pt x="3390786" y="119935"/>
                  <a:pt x="3392817" y="145335"/>
                </a:cubicBezTo>
                <a:cubicBezTo>
                  <a:pt x="3394404" y="170696"/>
                  <a:pt x="3394531" y="196290"/>
                  <a:pt x="3393388" y="215486"/>
                </a:cubicBezTo>
                <a:lnTo>
                  <a:pt x="3393203" y="218372"/>
                </a:lnTo>
                <a:lnTo>
                  <a:pt x="3451708" y="218372"/>
                </a:lnTo>
                <a:lnTo>
                  <a:pt x="3450698" y="206300"/>
                </a:lnTo>
                <a:cubicBezTo>
                  <a:pt x="3449981" y="195722"/>
                  <a:pt x="3449414" y="184449"/>
                  <a:pt x="3449176" y="173193"/>
                </a:cubicBezTo>
                <a:cubicBezTo>
                  <a:pt x="3447906" y="128090"/>
                  <a:pt x="3451905" y="83495"/>
                  <a:pt x="3451905" y="83495"/>
                </a:cubicBezTo>
                <a:cubicBezTo>
                  <a:pt x="3451905" y="83495"/>
                  <a:pt x="3462884" y="127583"/>
                  <a:pt x="3478815" y="170501"/>
                </a:cubicBezTo>
                <a:cubicBezTo>
                  <a:pt x="3482734" y="181269"/>
                  <a:pt x="3486955" y="191947"/>
                  <a:pt x="3491081" y="201907"/>
                </a:cubicBezTo>
                <a:lnTo>
                  <a:pt x="3498191" y="218372"/>
                </a:lnTo>
                <a:lnTo>
                  <a:pt x="3556656" y="218372"/>
                </a:lnTo>
                <a:lnTo>
                  <a:pt x="3557450" y="211428"/>
                </a:lnTo>
                <a:cubicBezTo>
                  <a:pt x="3559037" y="195276"/>
                  <a:pt x="3559545" y="173661"/>
                  <a:pt x="3558656" y="151851"/>
                </a:cubicBezTo>
                <a:cubicBezTo>
                  <a:pt x="3557260" y="130119"/>
                  <a:pt x="3554404" y="108231"/>
                  <a:pt x="3550913" y="91844"/>
                </a:cubicBezTo>
                <a:cubicBezTo>
                  <a:pt x="3549580" y="83612"/>
                  <a:pt x="3547486" y="76901"/>
                  <a:pt x="3546471" y="72102"/>
                </a:cubicBezTo>
                <a:cubicBezTo>
                  <a:pt x="3545455" y="67888"/>
                  <a:pt x="3544820" y="65274"/>
                  <a:pt x="3544693" y="64689"/>
                </a:cubicBezTo>
                <a:cubicBezTo>
                  <a:pt x="3545074" y="65235"/>
                  <a:pt x="3546534" y="67693"/>
                  <a:pt x="3548945" y="71595"/>
                </a:cubicBezTo>
                <a:cubicBezTo>
                  <a:pt x="3551548" y="76082"/>
                  <a:pt x="3555864" y="82441"/>
                  <a:pt x="3559989" y="90284"/>
                </a:cubicBezTo>
                <a:cubicBezTo>
                  <a:pt x="3568938" y="105812"/>
                  <a:pt x="3579283" y="127036"/>
                  <a:pt x="3588232" y="148730"/>
                </a:cubicBezTo>
                <a:cubicBezTo>
                  <a:pt x="3596673" y="170423"/>
                  <a:pt x="3603781" y="192622"/>
                  <a:pt x="3607843" y="209438"/>
                </a:cubicBezTo>
                <a:lnTo>
                  <a:pt x="3609872" y="218372"/>
                </a:lnTo>
                <a:lnTo>
                  <a:pt x="3665952" y="218372"/>
                </a:lnTo>
                <a:lnTo>
                  <a:pt x="3669723" y="205264"/>
                </a:lnTo>
                <a:cubicBezTo>
                  <a:pt x="3680005" y="167106"/>
                  <a:pt x="3687938" y="128402"/>
                  <a:pt x="3687938" y="128402"/>
                </a:cubicBezTo>
                <a:cubicBezTo>
                  <a:pt x="3687938" y="128402"/>
                  <a:pt x="3694983" y="167145"/>
                  <a:pt x="3699616" y="206239"/>
                </a:cubicBezTo>
                <a:lnTo>
                  <a:pt x="3700830" y="218372"/>
                </a:lnTo>
                <a:lnTo>
                  <a:pt x="3714682" y="218372"/>
                </a:lnTo>
                <a:lnTo>
                  <a:pt x="3714690" y="217583"/>
                </a:lnTo>
                <a:cubicBezTo>
                  <a:pt x="3714864" y="200650"/>
                  <a:pt x="3715102" y="178070"/>
                  <a:pt x="3715356" y="155479"/>
                </a:cubicBezTo>
                <a:cubicBezTo>
                  <a:pt x="3715039" y="110221"/>
                  <a:pt x="3714785" y="65001"/>
                  <a:pt x="3714785" y="65001"/>
                </a:cubicBezTo>
                <a:cubicBezTo>
                  <a:pt x="3714785" y="65001"/>
                  <a:pt x="3729953" y="109089"/>
                  <a:pt x="3745058" y="153177"/>
                </a:cubicBezTo>
                <a:cubicBezTo>
                  <a:pt x="3752262" y="175319"/>
                  <a:pt x="3759482" y="197451"/>
                  <a:pt x="3764900" y="214048"/>
                </a:cubicBezTo>
                <a:lnTo>
                  <a:pt x="3766313" y="218372"/>
                </a:lnTo>
                <a:lnTo>
                  <a:pt x="3795172" y="218372"/>
                </a:lnTo>
                <a:lnTo>
                  <a:pt x="3793903" y="198810"/>
                </a:lnTo>
                <a:cubicBezTo>
                  <a:pt x="3793317" y="188338"/>
                  <a:pt x="3792802" y="177172"/>
                  <a:pt x="3792468" y="166014"/>
                </a:cubicBezTo>
                <a:cubicBezTo>
                  <a:pt x="3790945" y="121379"/>
                  <a:pt x="3792405" y="76940"/>
                  <a:pt x="3792405" y="76940"/>
                </a:cubicBezTo>
                <a:cubicBezTo>
                  <a:pt x="3792405" y="76940"/>
                  <a:pt x="3805860" y="120443"/>
                  <a:pt x="3822107" y="163244"/>
                </a:cubicBezTo>
                <a:cubicBezTo>
                  <a:pt x="3826122" y="173963"/>
                  <a:pt x="3830306" y="184632"/>
                  <a:pt x="3834326" y="194605"/>
                </a:cubicBezTo>
                <a:lnTo>
                  <a:pt x="3844139" y="218372"/>
                </a:lnTo>
                <a:lnTo>
                  <a:pt x="3906964" y="218372"/>
                </a:lnTo>
                <a:lnTo>
                  <a:pt x="3907470" y="210570"/>
                </a:lnTo>
                <a:cubicBezTo>
                  <a:pt x="3909057" y="212443"/>
                  <a:pt x="3910580" y="214316"/>
                  <a:pt x="3912167" y="216188"/>
                </a:cubicBezTo>
                <a:lnTo>
                  <a:pt x="3914032" y="218372"/>
                </a:lnTo>
                <a:lnTo>
                  <a:pt x="4022706" y="218372"/>
                </a:lnTo>
                <a:lnTo>
                  <a:pt x="4029517" y="149315"/>
                </a:lnTo>
                <a:lnTo>
                  <a:pt x="4033642" y="135308"/>
                </a:lnTo>
                <a:lnTo>
                  <a:pt x="4037704" y="149315"/>
                </a:lnTo>
                <a:lnTo>
                  <a:pt x="4044548" y="218372"/>
                </a:lnTo>
                <a:lnTo>
                  <a:pt x="4153254" y="218372"/>
                </a:lnTo>
                <a:lnTo>
                  <a:pt x="4155118" y="216188"/>
                </a:lnTo>
                <a:cubicBezTo>
                  <a:pt x="4156641" y="214354"/>
                  <a:pt x="4158228" y="212482"/>
                  <a:pt x="4159751" y="210648"/>
                </a:cubicBezTo>
                <a:lnTo>
                  <a:pt x="4160283" y="218372"/>
                </a:lnTo>
                <a:lnTo>
                  <a:pt x="4223123" y="218372"/>
                </a:lnTo>
                <a:lnTo>
                  <a:pt x="4232934" y="194605"/>
                </a:lnTo>
                <a:cubicBezTo>
                  <a:pt x="4236956" y="184632"/>
                  <a:pt x="4241148" y="173963"/>
                  <a:pt x="4245178" y="163244"/>
                </a:cubicBezTo>
                <a:cubicBezTo>
                  <a:pt x="4261426" y="120443"/>
                  <a:pt x="4274881" y="76940"/>
                  <a:pt x="4274881" y="76940"/>
                </a:cubicBezTo>
                <a:cubicBezTo>
                  <a:pt x="4274881" y="76940"/>
                  <a:pt x="4276277" y="121379"/>
                  <a:pt x="4274817" y="166014"/>
                </a:cubicBezTo>
                <a:cubicBezTo>
                  <a:pt x="4274484" y="177172"/>
                  <a:pt x="4273969" y="188338"/>
                  <a:pt x="4273382" y="198810"/>
                </a:cubicBezTo>
                <a:lnTo>
                  <a:pt x="4272114" y="218372"/>
                </a:lnTo>
                <a:lnTo>
                  <a:pt x="4302946" y="218372"/>
                </a:lnTo>
                <a:lnTo>
                  <a:pt x="4345964" y="90946"/>
                </a:lnTo>
                <a:lnTo>
                  <a:pt x="4350088" y="218372"/>
                </a:lnTo>
                <a:lnTo>
                  <a:pt x="4366405" y="218372"/>
                </a:lnTo>
                <a:lnTo>
                  <a:pt x="4367606" y="206239"/>
                </a:lnTo>
                <a:cubicBezTo>
                  <a:pt x="4372303" y="167145"/>
                  <a:pt x="4379347" y="128402"/>
                  <a:pt x="4379347" y="128402"/>
                </a:cubicBezTo>
                <a:cubicBezTo>
                  <a:pt x="4379347" y="128402"/>
                  <a:pt x="4387282" y="167106"/>
                  <a:pt x="4397499" y="205264"/>
                </a:cubicBezTo>
                <a:lnTo>
                  <a:pt x="4401285" y="218372"/>
                </a:lnTo>
                <a:lnTo>
                  <a:pt x="4457415" y="218372"/>
                </a:lnTo>
                <a:lnTo>
                  <a:pt x="4459442" y="209438"/>
                </a:lnTo>
                <a:cubicBezTo>
                  <a:pt x="4463505" y="192622"/>
                  <a:pt x="4470550" y="170423"/>
                  <a:pt x="4479054" y="148730"/>
                </a:cubicBezTo>
                <a:cubicBezTo>
                  <a:pt x="4488003" y="127036"/>
                  <a:pt x="4498349" y="105812"/>
                  <a:pt x="4507296" y="90284"/>
                </a:cubicBezTo>
                <a:cubicBezTo>
                  <a:pt x="4511422" y="82441"/>
                  <a:pt x="4515738" y="76082"/>
                  <a:pt x="4518340" y="71595"/>
                </a:cubicBezTo>
                <a:cubicBezTo>
                  <a:pt x="4520751" y="67693"/>
                  <a:pt x="4522212" y="65235"/>
                  <a:pt x="4522592" y="64689"/>
                </a:cubicBezTo>
                <a:cubicBezTo>
                  <a:pt x="4522465" y="65274"/>
                  <a:pt x="4521831" y="67888"/>
                  <a:pt x="4520816" y="72102"/>
                </a:cubicBezTo>
                <a:cubicBezTo>
                  <a:pt x="4519801" y="76901"/>
                  <a:pt x="4517705" y="83612"/>
                  <a:pt x="4516309" y="91844"/>
                </a:cubicBezTo>
                <a:cubicBezTo>
                  <a:pt x="4512882" y="108231"/>
                  <a:pt x="4510025" y="130119"/>
                  <a:pt x="4508629" y="151851"/>
                </a:cubicBezTo>
                <a:cubicBezTo>
                  <a:pt x="4507678" y="173661"/>
                  <a:pt x="4508249" y="195276"/>
                  <a:pt x="4509835" y="211428"/>
                </a:cubicBezTo>
                <a:lnTo>
                  <a:pt x="4510629" y="218372"/>
                </a:lnTo>
                <a:lnTo>
                  <a:pt x="4569056" y="218372"/>
                </a:lnTo>
                <a:lnTo>
                  <a:pt x="4576152" y="201907"/>
                </a:lnTo>
                <a:cubicBezTo>
                  <a:pt x="4580272" y="191947"/>
                  <a:pt x="4584489" y="181269"/>
                  <a:pt x="4588408" y="170501"/>
                </a:cubicBezTo>
                <a:cubicBezTo>
                  <a:pt x="4604401" y="127583"/>
                  <a:pt x="4615382" y="83495"/>
                  <a:pt x="4615382" y="83495"/>
                </a:cubicBezTo>
                <a:cubicBezTo>
                  <a:pt x="4615382" y="83495"/>
                  <a:pt x="4619379" y="128090"/>
                  <a:pt x="4618110" y="173193"/>
                </a:cubicBezTo>
                <a:cubicBezTo>
                  <a:pt x="4617872" y="184449"/>
                  <a:pt x="4617301" y="195722"/>
                  <a:pt x="4616578" y="206300"/>
                </a:cubicBezTo>
                <a:lnTo>
                  <a:pt x="4615559" y="218372"/>
                </a:lnTo>
                <a:lnTo>
                  <a:pt x="4674083" y="218372"/>
                </a:lnTo>
                <a:lnTo>
                  <a:pt x="4673897" y="215486"/>
                </a:lnTo>
                <a:cubicBezTo>
                  <a:pt x="4672755" y="196290"/>
                  <a:pt x="4672882" y="170696"/>
                  <a:pt x="4674469" y="145335"/>
                </a:cubicBezTo>
                <a:cubicBezTo>
                  <a:pt x="4676436" y="119935"/>
                  <a:pt x="4679927" y="94770"/>
                  <a:pt x="4683734" y="76043"/>
                </a:cubicBezTo>
                <a:cubicBezTo>
                  <a:pt x="4685258" y="66679"/>
                  <a:pt x="4687479" y="58914"/>
                  <a:pt x="4688623" y="53452"/>
                </a:cubicBezTo>
                <a:cubicBezTo>
                  <a:pt x="4689827" y="48029"/>
                  <a:pt x="4690525" y="44947"/>
                  <a:pt x="4690525" y="44947"/>
                </a:cubicBezTo>
                <a:cubicBezTo>
                  <a:pt x="4690525" y="44947"/>
                  <a:pt x="4690780" y="48068"/>
                  <a:pt x="4691161" y="53569"/>
                </a:cubicBezTo>
                <a:cubicBezTo>
                  <a:pt x="4691668" y="59071"/>
                  <a:pt x="4691795" y="66874"/>
                  <a:pt x="4693064" y="76237"/>
                </a:cubicBezTo>
                <a:cubicBezTo>
                  <a:pt x="4694841" y="94965"/>
                  <a:pt x="4698903" y="119741"/>
                  <a:pt x="4704299" y="144282"/>
                </a:cubicBezTo>
                <a:cubicBezTo>
                  <a:pt x="4710200" y="168784"/>
                  <a:pt x="4717372" y="192935"/>
                  <a:pt x="4723973" y="210843"/>
                </a:cubicBezTo>
                <a:lnTo>
                  <a:pt x="4726805" y="218372"/>
                </a:lnTo>
                <a:lnTo>
                  <a:pt x="4769623" y="218372"/>
                </a:lnTo>
                <a:lnTo>
                  <a:pt x="4778300" y="195393"/>
                </a:lnTo>
                <a:cubicBezTo>
                  <a:pt x="4793278" y="161020"/>
                  <a:pt x="4813651" y="128597"/>
                  <a:pt x="4813651" y="128597"/>
                </a:cubicBezTo>
                <a:cubicBezTo>
                  <a:pt x="4813651" y="128597"/>
                  <a:pt x="4807750" y="163712"/>
                  <a:pt x="4807939" y="198436"/>
                </a:cubicBezTo>
                <a:lnTo>
                  <a:pt x="4808877" y="218372"/>
                </a:lnTo>
                <a:lnTo>
                  <a:pt x="4824571" y="218372"/>
                </a:lnTo>
                <a:lnTo>
                  <a:pt x="4825870" y="212982"/>
                </a:lnTo>
                <a:cubicBezTo>
                  <a:pt x="4829404" y="198138"/>
                  <a:pt x="4837293" y="164180"/>
                  <a:pt x="4843863" y="130002"/>
                </a:cubicBezTo>
                <a:cubicBezTo>
                  <a:pt x="4852748" y="84431"/>
                  <a:pt x="4859284" y="38509"/>
                  <a:pt x="4859284" y="38509"/>
                </a:cubicBezTo>
                <a:cubicBezTo>
                  <a:pt x="4859284" y="38509"/>
                  <a:pt x="4861125" y="48575"/>
                  <a:pt x="4863791" y="64025"/>
                </a:cubicBezTo>
                <a:cubicBezTo>
                  <a:pt x="4860300" y="41552"/>
                  <a:pt x="4857380" y="25985"/>
                  <a:pt x="4857380" y="25985"/>
                </a:cubicBezTo>
                <a:cubicBezTo>
                  <a:pt x="4857380" y="25985"/>
                  <a:pt x="4881498" y="74521"/>
                  <a:pt x="4901617" y="124188"/>
                </a:cubicBezTo>
                <a:cubicBezTo>
                  <a:pt x="4916849" y="161381"/>
                  <a:pt x="4929797" y="199143"/>
                  <a:pt x="4935318" y="215700"/>
                </a:cubicBezTo>
                <a:lnTo>
                  <a:pt x="4936197" y="218372"/>
                </a:lnTo>
                <a:lnTo>
                  <a:pt x="4964971" y="218372"/>
                </a:lnTo>
                <a:lnTo>
                  <a:pt x="4966060" y="193476"/>
                </a:lnTo>
                <a:cubicBezTo>
                  <a:pt x="4967226" y="171778"/>
                  <a:pt x="4969304" y="142897"/>
                  <a:pt x="4972953" y="114161"/>
                </a:cubicBezTo>
                <a:cubicBezTo>
                  <a:pt x="4979681" y="56652"/>
                  <a:pt x="4992565" y="0"/>
                  <a:pt x="4992565" y="0"/>
                </a:cubicBezTo>
                <a:cubicBezTo>
                  <a:pt x="4992565" y="0"/>
                  <a:pt x="4994596" y="57354"/>
                  <a:pt x="5002846" y="114044"/>
                </a:cubicBezTo>
                <a:cubicBezTo>
                  <a:pt x="5008654" y="156620"/>
                  <a:pt x="5017853" y="198692"/>
                  <a:pt x="5022089" y="217067"/>
                </a:cubicBezTo>
                <a:lnTo>
                  <a:pt x="5022398" y="218372"/>
                </a:lnTo>
                <a:lnTo>
                  <a:pt x="5062234" y="218372"/>
                </a:lnTo>
                <a:lnTo>
                  <a:pt x="5063332" y="213925"/>
                </a:lnTo>
                <a:cubicBezTo>
                  <a:pt x="5064474" y="208697"/>
                  <a:pt x="5066758" y="201206"/>
                  <a:pt x="5068344" y="192155"/>
                </a:cubicBezTo>
                <a:cubicBezTo>
                  <a:pt x="5072279" y="174051"/>
                  <a:pt x="5075706" y="149705"/>
                  <a:pt x="5077547" y="125086"/>
                </a:cubicBezTo>
                <a:cubicBezTo>
                  <a:pt x="5078816" y="100506"/>
                  <a:pt x="5078499" y="75730"/>
                  <a:pt x="5076786" y="57120"/>
                </a:cubicBezTo>
                <a:cubicBezTo>
                  <a:pt x="5076341" y="47756"/>
                  <a:pt x="5074881" y="40070"/>
                  <a:pt x="5074374" y="34607"/>
                </a:cubicBezTo>
                <a:cubicBezTo>
                  <a:pt x="5073739" y="29145"/>
                  <a:pt x="5073359" y="26024"/>
                  <a:pt x="5073359" y="26024"/>
                </a:cubicBezTo>
                <a:cubicBezTo>
                  <a:pt x="5073359" y="26024"/>
                  <a:pt x="5074628" y="29028"/>
                  <a:pt x="5076912" y="34256"/>
                </a:cubicBezTo>
                <a:cubicBezTo>
                  <a:pt x="5079008" y="39524"/>
                  <a:pt x="5082751" y="46975"/>
                  <a:pt x="5086053" y="56105"/>
                </a:cubicBezTo>
                <a:cubicBezTo>
                  <a:pt x="5093287" y="74248"/>
                  <a:pt x="5101158" y="98867"/>
                  <a:pt x="5107376" y="123837"/>
                </a:cubicBezTo>
                <a:cubicBezTo>
                  <a:pt x="5113088" y="148846"/>
                  <a:pt x="5117214" y="174246"/>
                  <a:pt x="5118801" y="193364"/>
                </a:cubicBezTo>
                <a:cubicBezTo>
                  <a:pt x="5120007" y="202962"/>
                  <a:pt x="5120007" y="210921"/>
                  <a:pt x="5120451" y="216539"/>
                </a:cubicBezTo>
                <a:lnTo>
                  <a:pt x="5120556" y="218372"/>
                </a:lnTo>
                <a:lnTo>
                  <a:pt x="5135777" y="218372"/>
                </a:lnTo>
                <a:lnTo>
                  <a:pt x="5138159" y="211546"/>
                </a:lnTo>
                <a:cubicBezTo>
                  <a:pt x="5144822" y="195159"/>
                  <a:pt x="5152755" y="179123"/>
                  <a:pt x="5159229" y="167301"/>
                </a:cubicBezTo>
                <a:cubicBezTo>
                  <a:pt x="5165639" y="155440"/>
                  <a:pt x="5170399" y="147754"/>
                  <a:pt x="5170399" y="147754"/>
                </a:cubicBezTo>
                <a:cubicBezTo>
                  <a:pt x="5170399" y="147754"/>
                  <a:pt x="5165830" y="181191"/>
                  <a:pt x="5167860" y="214081"/>
                </a:cubicBezTo>
                <a:lnTo>
                  <a:pt x="5168316" y="218372"/>
                </a:lnTo>
                <a:lnTo>
                  <a:pt x="5187343" y="218372"/>
                </a:lnTo>
                <a:lnTo>
                  <a:pt x="5224219" y="44869"/>
                </a:lnTo>
                <a:lnTo>
                  <a:pt x="5238944" y="207175"/>
                </a:lnTo>
                <a:cubicBezTo>
                  <a:pt x="5241039" y="200348"/>
                  <a:pt x="5243259" y="193325"/>
                  <a:pt x="5245608" y="186302"/>
                </a:cubicBezTo>
                <a:cubicBezTo>
                  <a:pt x="5258047" y="147325"/>
                  <a:pt x="5273660" y="109128"/>
                  <a:pt x="5273660" y="109128"/>
                </a:cubicBezTo>
                <a:cubicBezTo>
                  <a:pt x="5273660" y="109128"/>
                  <a:pt x="5272898" y="148808"/>
                  <a:pt x="5275374" y="188136"/>
                </a:cubicBezTo>
                <a:lnTo>
                  <a:pt x="5277877" y="218372"/>
                </a:lnTo>
                <a:lnTo>
                  <a:pt x="5313344" y="218372"/>
                </a:lnTo>
                <a:lnTo>
                  <a:pt x="5313796" y="217027"/>
                </a:lnTo>
                <a:cubicBezTo>
                  <a:pt x="5318214" y="203254"/>
                  <a:pt x="5323640" y="184780"/>
                  <a:pt x="5327670" y="165974"/>
                </a:cubicBezTo>
                <a:cubicBezTo>
                  <a:pt x="5335984" y="128441"/>
                  <a:pt x="5338396" y="89932"/>
                  <a:pt x="5338396" y="89932"/>
                </a:cubicBezTo>
                <a:cubicBezTo>
                  <a:pt x="5338396" y="89932"/>
                  <a:pt x="5350962" y="127466"/>
                  <a:pt x="5357563" y="166209"/>
                </a:cubicBezTo>
                <a:cubicBezTo>
                  <a:pt x="5360451" y="182166"/>
                  <a:pt x="5362292" y="198261"/>
                  <a:pt x="5363466" y="211663"/>
                </a:cubicBezTo>
                <a:lnTo>
                  <a:pt x="5363961" y="218372"/>
                </a:lnTo>
                <a:lnTo>
                  <a:pt x="5366689" y="218372"/>
                </a:lnTo>
                <a:lnTo>
                  <a:pt x="5366838" y="216393"/>
                </a:lnTo>
                <a:cubicBezTo>
                  <a:pt x="5367195" y="212706"/>
                  <a:pt x="5367464" y="210609"/>
                  <a:pt x="5367464" y="210609"/>
                </a:cubicBezTo>
                <a:cubicBezTo>
                  <a:pt x="5367464" y="210609"/>
                  <a:pt x="5371464" y="176860"/>
                  <a:pt x="5383521" y="144945"/>
                </a:cubicBezTo>
                <a:cubicBezTo>
                  <a:pt x="5389614" y="128948"/>
                  <a:pt x="5396850" y="113420"/>
                  <a:pt x="5403260" y="102067"/>
                </a:cubicBezTo>
                <a:cubicBezTo>
                  <a:pt x="5409606" y="90713"/>
                  <a:pt x="5414303" y="83378"/>
                  <a:pt x="5414303" y="83378"/>
                </a:cubicBezTo>
                <a:cubicBezTo>
                  <a:pt x="5414303" y="83378"/>
                  <a:pt x="5409733" y="115527"/>
                  <a:pt x="5413351" y="146779"/>
                </a:cubicBezTo>
                <a:cubicBezTo>
                  <a:pt x="5415191" y="162424"/>
                  <a:pt x="5418175" y="177797"/>
                  <a:pt x="5421411" y="189150"/>
                </a:cubicBezTo>
                <a:cubicBezTo>
                  <a:pt x="5424584" y="200504"/>
                  <a:pt x="5427187" y="207917"/>
                  <a:pt x="5427187" y="207917"/>
                </a:cubicBezTo>
                <a:cubicBezTo>
                  <a:pt x="5427187" y="207917"/>
                  <a:pt x="5427785" y="209660"/>
                  <a:pt x="5428935" y="212690"/>
                </a:cubicBezTo>
                <a:lnTo>
                  <a:pt x="5431232" y="218372"/>
                </a:lnTo>
                <a:lnTo>
                  <a:pt x="5472367" y="218372"/>
                </a:lnTo>
                <a:lnTo>
                  <a:pt x="5473010" y="216813"/>
                </a:lnTo>
                <a:cubicBezTo>
                  <a:pt x="5473010" y="216813"/>
                  <a:pt x="5484434" y="188955"/>
                  <a:pt x="5493509" y="160356"/>
                </a:cubicBezTo>
                <a:cubicBezTo>
                  <a:pt x="5502712" y="131874"/>
                  <a:pt x="5509440" y="102730"/>
                  <a:pt x="5509440" y="102730"/>
                </a:cubicBezTo>
                <a:cubicBezTo>
                  <a:pt x="5509440" y="102730"/>
                  <a:pt x="5517627" y="131641"/>
                  <a:pt x="5523402" y="161176"/>
                </a:cubicBezTo>
                <a:cubicBezTo>
                  <a:pt x="5527830" y="183269"/>
                  <a:pt x="5530793" y="205647"/>
                  <a:pt x="5531998" y="215455"/>
                </a:cubicBezTo>
                <a:lnTo>
                  <a:pt x="5532342" y="218372"/>
                </a:lnTo>
                <a:lnTo>
                  <a:pt x="5535689" y="218372"/>
                </a:lnTo>
                <a:lnTo>
                  <a:pt x="5537834" y="213428"/>
                </a:lnTo>
                <a:cubicBezTo>
                  <a:pt x="5538936" y="210814"/>
                  <a:pt x="5539523" y="209361"/>
                  <a:pt x="5539523" y="209361"/>
                </a:cubicBezTo>
                <a:cubicBezTo>
                  <a:pt x="5539523" y="209361"/>
                  <a:pt x="5556024" y="169681"/>
                  <a:pt x="5566179" y="128441"/>
                </a:cubicBezTo>
                <a:cubicBezTo>
                  <a:pt x="5576651" y="87358"/>
                  <a:pt x="5580460" y="45064"/>
                  <a:pt x="5580460" y="45064"/>
                </a:cubicBezTo>
                <a:cubicBezTo>
                  <a:pt x="5580460" y="45064"/>
                  <a:pt x="5591629" y="86655"/>
                  <a:pt x="5596072" y="129417"/>
                </a:cubicBezTo>
                <a:cubicBezTo>
                  <a:pt x="5600832" y="172061"/>
                  <a:pt x="5598738" y="215408"/>
                  <a:pt x="5598738" y="215408"/>
                </a:cubicBezTo>
                <a:lnTo>
                  <a:pt x="5598560" y="218372"/>
                </a:lnTo>
                <a:lnTo>
                  <a:pt x="5599732" y="218372"/>
                </a:lnTo>
                <a:lnTo>
                  <a:pt x="5606941" y="196071"/>
                </a:lnTo>
                <a:cubicBezTo>
                  <a:pt x="5610384" y="185854"/>
                  <a:pt x="5614319" y="174675"/>
                  <a:pt x="5618539" y="163555"/>
                </a:cubicBezTo>
                <a:cubicBezTo>
                  <a:pt x="5632566" y="126218"/>
                  <a:pt x="5649765" y="89854"/>
                  <a:pt x="5649765" y="89854"/>
                </a:cubicBezTo>
                <a:cubicBezTo>
                  <a:pt x="5649765" y="89854"/>
                  <a:pt x="5647290" y="128090"/>
                  <a:pt x="5648242" y="166014"/>
                </a:cubicBezTo>
                <a:cubicBezTo>
                  <a:pt x="5648655" y="184995"/>
                  <a:pt x="5649892" y="203869"/>
                  <a:pt x="5651027" y="217998"/>
                </a:cubicBezTo>
                <a:lnTo>
                  <a:pt x="5651060" y="218372"/>
                </a:lnTo>
                <a:lnTo>
                  <a:pt x="5700101" y="218372"/>
                </a:lnTo>
                <a:lnTo>
                  <a:pt x="5701852" y="212027"/>
                </a:lnTo>
                <a:cubicBezTo>
                  <a:pt x="5703066" y="207407"/>
                  <a:pt x="5703712" y="204757"/>
                  <a:pt x="5703712" y="204757"/>
                </a:cubicBezTo>
                <a:cubicBezTo>
                  <a:pt x="5703712" y="204757"/>
                  <a:pt x="5714438" y="162424"/>
                  <a:pt x="5719643" y="119117"/>
                </a:cubicBezTo>
                <a:cubicBezTo>
                  <a:pt x="5725164" y="75926"/>
                  <a:pt x="5725164" y="32110"/>
                  <a:pt x="5725164" y="32110"/>
                </a:cubicBezTo>
                <a:cubicBezTo>
                  <a:pt x="5725164" y="32110"/>
                  <a:pt x="5740078" y="74677"/>
                  <a:pt x="5749535" y="118453"/>
                </a:cubicBezTo>
                <a:cubicBezTo>
                  <a:pt x="5759309" y="162151"/>
                  <a:pt x="5763498" y="206708"/>
                  <a:pt x="5763498" y="206708"/>
                </a:cubicBezTo>
                <a:cubicBezTo>
                  <a:pt x="5763498" y="206708"/>
                  <a:pt x="5763661" y="208288"/>
                  <a:pt x="5763916" y="211154"/>
                </a:cubicBezTo>
                <a:lnTo>
                  <a:pt x="5764492" y="218372"/>
                </a:lnTo>
                <a:lnTo>
                  <a:pt x="5781430" y="218372"/>
                </a:lnTo>
                <a:lnTo>
                  <a:pt x="5793518" y="175182"/>
                </a:lnTo>
                <a:cubicBezTo>
                  <a:pt x="5803164" y="136127"/>
                  <a:pt x="5808877" y="96331"/>
                  <a:pt x="5808877" y="96331"/>
                </a:cubicBezTo>
                <a:cubicBezTo>
                  <a:pt x="5808877" y="96331"/>
                  <a:pt x="5818143" y="135776"/>
                  <a:pt x="5823410" y="175923"/>
                </a:cubicBezTo>
                <a:cubicBezTo>
                  <a:pt x="5824791" y="185951"/>
                  <a:pt x="5825913" y="196012"/>
                  <a:pt x="5826821" y="205464"/>
                </a:cubicBezTo>
                <a:lnTo>
                  <a:pt x="5827878" y="218372"/>
                </a:lnTo>
                <a:lnTo>
                  <a:pt x="5854340" y="218372"/>
                </a:lnTo>
                <a:lnTo>
                  <a:pt x="5860856" y="206122"/>
                </a:lnTo>
                <a:cubicBezTo>
                  <a:pt x="5868472" y="192193"/>
                  <a:pt x="5880023" y="174051"/>
                  <a:pt x="5892590" y="156454"/>
                </a:cubicBezTo>
                <a:cubicBezTo>
                  <a:pt x="5905600" y="138975"/>
                  <a:pt x="5919690" y="122043"/>
                  <a:pt x="5931114" y="109830"/>
                </a:cubicBezTo>
                <a:cubicBezTo>
                  <a:pt x="5941713" y="98438"/>
                  <a:pt x="5949456" y="90830"/>
                  <a:pt x="5950535" y="89815"/>
                </a:cubicBezTo>
                <a:cubicBezTo>
                  <a:pt x="5949393" y="91961"/>
                  <a:pt x="5931052" y="127193"/>
                  <a:pt x="5920896" y="163088"/>
                </a:cubicBezTo>
                <a:cubicBezTo>
                  <a:pt x="5915693" y="181659"/>
                  <a:pt x="5911820" y="200192"/>
                  <a:pt x="5909979" y="214121"/>
                </a:cubicBezTo>
                <a:lnTo>
                  <a:pt x="5909469" y="218372"/>
                </a:lnTo>
                <a:lnTo>
                  <a:pt x="5930597" y="218372"/>
                </a:lnTo>
                <a:lnTo>
                  <a:pt x="5979984" y="141356"/>
                </a:lnTo>
                <a:lnTo>
                  <a:pt x="5969615" y="218372"/>
                </a:lnTo>
                <a:lnTo>
                  <a:pt x="5990637" y="218372"/>
                </a:lnTo>
                <a:lnTo>
                  <a:pt x="5993946" y="199763"/>
                </a:lnTo>
                <a:cubicBezTo>
                  <a:pt x="5996421" y="181971"/>
                  <a:pt x="5999150" y="158093"/>
                  <a:pt x="5998579" y="134099"/>
                </a:cubicBezTo>
                <a:cubicBezTo>
                  <a:pt x="5997754" y="110221"/>
                  <a:pt x="5995152" y="85992"/>
                  <a:pt x="5989757" y="68240"/>
                </a:cubicBezTo>
                <a:cubicBezTo>
                  <a:pt x="5987853" y="59149"/>
                  <a:pt x="5984554" y="51930"/>
                  <a:pt x="5982903" y="46703"/>
                </a:cubicBezTo>
                <a:cubicBezTo>
                  <a:pt x="5981253" y="42137"/>
                  <a:pt x="5980237" y="39289"/>
                  <a:pt x="5980047" y="38665"/>
                </a:cubicBezTo>
                <a:cubicBezTo>
                  <a:pt x="5980555" y="39329"/>
                  <a:pt x="5982332" y="41943"/>
                  <a:pt x="5985315" y="46078"/>
                </a:cubicBezTo>
                <a:cubicBezTo>
                  <a:pt x="5988552" y="50955"/>
                  <a:pt x="5994073" y="57744"/>
                  <a:pt x="5998706" y="66445"/>
                </a:cubicBezTo>
                <a:cubicBezTo>
                  <a:pt x="6009623" y="83456"/>
                  <a:pt x="6019842" y="107334"/>
                  <a:pt x="6028282" y="131680"/>
                </a:cubicBezTo>
                <a:cubicBezTo>
                  <a:pt x="6032851" y="145179"/>
                  <a:pt x="6036279" y="158757"/>
                  <a:pt x="6039071" y="171437"/>
                </a:cubicBezTo>
                <a:cubicBezTo>
                  <a:pt x="6039642" y="168082"/>
                  <a:pt x="6040214" y="164726"/>
                  <a:pt x="6040848" y="161332"/>
                </a:cubicBezTo>
                <a:cubicBezTo>
                  <a:pt x="6045862" y="138741"/>
                  <a:pt x="6052463" y="116502"/>
                  <a:pt x="6058746" y="100155"/>
                </a:cubicBezTo>
                <a:cubicBezTo>
                  <a:pt x="6061539" y="91922"/>
                  <a:pt x="6064839" y="85211"/>
                  <a:pt x="6066679" y="80452"/>
                </a:cubicBezTo>
                <a:cubicBezTo>
                  <a:pt x="6068710" y="75730"/>
                  <a:pt x="6069789" y="73038"/>
                  <a:pt x="6069789" y="73038"/>
                </a:cubicBezTo>
                <a:cubicBezTo>
                  <a:pt x="6069789" y="73038"/>
                  <a:pt x="6069599" y="75848"/>
                  <a:pt x="6069218" y="80764"/>
                </a:cubicBezTo>
                <a:cubicBezTo>
                  <a:pt x="6069028" y="85679"/>
                  <a:pt x="6068012" y="92625"/>
                  <a:pt x="6068012" y="101013"/>
                </a:cubicBezTo>
                <a:cubicBezTo>
                  <a:pt x="6067314" y="117751"/>
                  <a:pt x="6068266" y="139990"/>
                  <a:pt x="6070806" y="161956"/>
                </a:cubicBezTo>
                <a:cubicBezTo>
                  <a:pt x="6072297" y="172959"/>
                  <a:pt x="6074201" y="183873"/>
                  <a:pt x="6076319" y="194042"/>
                </a:cubicBezTo>
                <a:lnTo>
                  <a:pt x="6082310" y="218372"/>
                </a:lnTo>
                <a:lnTo>
                  <a:pt x="6118430" y="218372"/>
                </a:lnTo>
                <a:lnTo>
                  <a:pt x="6108060" y="141356"/>
                </a:lnTo>
                <a:lnTo>
                  <a:pt x="6157447" y="218372"/>
                </a:lnTo>
                <a:lnTo>
                  <a:pt x="6178574" y="218372"/>
                </a:lnTo>
                <a:lnTo>
                  <a:pt x="6178064" y="214121"/>
                </a:lnTo>
                <a:cubicBezTo>
                  <a:pt x="6176160" y="200192"/>
                  <a:pt x="6172288" y="181659"/>
                  <a:pt x="6167084" y="163088"/>
                </a:cubicBezTo>
                <a:cubicBezTo>
                  <a:pt x="6156930" y="127193"/>
                  <a:pt x="6138651" y="91961"/>
                  <a:pt x="6137509" y="89815"/>
                </a:cubicBezTo>
                <a:cubicBezTo>
                  <a:pt x="6138587" y="90830"/>
                  <a:pt x="6146330" y="98438"/>
                  <a:pt x="6156866" y="109830"/>
                </a:cubicBezTo>
                <a:cubicBezTo>
                  <a:pt x="6168353" y="122043"/>
                  <a:pt x="6182379" y="138975"/>
                  <a:pt x="6195390" y="156454"/>
                </a:cubicBezTo>
                <a:cubicBezTo>
                  <a:pt x="6208020" y="174051"/>
                  <a:pt x="6219508" y="192193"/>
                  <a:pt x="6227124" y="206122"/>
                </a:cubicBezTo>
                <a:lnTo>
                  <a:pt x="6233681" y="218372"/>
                </a:lnTo>
                <a:lnTo>
                  <a:pt x="6260148" y="218372"/>
                </a:lnTo>
                <a:lnTo>
                  <a:pt x="6261196" y="205464"/>
                </a:lnTo>
                <a:cubicBezTo>
                  <a:pt x="6262094" y="196012"/>
                  <a:pt x="6263205" y="185951"/>
                  <a:pt x="6264569" y="175923"/>
                </a:cubicBezTo>
                <a:cubicBezTo>
                  <a:pt x="6269837" y="135776"/>
                  <a:pt x="6279167" y="96331"/>
                  <a:pt x="6279167" y="96331"/>
                </a:cubicBezTo>
                <a:cubicBezTo>
                  <a:pt x="6279167" y="96331"/>
                  <a:pt x="6284815" y="136127"/>
                  <a:pt x="6294526" y="175182"/>
                </a:cubicBezTo>
                <a:lnTo>
                  <a:pt x="6306569" y="218372"/>
                </a:lnTo>
                <a:lnTo>
                  <a:pt x="6323511" y="218372"/>
                </a:lnTo>
                <a:lnTo>
                  <a:pt x="6324075" y="211154"/>
                </a:lnTo>
                <a:cubicBezTo>
                  <a:pt x="6324324" y="208288"/>
                  <a:pt x="6324482" y="206708"/>
                  <a:pt x="6324482" y="206708"/>
                </a:cubicBezTo>
                <a:cubicBezTo>
                  <a:pt x="6324482" y="206708"/>
                  <a:pt x="6328671" y="162151"/>
                  <a:pt x="6338445" y="118453"/>
                </a:cubicBezTo>
                <a:cubicBezTo>
                  <a:pt x="6347711" y="75770"/>
                  <a:pt x="6362118" y="34256"/>
                  <a:pt x="6362879" y="32188"/>
                </a:cubicBezTo>
                <a:cubicBezTo>
                  <a:pt x="6362879" y="34062"/>
                  <a:pt x="6362943" y="76901"/>
                  <a:pt x="6368401" y="119117"/>
                </a:cubicBezTo>
                <a:cubicBezTo>
                  <a:pt x="6373605" y="162424"/>
                  <a:pt x="6384268" y="204757"/>
                  <a:pt x="6384268" y="204757"/>
                </a:cubicBezTo>
                <a:cubicBezTo>
                  <a:pt x="6384268" y="204757"/>
                  <a:pt x="6384919" y="207407"/>
                  <a:pt x="6386138" y="212027"/>
                </a:cubicBezTo>
                <a:lnTo>
                  <a:pt x="6387896" y="218372"/>
                </a:lnTo>
                <a:lnTo>
                  <a:pt x="6436976" y="218372"/>
                </a:lnTo>
                <a:lnTo>
                  <a:pt x="6437009" y="217998"/>
                </a:lnTo>
                <a:cubicBezTo>
                  <a:pt x="6438136" y="203869"/>
                  <a:pt x="6439358" y="184995"/>
                  <a:pt x="6439738" y="166014"/>
                </a:cubicBezTo>
                <a:cubicBezTo>
                  <a:pt x="6440754" y="128090"/>
                  <a:pt x="6438278" y="89854"/>
                  <a:pt x="6438278" y="89854"/>
                </a:cubicBezTo>
                <a:cubicBezTo>
                  <a:pt x="6438278" y="89854"/>
                  <a:pt x="6455478" y="126218"/>
                  <a:pt x="6469441" y="163555"/>
                </a:cubicBezTo>
                <a:cubicBezTo>
                  <a:pt x="6473693" y="174675"/>
                  <a:pt x="6477628" y="185854"/>
                  <a:pt x="6481063" y="196071"/>
                </a:cubicBezTo>
                <a:lnTo>
                  <a:pt x="6488253" y="218372"/>
                </a:lnTo>
                <a:lnTo>
                  <a:pt x="6489459" y="218372"/>
                </a:lnTo>
                <a:lnTo>
                  <a:pt x="6489306" y="215408"/>
                </a:lnTo>
                <a:cubicBezTo>
                  <a:pt x="6489306" y="215408"/>
                  <a:pt x="6487148" y="172061"/>
                  <a:pt x="6491971" y="129417"/>
                </a:cubicBezTo>
                <a:cubicBezTo>
                  <a:pt x="6496351" y="86655"/>
                  <a:pt x="6507584" y="45064"/>
                  <a:pt x="6507584" y="45064"/>
                </a:cubicBezTo>
                <a:cubicBezTo>
                  <a:pt x="6507584" y="45064"/>
                  <a:pt x="6511392" y="87358"/>
                  <a:pt x="6521864" y="128441"/>
                </a:cubicBezTo>
                <a:cubicBezTo>
                  <a:pt x="6531956" y="169681"/>
                  <a:pt x="6548457" y="209361"/>
                  <a:pt x="6548457" y="209361"/>
                </a:cubicBezTo>
                <a:cubicBezTo>
                  <a:pt x="6548457" y="209361"/>
                  <a:pt x="6549060" y="210814"/>
                  <a:pt x="6550179" y="213428"/>
                </a:cubicBezTo>
                <a:lnTo>
                  <a:pt x="6552337" y="218372"/>
                </a:lnTo>
                <a:lnTo>
                  <a:pt x="6555643" y="218372"/>
                </a:lnTo>
                <a:lnTo>
                  <a:pt x="6555993" y="215455"/>
                </a:lnTo>
                <a:cubicBezTo>
                  <a:pt x="6557216" y="205647"/>
                  <a:pt x="6560215" y="183269"/>
                  <a:pt x="6564641" y="161176"/>
                </a:cubicBezTo>
                <a:cubicBezTo>
                  <a:pt x="6570353" y="131641"/>
                  <a:pt x="6578604" y="102730"/>
                  <a:pt x="6578604" y="102730"/>
                </a:cubicBezTo>
                <a:cubicBezTo>
                  <a:pt x="6578604" y="102730"/>
                  <a:pt x="6585331" y="131874"/>
                  <a:pt x="6594534" y="160356"/>
                </a:cubicBezTo>
                <a:cubicBezTo>
                  <a:pt x="6603546" y="188955"/>
                  <a:pt x="6614970" y="216813"/>
                  <a:pt x="6614970" y="216813"/>
                </a:cubicBezTo>
                <a:lnTo>
                  <a:pt x="6615614" y="218372"/>
                </a:lnTo>
                <a:lnTo>
                  <a:pt x="6656796" y="218372"/>
                </a:lnTo>
                <a:lnTo>
                  <a:pt x="6659100" y="212690"/>
                </a:lnTo>
                <a:cubicBezTo>
                  <a:pt x="6660254" y="209660"/>
                  <a:pt x="6660857" y="207917"/>
                  <a:pt x="6660857" y="207917"/>
                </a:cubicBezTo>
                <a:cubicBezTo>
                  <a:pt x="6660857" y="207917"/>
                  <a:pt x="6663459" y="200504"/>
                  <a:pt x="6666633" y="189150"/>
                </a:cubicBezTo>
                <a:cubicBezTo>
                  <a:pt x="6669806" y="177797"/>
                  <a:pt x="6672852" y="162424"/>
                  <a:pt x="6674693" y="146779"/>
                </a:cubicBezTo>
                <a:cubicBezTo>
                  <a:pt x="6678310" y="115527"/>
                  <a:pt x="6673741" y="83378"/>
                  <a:pt x="6673741" y="83378"/>
                </a:cubicBezTo>
                <a:cubicBezTo>
                  <a:pt x="6673741" y="83378"/>
                  <a:pt x="6678437" y="90713"/>
                  <a:pt x="6684784" y="102067"/>
                </a:cubicBezTo>
                <a:cubicBezTo>
                  <a:pt x="6691194" y="113420"/>
                  <a:pt x="6698430" y="128948"/>
                  <a:pt x="6704522" y="144945"/>
                </a:cubicBezTo>
                <a:cubicBezTo>
                  <a:pt x="6716581" y="176860"/>
                  <a:pt x="6720579" y="210609"/>
                  <a:pt x="6720579" y="210609"/>
                </a:cubicBezTo>
                <a:cubicBezTo>
                  <a:pt x="6720579" y="210609"/>
                  <a:pt x="6720849" y="212706"/>
                  <a:pt x="6721206" y="216393"/>
                </a:cubicBezTo>
                <a:lnTo>
                  <a:pt x="6721355" y="218372"/>
                </a:lnTo>
                <a:lnTo>
                  <a:pt x="6724058" y="218372"/>
                </a:lnTo>
                <a:lnTo>
                  <a:pt x="6724555" y="211663"/>
                </a:lnTo>
                <a:cubicBezTo>
                  <a:pt x="6725737" y="198261"/>
                  <a:pt x="6727593" y="182166"/>
                  <a:pt x="6730480" y="166209"/>
                </a:cubicBezTo>
                <a:cubicBezTo>
                  <a:pt x="6737081" y="127466"/>
                  <a:pt x="6749583" y="89932"/>
                  <a:pt x="6749583" y="89932"/>
                </a:cubicBezTo>
                <a:cubicBezTo>
                  <a:pt x="6749583" y="89932"/>
                  <a:pt x="6751995" y="128441"/>
                  <a:pt x="6760373" y="165974"/>
                </a:cubicBezTo>
                <a:cubicBezTo>
                  <a:pt x="6764372" y="184780"/>
                  <a:pt x="6769782" y="203254"/>
                  <a:pt x="6774193" y="217027"/>
                </a:cubicBezTo>
                <a:lnTo>
                  <a:pt x="6774644" y="218372"/>
                </a:lnTo>
                <a:lnTo>
                  <a:pt x="6810105" y="218372"/>
                </a:lnTo>
                <a:lnTo>
                  <a:pt x="6812607" y="188136"/>
                </a:lnTo>
                <a:cubicBezTo>
                  <a:pt x="6815145" y="148808"/>
                  <a:pt x="6814320" y="109128"/>
                  <a:pt x="6814320" y="109128"/>
                </a:cubicBezTo>
                <a:cubicBezTo>
                  <a:pt x="6814320" y="109128"/>
                  <a:pt x="6829933" y="147325"/>
                  <a:pt x="6842436" y="186302"/>
                </a:cubicBezTo>
                <a:cubicBezTo>
                  <a:pt x="6844784" y="193325"/>
                  <a:pt x="6846942" y="200348"/>
                  <a:pt x="6849036" y="207175"/>
                </a:cubicBezTo>
                <a:lnTo>
                  <a:pt x="6863824" y="44869"/>
                </a:lnTo>
                <a:lnTo>
                  <a:pt x="6900702" y="218372"/>
                </a:lnTo>
                <a:lnTo>
                  <a:pt x="6919664" y="218372"/>
                </a:lnTo>
                <a:lnTo>
                  <a:pt x="6920119" y="214081"/>
                </a:lnTo>
                <a:cubicBezTo>
                  <a:pt x="6922151" y="181191"/>
                  <a:pt x="6917644" y="147754"/>
                  <a:pt x="6917644" y="147754"/>
                </a:cubicBezTo>
                <a:cubicBezTo>
                  <a:pt x="6917644" y="147754"/>
                  <a:pt x="6922404" y="155440"/>
                  <a:pt x="6928751" y="167301"/>
                </a:cubicBezTo>
                <a:cubicBezTo>
                  <a:pt x="6935288" y="179123"/>
                  <a:pt x="6943158" y="195159"/>
                  <a:pt x="6949822" y="211546"/>
                </a:cubicBezTo>
                <a:lnTo>
                  <a:pt x="6952204" y="218372"/>
                </a:lnTo>
                <a:lnTo>
                  <a:pt x="6967487" y="218372"/>
                </a:lnTo>
                <a:lnTo>
                  <a:pt x="6967592" y="216539"/>
                </a:lnTo>
                <a:cubicBezTo>
                  <a:pt x="6968037" y="210921"/>
                  <a:pt x="6968037" y="202962"/>
                  <a:pt x="6969179" y="193364"/>
                </a:cubicBezTo>
                <a:cubicBezTo>
                  <a:pt x="6970829" y="174246"/>
                  <a:pt x="6974891" y="148846"/>
                  <a:pt x="6980603" y="123837"/>
                </a:cubicBezTo>
                <a:cubicBezTo>
                  <a:pt x="6986886" y="98867"/>
                  <a:pt x="6994756" y="74248"/>
                  <a:pt x="7001992" y="56105"/>
                </a:cubicBezTo>
                <a:cubicBezTo>
                  <a:pt x="7005292" y="46975"/>
                  <a:pt x="7008973" y="39524"/>
                  <a:pt x="7011131" y="34256"/>
                </a:cubicBezTo>
                <a:cubicBezTo>
                  <a:pt x="7013352" y="29028"/>
                  <a:pt x="7014685" y="26024"/>
                  <a:pt x="7014685" y="26024"/>
                </a:cubicBezTo>
                <a:cubicBezTo>
                  <a:pt x="7014685" y="26024"/>
                  <a:pt x="7014305" y="29145"/>
                  <a:pt x="7013606" y="34607"/>
                </a:cubicBezTo>
                <a:cubicBezTo>
                  <a:pt x="7013098" y="40070"/>
                  <a:pt x="7011702" y="47756"/>
                  <a:pt x="7011258" y="57120"/>
                </a:cubicBezTo>
                <a:cubicBezTo>
                  <a:pt x="7009545" y="75730"/>
                  <a:pt x="7009227" y="100506"/>
                  <a:pt x="7010496" y="125086"/>
                </a:cubicBezTo>
                <a:cubicBezTo>
                  <a:pt x="7012337" y="149705"/>
                  <a:pt x="7015764" y="174051"/>
                  <a:pt x="7019636" y="192155"/>
                </a:cubicBezTo>
                <a:cubicBezTo>
                  <a:pt x="7021286" y="201206"/>
                  <a:pt x="7023571" y="208697"/>
                  <a:pt x="7024713" y="213925"/>
                </a:cubicBezTo>
                <a:lnTo>
                  <a:pt x="7025810" y="218372"/>
                </a:lnTo>
                <a:lnTo>
                  <a:pt x="7065645" y="218372"/>
                </a:lnTo>
                <a:lnTo>
                  <a:pt x="7065953" y="217067"/>
                </a:lnTo>
                <a:cubicBezTo>
                  <a:pt x="7070187" y="198692"/>
                  <a:pt x="7079374" y="156620"/>
                  <a:pt x="7085133" y="114044"/>
                </a:cubicBezTo>
                <a:cubicBezTo>
                  <a:pt x="7093384" y="57354"/>
                  <a:pt x="7095478" y="0"/>
                  <a:pt x="7095478" y="0"/>
                </a:cubicBezTo>
                <a:cubicBezTo>
                  <a:pt x="7095478" y="0"/>
                  <a:pt x="7108362" y="56652"/>
                  <a:pt x="7115090" y="114161"/>
                </a:cubicBezTo>
                <a:cubicBezTo>
                  <a:pt x="7118708" y="142897"/>
                  <a:pt x="7120770" y="171778"/>
                  <a:pt x="7121928" y="193476"/>
                </a:cubicBezTo>
                <a:lnTo>
                  <a:pt x="7123010" y="218372"/>
                </a:lnTo>
                <a:lnTo>
                  <a:pt x="7151790" y="218372"/>
                </a:lnTo>
                <a:lnTo>
                  <a:pt x="7152672" y="215700"/>
                </a:lnTo>
                <a:cubicBezTo>
                  <a:pt x="7158212" y="199143"/>
                  <a:pt x="7171195" y="161381"/>
                  <a:pt x="7186427" y="124188"/>
                </a:cubicBezTo>
                <a:cubicBezTo>
                  <a:pt x="7205784" y="76355"/>
                  <a:pt x="7228822" y="29574"/>
                  <a:pt x="7230536" y="26180"/>
                </a:cubicBezTo>
                <a:cubicBezTo>
                  <a:pt x="7230219" y="27936"/>
                  <a:pt x="7227870" y="41123"/>
                  <a:pt x="7224888" y="60007"/>
                </a:cubicBezTo>
                <a:cubicBezTo>
                  <a:pt x="7227172" y="46859"/>
                  <a:pt x="7228695" y="38509"/>
                  <a:pt x="7228695" y="38509"/>
                </a:cubicBezTo>
                <a:cubicBezTo>
                  <a:pt x="7228695" y="38509"/>
                  <a:pt x="7235296" y="84431"/>
                  <a:pt x="7244182" y="130002"/>
                </a:cubicBezTo>
                <a:cubicBezTo>
                  <a:pt x="7250751" y="164180"/>
                  <a:pt x="7258641" y="198138"/>
                  <a:pt x="7262175" y="212982"/>
                </a:cubicBezTo>
                <a:lnTo>
                  <a:pt x="7263474" y="218372"/>
                </a:lnTo>
                <a:lnTo>
                  <a:pt x="7279143" y="218372"/>
                </a:lnTo>
                <a:lnTo>
                  <a:pt x="7280104" y="198436"/>
                </a:lnTo>
                <a:cubicBezTo>
                  <a:pt x="7280294" y="163712"/>
                  <a:pt x="7274392" y="128597"/>
                  <a:pt x="7274392" y="128597"/>
                </a:cubicBezTo>
                <a:cubicBezTo>
                  <a:pt x="7274392" y="128597"/>
                  <a:pt x="7294765" y="161020"/>
                  <a:pt x="7309679" y="195393"/>
                </a:cubicBezTo>
                <a:lnTo>
                  <a:pt x="7318357" y="218372"/>
                </a:lnTo>
                <a:lnTo>
                  <a:pt x="7361240" y="218372"/>
                </a:lnTo>
                <a:lnTo>
                  <a:pt x="7364071" y="210843"/>
                </a:lnTo>
                <a:cubicBezTo>
                  <a:pt x="7370607" y="192935"/>
                  <a:pt x="7377843" y="168784"/>
                  <a:pt x="7383682" y="144282"/>
                </a:cubicBezTo>
                <a:cubicBezTo>
                  <a:pt x="7389076" y="119741"/>
                  <a:pt x="7393138" y="94965"/>
                  <a:pt x="7394979" y="76237"/>
                </a:cubicBezTo>
                <a:cubicBezTo>
                  <a:pt x="7396185" y="66874"/>
                  <a:pt x="7396375" y="59071"/>
                  <a:pt x="7396883" y="53569"/>
                </a:cubicBezTo>
                <a:cubicBezTo>
                  <a:pt x="7397264" y="48068"/>
                  <a:pt x="7397455" y="44947"/>
                  <a:pt x="7397455" y="44947"/>
                </a:cubicBezTo>
                <a:cubicBezTo>
                  <a:pt x="7397455" y="44947"/>
                  <a:pt x="7398153" y="48029"/>
                  <a:pt x="7399422" y="53452"/>
                </a:cubicBezTo>
                <a:cubicBezTo>
                  <a:pt x="7400564" y="58914"/>
                  <a:pt x="7402722" y="66679"/>
                  <a:pt x="7404309" y="76043"/>
                </a:cubicBezTo>
                <a:cubicBezTo>
                  <a:pt x="7408117" y="94770"/>
                  <a:pt x="7411544" y="119935"/>
                  <a:pt x="7413575" y="145335"/>
                </a:cubicBezTo>
                <a:cubicBezTo>
                  <a:pt x="7415161" y="170696"/>
                  <a:pt x="7415225" y="196290"/>
                  <a:pt x="7414083" y="215486"/>
                </a:cubicBezTo>
                <a:lnTo>
                  <a:pt x="7413918" y="218372"/>
                </a:lnTo>
                <a:lnTo>
                  <a:pt x="7472465" y="218372"/>
                </a:lnTo>
                <a:lnTo>
                  <a:pt x="7471455" y="206300"/>
                </a:lnTo>
                <a:cubicBezTo>
                  <a:pt x="7470738" y="195722"/>
                  <a:pt x="7470171" y="184449"/>
                  <a:pt x="7469933" y="173193"/>
                </a:cubicBezTo>
                <a:cubicBezTo>
                  <a:pt x="7468664" y="128090"/>
                  <a:pt x="7472663" y="83495"/>
                  <a:pt x="7472663" y="83495"/>
                </a:cubicBezTo>
                <a:cubicBezTo>
                  <a:pt x="7472663" y="83495"/>
                  <a:pt x="7483642" y="127583"/>
                  <a:pt x="7499573" y="170501"/>
                </a:cubicBezTo>
                <a:cubicBezTo>
                  <a:pt x="7503492" y="181269"/>
                  <a:pt x="7507713" y="191947"/>
                  <a:pt x="7511839" y="201907"/>
                </a:cubicBezTo>
                <a:lnTo>
                  <a:pt x="7518949" y="218372"/>
                </a:lnTo>
                <a:lnTo>
                  <a:pt x="7577392" y="218372"/>
                </a:lnTo>
                <a:lnTo>
                  <a:pt x="7578208" y="211428"/>
                </a:lnTo>
                <a:cubicBezTo>
                  <a:pt x="7579795" y="195276"/>
                  <a:pt x="7580302" y="173661"/>
                  <a:pt x="7579414" y="151851"/>
                </a:cubicBezTo>
                <a:cubicBezTo>
                  <a:pt x="7578018" y="130119"/>
                  <a:pt x="7575098" y="108231"/>
                  <a:pt x="7571671" y="91844"/>
                </a:cubicBezTo>
                <a:cubicBezTo>
                  <a:pt x="7570275" y="83612"/>
                  <a:pt x="7568244" y="76901"/>
                  <a:pt x="7567229" y="72102"/>
                </a:cubicBezTo>
                <a:cubicBezTo>
                  <a:pt x="7566213" y="67888"/>
                  <a:pt x="7565578" y="65274"/>
                  <a:pt x="7565451" y="64689"/>
                </a:cubicBezTo>
                <a:cubicBezTo>
                  <a:pt x="7565832" y="65235"/>
                  <a:pt x="7567292" y="67693"/>
                  <a:pt x="7569703" y="71595"/>
                </a:cubicBezTo>
                <a:cubicBezTo>
                  <a:pt x="7572306" y="76082"/>
                  <a:pt x="7576622" y="82441"/>
                  <a:pt x="7580747" y="90284"/>
                </a:cubicBezTo>
                <a:cubicBezTo>
                  <a:pt x="7589695" y="105812"/>
                  <a:pt x="7599977" y="127036"/>
                  <a:pt x="7608926" y="148730"/>
                </a:cubicBezTo>
                <a:cubicBezTo>
                  <a:pt x="7617430" y="170423"/>
                  <a:pt x="7624539" y="192622"/>
                  <a:pt x="7628601" y="209438"/>
                </a:cubicBezTo>
                <a:lnTo>
                  <a:pt x="7630630" y="218372"/>
                </a:lnTo>
                <a:lnTo>
                  <a:pt x="7686702" y="218372"/>
                </a:lnTo>
                <a:lnTo>
                  <a:pt x="7690481" y="205264"/>
                </a:lnTo>
                <a:cubicBezTo>
                  <a:pt x="7690799" y="204132"/>
                  <a:pt x="7691053" y="203040"/>
                  <a:pt x="7691370" y="201908"/>
                </a:cubicBezTo>
                <a:lnTo>
                  <a:pt x="7698148" y="218372"/>
                </a:lnTo>
                <a:lnTo>
                  <a:pt x="7838682" y="218372"/>
                </a:lnTo>
                <a:lnTo>
                  <a:pt x="7843881" y="165858"/>
                </a:lnTo>
                <a:cubicBezTo>
                  <a:pt x="7847832" y="176343"/>
                  <a:pt x="7851922" y="186731"/>
                  <a:pt x="7855834" y="196415"/>
                </a:cubicBezTo>
                <a:lnTo>
                  <a:pt x="7864912" y="218372"/>
                </a:lnTo>
                <a:lnTo>
                  <a:pt x="7949815" y="218372"/>
                </a:lnTo>
                <a:lnTo>
                  <a:pt x="7951965" y="212091"/>
                </a:lnTo>
                <a:lnTo>
                  <a:pt x="7954144" y="218372"/>
                </a:lnTo>
                <a:lnTo>
                  <a:pt x="8039018" y="218372"/>
                </a:lnTo>
                <a:lnTo>
                  <a:pt x="8048097" y="196415"/>
                </a:lnTo>
                <a:cubicBezTo>
                  <a:pt x="8052009" y="186731"/>
                  <a:pt x="8056099" y="176343"/>
                  <a:pt x="8060049" y="165858"/>
                </a:cubicBezTo>
                <a:lnTo>
                  <a:pt x="8065249" y="218372"/>
                </a:lnTo>
                <a:lnTo>
                  <a:pt x="8205783" y="218372"/>
                </a:lnTo>
                <a:lnTo>
                  <a:pt x="8212560" y="201908"/>
                </a:lnTo>
                <a:cubicBezTo>
                  <a:pt x="8212878" y="203040"/>
                  <a:pt x="8213131" y="204132"/>
                  <a:pt x="8213449" y="205264"/>
                </a:cubicBezTo>
                <a:lnTo>
                  <a:pt x="8217235" y="218372"/>
                </a:lnTo>
                <a:lnTo>
                  <a:pt x="8273329" y="218372"/>
                </a:lnTo>
                <a:lnTo>
                  <a:pt x="8275329" y="209438"/>
                </a:lnTo>
                <a:cubicBezTo>
                  <a:pt x="8279391" y="192622"/>
                  <a:pt x="8286499" y="170423"/>
                  <a:pt x="8295004" y="148730"/>
                </a:cubicBezTo>
                <a:cubicBezTo>
                  <a:pt x="8303953" y="127036"/>
                  <a:pt x="8314298" y="105812"/>
                  <a:pt x="8323183" y="90284"/>
                </a:cubicBezTo>
                <a:cubicBezTo>
                  <a:pt x="8327372" y="82441"/>
                  <a:pt x="8331624" y="76082"/>
                  <a:pt x="8334290" y="71595"/>
                </a:cubicBezTo>
                <a:cubicBezTo>
                  <a:pt x="8336702" y="67693"/>
                  <a:pt x="8338161" y="65235"/>
                  <a:pt x="8338478" y="64689"/>
                </a:cubicBezTo>
                <a:cubicBezTo>
                  <a:pt x="8338352" y="65274"/>
                  <a:pt x="8337780" y="67888"/>
                  <a:pt x="8336702" y="72102"/>
                </a:cubicBezTo>
                <a:cubicBezTo>
                  <a:pt x="8335686" y="76901"/>
                  <a:pt x="8333656" y="83612"/>
                  <a:pt x="8332259" y="91844"/>
                </a:cubicBezTo>
                <a:cubicBezTo>
                  <a:pt x="8328832" y="108231"/>
                  <a:pt x="8325975" y="130119"/>
                  <a:pt x="8324579" y="151851"/>
                </a:cubicBezTo>
                <a:cubicBezTo>
                  <a:pt x="8323627" y="173661"/>
                  <a:pt x="8324135" y="195276"/>
                  <a:pt x="8325785" y="211428"/>
                </a:cubicBezTo>
                <a:lnTo>
                  <a:pt x="8326579" y="218372"/>
                </a:lnTo>
                <a:lnTo>
                  <a:pt x="8385005" y="218372"/>
                </a:lnTo>
                <a:lnTo>
                  <a:pt x="8392101" y="201907"/>
                </a:lnTo>
                <a:cubicBezTo>
                  <a:pt x="8396222" y="191947"/>
                  <a:pt x="8400438" y="181269"/>
                  <a:pt x="8404357" y="170501"/>
                </a:cubicBezTo>
                <a:cubicBezTo>
                  <a:pt x="8420287" y="127583"/>
                  <a:pt x="8431330" y="83495"/>
                  <a:pt x="8431330" y="83495"/>
                </a:cubicBezTo>
                <a:cubicBezTo>
                  <a:pt x="8431330" y="83495"/>
                  <a:pt x="8435265" y="128090"/>
                  <a:pt x="8433996" y="173193"/>
                </a:cubicBezTo>
                <a:cubicBezTo>
                  <a:pt x="8433774" y="184449"/>
                  <a:pt x="8433214" y="195722"/>
                  <a:pt x="8432500" y="206300"/>
                </a:cubicBezTo>
                <a:lnTo>
                  <a:pt x="8431489" y="218372"/>
                </a:lnTo>
                <a:lnTo>
                  <a:pt x="8490012" y="218372"/>
                </a:lnTo>
                <a:lnTo>
                  <a:pt x="8489847" y="215486"/>
                </a:lnTo>
                <a:cubicBezTo>
                  <a:pt x="8488705" y="196290"/>
                  <a:pt x="8488832" y="170696"/>
                  <a:pt x="8490355" y="145335"/>
                </a:cubicBezTo>
                <a:cubicBezTo>
                  <a:pt x="8492385" y="119935"/>
                  <a:pt x="8495813" y="94770"/>
                  <a:pt x="8499621" y="76043"/>
                </a:cubicBezTo>
                <a:cubicBezTo>
                  <a:pt x="8501207" y="66679"/>
                  <a:pt x="8503366" y="58914"/>
                  <a:pt x="8504508" y="53452"/>
                </a:cubicBezTo>
                <a:cubicBezTo>
                  <a:pt x="8505778" y="48029"/>
                  <a:pt x="8506476" y="44947"/>
                  <a:pt x="8506476" y="44947"/>
                </a:cubicBezTo>
                <a:cubicBezTo>
                  <a:pt x="8506476" y="44947"/>
                  <a:pt x="8506729" y="48068"/>
                  <a:pt x="8507110" y="53569"/>
                </a:cubicBezTo>
                <a:cubicBezTo>
                  <a:pt x="8507618" y="59071"/>
                  <a:pt x="8507745" y="66874"/>
                  <a:pt x="8508951" y="76237"/>
                </a:cubicBezTo>
                <a:cubicBezTo>
                  <a:pt x="8510791" y="94965"/>
                  <a:pt x="8514853" y="119741"/>
                  <a:pt x="8520247" y="144282"/>
                </a:cubicBezTo>
                <a:cubicBezTo>
                  <a:pt x="8526087" y="168784"/>
                  <a:pt x="8533322" y="192935"/>
                  <a:pt x="8539859" y="210843"/>
                </a:cubicBezTo>
                <a:lnTo>
                  <a:pt x="8542690" y="218372"/>
                </a:lnTo>
                <a:lnTo>
                  <a:pt x="8585573" y="218372"/>
                </a:lnTo>
                <a:lnTo>
                  <a:pt x="8594250" y="195393"/>
                </a:lnTo>
                <a:cubicBezTo>
                  <a:pt x="8609165" y="161020"/>
                  <a:pt x="8629538" y="128597"/>
                  <a:pt x="8629538" y="128597"/>
                </a:cubicBezTo>
                <a:cubicBezTo>
                  <a:pt x="8629538" y="128597"/>
                  <a:pt x="8623699" y="163712"/>
                  <a:pt x="8623826" y="198436"/>
                </a:cubicBezTo>
                <a:lnTo>
                  <a:pt x="8624788" y="218372"/>
                </a:lnTo>
                <a:lnTo>
                  <a:pt x="8640457" y="218372"/>
                </a:lnTo>
                <a:lnTo>
                  <a:pt x="8641755" y="212982"/>
                </a:lnTo>
                <a:cubicBezTo>
                  <a:pt x="8645290" y="198138"/>
                  <a:pt x="8653179" y="164180"/>
                  <a:pt x="8659748" y="130002"/>
                </a:cubicBezTo>
                <a:cubicBezTo>
                  <a:pt x="8668697" y="84431"/>
                  <a:pt x="8675234" y="38509"/>
                  <a:pt x="8675234" y="38509"/>
                </a:cubicBezTo>
                <a:cubicBezTo>
                  <a:pt x="8675234" y="38509"/>
                  <a:pt x="8676757" y="46859"/>
                  <a:pt x="8679042" y="60046"/>
                </a:cubicBezTo>
                <a:cubicBezTo>
                  <a:pt x="8675869" y="39758"/>
                  <a:pt x="8673330" y="25985"/>
                  <a:pt x="8673330" y="25985"/>
                </a:cubicBezTo>
                <a:cubicBezTo>
                  <a:pt x="8673330" y="25985"/>
                  <a:pt x="8697384" y="74521"/>
                  <a:pt x="8717503" y="124188"/>
                </a:cubicBezTo>
                <a:cubicBezTo>
                  <a:pt x="8732783" y="161381"/>
                  <a:pt x="8745742" y="199143"/>
                  <a:pt x="8751267" y="215700"/>
                </a:cubicBezTo>
                <a:lnTo>
                  <a:pt x="8752146" y="218372"/>
                </a:lnTo>
                <a:lnTo>
                  <a:pt x="8780919" y="218372"/>
                </a:lnTo>
                <a:lnTo>
                  <a:pt x="8782001" y="193476"/>
                </a:lnTo>
                <a:cubicBezTo>
                  <a:pt x="8783160" y="171778"/>
                  <a:pt x="8785222" y="142897"/>
                  <a:pt x="8788840" y="114161"/>
                </a:cubicBezTo>
                <a:cubicBezTo>
                  <a:pt x="8795567" y="56652"/>
                  <a:pt x="8808451" y="0"/>
                  <a:pt x="8808451" y="0"/>
                </a:cubicBezTo>
                <a:cubicBezTo>
                  <a:pt x="8808451" y="0"/>
                  <a:pt x="8810545" y="57354"/>
                  <a:pt x="8818796" y="114044"/>
                </a:cubicBezTo>
                <a:cubicBezTo>
                  <a:pt x="8824555" y="156620"/>
                  <a:pt x="8833742" y="198692"/>
                  <a:pt x="8837976" y="217067"/>
                </a:cubicBezTo>
                <a:lnTo>
                  <a:pt x="8838284" y="218372"/>
                </a:lnTo>
                <a:lnTo>
                  <a:pt x="8878119" y="218372"/>
                </a:lnTo>
                <a:lnTo>
                  <a:pt x="8879217" y="213925"/>
                </a:lnTo>
                <a:cubicBezTo>
                  <a:pt x="8880359" y="208697"/>
                  <a:pt x="8882707" y="201206"/>
                  <a:pt x="8884294" y="192155"/>
                </a:cubicBezTo>
                <a:cubicBezTo>
                  <a:pt x="8888229" y="174051"/>
                  <a:pt x="8891656" y="149705"/>
                  <a:pt x="8893433" y="125086"/>
                </a:cubicBezTo>
                <a:cubicBezTo>
                  <a:pt x="8894766" y="100506"/>
                  <a:pt x="8894386" y="75730"/>
                  <a:pt x="8892735" y="57120"/>
                </a:cubicBezTo>
                <a:cubicBezTo>
                  <a:pt x="8892227" y="47756"/>
                  <a:pt x="8890831" y="40070"/>
                  <a:pt x="8890324" y="34607"/>
                </a:cubicBezTo>
                <a:cubicBezTo>
                  <a:pt x="8889626" y="29145"/>
                  <a:pt x="8889244" y="26024"/>
                  <a:pt x="8889244" y="26024"/>
                </a:cubicBezTo>
                <a:cubicBezTo>
                  <a:pt x="8889244" y="26024"/>
                  <a:pt x="8890578" y="29028"/>
                  <a:pt x="8892862" y="34256"/>
                </a:cubicBezTo>
                <a:cubicBezTo>
                  <a:pt x="8894957" y="39524"/>
                  <a:pt x="8898701" y="46975"/>
                  <a:pt x="8901938" y="56105"/>
                </a:cubicBezTo>
                <a:cubicBezTo>
                  <a:pt x="8909237" y="74248"/>
                  <a:pt x="8917043" y="98867"/>
                  <a:pt x="8923326" y="123837"/>
                </a:cubicBezTo>
                <a:cubicBezTo>
                  <a:pt x="8929038" y="148846"/>
                  <a:pt x="8933100" y="174246"/>
                  <a:pt x="8934750" y="193364"/>
                </a:cubicBezTo>
                <a:cubicBezTo>
                  <a:pt x="8935956" y="202962"/>
                  <a:pt x="8935892" y="210921"/>
                  <a:pt x="8936401" y="216539"/>
                </a:cubicBezTo>
                <a:lnTo>
                  <a:pt x="8936493" y="218372"/>
                </a:lnTo>
                <a:lnTo>
                  <a:pt x="8951725" y="218372"/>
                </a:lnTo>
                <a:lnTo>
                  <a:pt x="8954107" y="211546"/>
                </a:lnTo>
                <a:cubicBezTo>
                  <a:pt x="8960772" y="195159"/>
                  <a:pt x="8968642" y="179123"/>
                  <a:pt x="8975179" y="167301"/>
                </a:cubicBezTo>
                <a:cubicBezTo>
                  <a:pt x="8981526" y="155440"/>
                  <a:pt x="8986286" y="147754"/>
                  <a:pt x="8986286" y="147754"/>
                </a:cubicBezTo>
                <a:cubicBezTo>
                  <a:pt x="8986286" y="147754"/>
                  <a:pt x="8981780" y="181191"/>
                  <a:pt x="8983810" y="214081"/>
                </a:cubicBezTo>
                <a:lnTo>
                  <a:pt x="8984266" y="218372"/>
                </a:lnTo>
                <a:lnTo>
                  <a:pt x="9003229" y="218372"/>
                </a:lnTo>
                <a:lnTo>
                  <a:pt x="9040105" y="44869"/>
                </a:lnTo>
                <a:lnTo>
                  <a:pt x="9054893" y="207175"/>
                </a:lnTo>
                <a:cubicBezTo>
                  <a:pt x="9056988" y="200348"/>
                  <a:pt x="9059209" y="193325"/>
                  <a:pt x="9061494" y="186302"/>
                </a:cubicBezTo>
                <a:cubicBezTo>
                  <a:pt x="9073997" y="147325"/>
                  <a:pt x="9089610" y="109128"/>
                  <a:pt x="9089610" y="109128"/>
                </a:cubicBezTo>
                <a:cubicBezTo>
                  <a:pt x="9089610" y="109128"/>
                  <a:pt x="9088785" y="148808"/>
                  <a:pt x="9091323" y="188136"/>
                </a:cubicBezTo>
                <a:lnTo>
                  <a:pt x="9093825" y="218372"/>
                </a:lnTo>
                <a:lnTo>
                  <a:pt x="9129285" y="218372"/>
                </a:lnTo>
                <a:lnTo>
                  <a:pt x="9129737" y="217027"/>
                </a:lnTo>
                <a:cubicBezTo>
                  <a:pt x="9134148" y="203254"/>
                  <a:pt x="9139558" y="184780"/>
                  <a:pt x="9143557" y="165974"/>
                </a:cubicBezTo>
                <a:cubicBezTo>
                  <a:pt x="9151934" y="128441"/>
                  <a:pt x="9154346" y="89932"/>
                  <a:pt x="9154346" y="89932"/>
                </a:cubicBezTo>
                <a:cubicBezTo>
                  <a:pt x="9154346" y="89932"/>
                  <a:pt x="9166849" y="127466"/>
                  <a:pt x="9173513" y="166209"/>
                </a:cubicBezTo>
                <a:cubicBezTo>
                  <a:pt x="9176369" y="182166"/>
                  <a:pt x="9178209" y="198261"/>
                  <a:pt x="9179384" y="211663"/>
                </a:cubicBezTo>
                <a:lnTo>
                  <a:pt x="9179877" y="218372"/>
                </a:lnTo>
                <a:lnTo>
                  <a:pt x="9182596" y="218372"/>
                </a:lnTo>
                <a:lnTo>
                  <a:pt x="9182747" y="216393"/>
                </a:lnTo>
                <a:cubicBezTo>
                  <a:pt x="9183096" y="212706"/>
                  <a:pt x="9183350" y="210609"/>
                  <a:pt x="9183350" y="210609"/>
                </a:cubicBezTo>
                <a:cubicBezTo>
                  <a:pt x="9183350" y="210609"/>
                  <a:pt x="9187412" y="176860"/>
                  <a:pt x="9199471" y="144945"/>
                </a:cubicBezTo>
                <a:cubicBezTo>
                  <a:pt x="9205563" y="128948"/>
                  <a:pt x="9212799" y="113420"/>
                  <a:pt x="9219145" y="102067"/>
                </a:cubicBezTo>
                <a:cubicBezTo>
                  <a:pt x="9225492" y="90713"/>
                  <a:pt x="9230189" y="83378"/>
                  <a:pt x="9230189" y="83378"/>
                </a:cubicBezTo>
                <a:cubicBezTo>
                  <a:pt x="9230189" y="83378"/>
                  <a:pt x="9225619" y="115527"/>
                  <a:pt x="9229237" y="146779"/>
                </a:cubicBezTo>
                <a:cubicBezTo>
                  <a:pt x="9231077" y="162424"/>
                  <a:pt x="9234124" y="177797"/>
                  <a:pt x="9237360" y="189150"/>
                </a:cubicBezTo>
                <a:cubicBezTo>
                  <a:pt x="9240470" y="200504"/>
                  <a:pt x="9243073" y="207917"/>
                  <a:pt x="9243073" y="207917"/>
                </a:cubicBezTo>
                <a:cubicBezTo>
                  <a:pt x="9243073" y="207917"/>
                  <a:pt x="9243676" y="209660"/>
                  <a:pt x="9244830" y="212690"/>
                </a:cubicBezTo>
                <a:lnTo>
                  <a:pt x="9247134" y="218372"/>
                </a:lnTo>
                <a:lnTo>
                  <a:pt x="9288315" y="218372"/>
                </a:lnTo>
                <a:lnTo>
                  <a:pt x="9288959" y="216813"/>
                </a:lnTo>
                <a:cubicBezTo>
                  <a:pt x="9288959" y="216813"/>
                  <a:pt x="9300383" y="188955"/>
                  <a:pt x="9309396" y="160356"/>
                </a:cubicBezTo>
                <a:cubicBezTo>
                  <a:pt x="9318598" y="131874"/>
                  <a:pt x="9325326" y="102730"/>
                  <a:pt x="9325326" y="102730"/>
                </a:cubicBezTo>
                <a:cubicBezTo>
                  <a:pt x="9325326" y="102730"/>
                  <a:pt x="9333577" y="131641"/>
                  <a:pt x="9339289" y="161176"/>
                </a:cubicBezTo>
                <a:cubicBezTo>
                  <a:pt x="9343716" y="183269"/>
                  <a:pt x="9346714" y="205647"/>
                  <a:pt x="9347937" y="215455"/>
                </a:cubicBezTo>
                <a:lnTo>
                  <a:pt x="9348288" y="218372"/>
                </a:lnTo>
                <a:lnTo>
                  <a:pt x="9351606" y="218372"/>
                </a:lnTo>
                <a:lnTo>
                  <a:pt x="9353775" y="213428"/>
                </a:lnTo>
                <a:cubicBezTo>
                  <a:pt x="9354886" y="210814"/>
                  <a:pt x="9355473" y="209361"/>
                  <a:pt x="9355473" y="209361"/>
                </a:cubicBezTo>
                <a:cubicBezTo>
                  <a:pt x="9355473" y="209361"/>
                  <a:pt x="9371974" y="169681"/>
                  <a:pt x="9382065" y="128441"/>
                </a:cubicBezTo>
                <a:cubicBezTo>
                  <a:pt x="9392601" y="87358"/>
                  <a:pt x="9396345" y="45064"/>
                  <a:pt x="9396345" y="45064"/>
                </a:cubicBezTo>
                <a:cubicBezTo>
                  <a:pt x="9396345" y="45064"/>
                  <a:pt x="9407579" y="86655"/>
                  <a:pt x="9411958" y="129417"/>
                </a:cubicBezTo>
                <a:cubicBezTo>
                  <a:pt x="9416782" y="172061"/>
                  <a:pt x="9414624" y="215408"/>
                  <a:pt x="9414624" y="215408"/>
                </a:cubicBezTo>
                <a:lnTo>
                  <a:pt x="9414472" y="218372"/>
                </a:lnTo>
                <a:lnTo>
                  <a:pt x="9415681" y="218372"/>
                </a:lnTo>
                <a:lnTo>
                  <a:pt x="9422890" y="196071"/>
                </a:lnTo>
                <a:cubicBezTo>
                  <a:pt x="9426334" y="185854"/>
                  <a:pt x="9430269" y="174675"/>
                  <a:pt x="9434489" y="163555"/>
                </a:cubicBezTo>
                <a:cubicBezTo>
                  <a:pt x="9448452" y="126218"/>
                  <a:pt x="9465652" y="89854"/>
                  <a:pt x="9465652" y="89854"/>
                </a:cubicBezTo>
                <a:cubicBezTo>
                  <a:pt x="9465652" y="89854"/>
                  <a:pt x="9463240" y="128090"/>
                  <a:pt x="9464191" y="166014"/>
                </a:cubicBezTo>
                <a:cubicBezTo>
                  <a:pt x="9464573" y="184995"/>
                  <a:pt x="9465810" y="203869"/>
                  <a:pt x="9466953" y="217998"/>
                </a:cubicBezTo>
                <a:lnTo>
                  <a:pt x="9466986" y="218372"/>
                </a:lnTo>
                <a:lnTo>
                  <a:pt x="9516051" y="218372"/>
                </a:lnTo>
                <a:lnTo>
                  <a:pt x="9517802" y="212027"/>
                </a:lnTo>
                <a:cubicBezTo>
                  <a:pt x="9519016" y="207407"/>
                  <a:pt x="9519662" y="204757"/>
                  <a:pt x="9519662" y="204757"/>
                </a:cubicBezTo>
                <a:cubicBezTo>
                  <a:pt x="9519662" y="204757"/>
                  <a:pt x="9530324" y="162424"/>
                  <a:pt x="9535592" y="119117"/>
                </a:cubicBezTo>
                <a:cubicBezTo>
                  <a:pt x="9540987" y="76901"/>
                  <a:pt x="9541050" y="34062"/>
                  <a:pt x="9541050" y="32188"/>
                </a:cubicBezTo>
                <a:cubicBezTo>
                  <a:pt x="9541812" y="34256"/>
                  <a:pt x="9556282" y="75770"/>
                  <a:pt x="9565485" y="118453"/>
                </a:cubicBezTo>
                <a:cubicBezTo>
                  <a:pt x="9575258" y="162151"/>
                  <a:pt x="9579447" y="206708"/>
                  <a:pt x="9579447" y="206708"/>
                </a:cubicBezTo>
                <a:cubicBezTo>
                  <a:pt x="9579447" y="206708"/>
                  <a:pt x="9579606" y="208288"/>
                  <a:pt x="9579856" y="211154"/>
                </a:cubicBezTo>
                <a:lnTo>
                  <a:pt x="9580423" y="218372"/>
                </a:lnTo>
                <a:lnTo>
                  <a:pt x="9597379" y="218372"/>
                </a:lnTo>
                <a:lnTo>
                  <a:pt x="9609467" y="175182"/>
                </a:lnTo>
                <a:cubicBezTo>
                  <a:pt x="9619114" y="136127"/>
                  <a:pt x="9624763" y="96331"/>
                  <a:pt x="9624763" y="96331"/>
                </a:cubicBezTo>
                <a:cubicBezTo>
                  <a:pt x="9624763" y="96331"/>
                  <a:pt x="9634092" y="135776"/>
                  <a:pt x="9639361" y="175923"/>
                </a:cubicBezTo>
                <a:cubicBezTo>
                  <a:pt x="9640726" y="185951"/>
                  <a:pt x="9641836" y="196012"/>
                  <a:pt x="9642735" y="205464"/>
                </a:cubicBezTo>
                <a:lnTo>
                  <a:pt x="9643782" y="218372"/>
                </a:lnTo>
                <a:lnTo>
                  <a:pt x="9670266" y="218372"/>
                </a:lnTo>
                <a:lnTo>
                  <a:pt x="9676805" y="206122"/>
                </a:lnTo>
                <a:cubicBezTo>
                  <a:pt x="9684422" y="192193"/>
                  <a:pt x="9695909" y="174051"/>
                  <a:pt x="9708539" y="156454"/>
                </a:cubicBezTo>
                <a:cubicBezTo>
                  <a:pt x="9721550" y="138975"/>
                  <a:pt x="9735576" y="122043"/>
                  <a:pt x="9747064" y="109830"/>
                </a:cubicBezTo>
                <a:cubicBezTo>
                  <a:pt x="9757600" y="98438"/>
                  <a:pt x="9765342" y="90830"/>
                  <a:pt x="9766422" y="89815"/>
                </a:cubicBezTo>
                <a:cubicBezTo>
                  <a:pt x="9765279" y="91961"/>
                  <a:pt x="9747000" y="127193"/>
                  <a:pt x="9736846" y="163088"/>
                </a:cubicBezTo>
                <a:cubicBezTo>
                  <a:pt x="9731641" y="181659"/>
                  <a:pt x="9727770" y="200192"/>
                  <a:pt x="9725930" y="214121"/>
                </a:cubicBezTo>
                <a:lnTo>
                  <a:pt x="9725406" y="218372"/>
                </a:lnTo>
                <a:lnTo>
                  <a:pt x="9746483" y="218372"/>
                </a:lnTo>
                <a:lnTo>
                  <a:pt x="9795870" y="141356"/>
                </a:lnTo>
                <a:lnTo>
                  <a:pt x="9785500" y="218372"/>
                </a:lnTo>
                <a:lnTo>
                  <a:pt x="9806524" y="218372"/>
                </a:lnTo>
                <a:lnTo>
                  <a:pt x="9809833" y="199763"/>
                </a:lnTo>
                <a:cubicBezTo>
                  <a:pt x="9812372" y="181971"/>
                  <a:pt x="9815100" y="158093"/>
                  <a:pt x="9814466" y="134099"/>
                </a:cubicBezTo>
                <a:cubicBezTo>
                  <a:pt x="9813704" y="110221"/>
                  <a:pt x="9811038" y="85992"/>
                  <a:pt x="9805644" y="68240"/>
                </a:cubicBezTo>
                <a:cubicBezTo>
                  <a:pt x="9803803" y="59149"/>
                  <a:pt x="9800503" y="51930"/>
                  <a:pt x="9798790" y="46703"/>
                </a:cubicBezTo>
                <a:cubicBezTo>
                  <a:pt x="9797203" y="42137"/>
                  <a:pt x="9796124" y="39289"/>
                  <a:pt x="9795933" y="38665"/>
                </a:cubicBezTo>
                <a:cubicBezTo>
                  <a:pt x="9796441" y="39329"/>
                  <a:pt x="9798281" y="41943"/>
                  <a:pt x="9801201" y="46078"/>
                </a:cubicBezTo>
                <a:cubicBezTo>
                  <a:pt x="9804438" y="50955"/>
                  <a:pt x="9810023" y="57744"/>
                  <a:pt x="9814656" y="66445"/>
                </a:cubicBezTo>
                <a:cubicBezTo>
                  <a:pt x="9825572" y="83456"/>
                  <a:pt x="9835790" y="107334"/>
                  <a:pt x="9844231" y="131680"/>
                </a:cubicBezTo>
                <a:cubicBezTo>
                  <a:pt x="9848738" y="145179"/>
                  <a:pt x="9852228" y="158757"/>
                  <a:pt x="9854958" y="171437"/>
                </a:cubicBezTo>
                <a:cubicBezTo>
                  <a:pt x="9855592" y="168082"/>
                  <a:pt x="9856100" y="164726"/>
                  <a:pt x="9856798" y="161332"/>
                </a:cubicBezTo>
                <a:cubicBezTo>
                  <a:pt x="9861812" y="138741"/>
                  <a:pt x="9868413" y="116502"/>
                  <a:pt x="9874696" y="100155"/>
                </a:cubicBezTo>
                <a:cubicBezTo>
                  <a:pt x="9877489" y="91922"/>
                  <a:pt x="9880788" y="85211"/>
                  <a:pt x="9882629" y="80452"/>
                </a:cubicBezTo>
                <a:cubicBezTo>
                  <a:pt x="9884597" y="75730"/>
                  <a:pt x="9885739" y="73038"/>
                  <a:pt x="9885739" y="73038"/>
                </a:cubicBezTo>
                <a:cubicBezTo>
                  <a:pt x="9885739" y="73038"/>
                  <a:pt x="9885548" y="75848"/>
                  <a:pt x="9885168" y="80764"/>
                </a:cubicBezTo>
                <a:cubicBezTo>
                  <a:pt x="9884914" y="85679"/>
                  <a:pt x="9883962" y="92625"/>
                  <a:pt x="9883962" y="101013"/>
                </a:cubicBezTo>
                <a:cubicBezTo>
                  <a:pt x="9883264" y="117751"/>
                  <a:pt x="9884216" y="139990"/>
                  <a:pt x="9886691" y="161956"/>
                </a:cubicBezTo>
                <a:cubicBezTo>
                  <a:pt x="9888214" y="172959"/>
                  <a:pt x="9890118" y="183873"/>
                  <a:pt x="9892236" y="194042"/>
                </a:cubicBezTo>
                <a:lnTo>
                  <a:pt x="9898256" y="218372"/>
                </a:lnTo>
                <a:lnTo>
                  <a:pt x="9934341" y="218372"/>
                </a:lnTo>
                <a:lnTo>
                  <a:pt x="9924010" y="141356"/>
                </a:lnTo>
                <a:lnTo>
                  <a:pt x="9973397" y="218372"/>
                </a:lnTo>
                <a:lnTo>
                  <a:pt x="9994468" y="218372"/>
                </a:lnTo>
                <a:lnTo>
                  <a:pt x="9993950" y="214121"/>
                </a:lnTo>
                <a:cubicBezTo>
                  <a:pt x="9992110" y="200192"/>
                  <a:pt x="9988238" y="181659"/>
                  <a:pt x="9983033" y="163088"/>
                </a:cubicBezTo>
                <a:cubicBezTo>
                  <a:pt x="9972879" y="127193"/>
                  <a:pt x="9954600" y="91961"/>
                  <a:pt x="9953458" y="89815"/>
                </a:cubicBezTo>
                <a:cubicBezTo>
                  <a:pt x="9954537" y="90830"/>
                  <a:pt x="9962217" y="98438"/>
                  <a:pt x="9972815" y="109830"/>
                </a:cubicBezTo>
                <a:cubicBezTo>
                  <a:pt x="9984240" y="122043"/>
                  <a:pt x="9998329" y="138975"/>
                  <a:pt x="10011340" y="156454"/>
                </a:cubicBezTo>
                <a:cubicBezTo>
                  <a:pt x="10023907" y="174051"/>
                  <a:pt x="10035457" y="192193"/>
                  <a:pt x="10043074" y="206122"/>
                </a:cubicBezTo>
                <a:lnTo>
                  <a:pt x="10049590" y="218372"/>
                </a:lnTo>
                <a:lnTo>
                  <a:pt x="10076072" y="218372"/>
                </a:lnTo>
                <a:lnTo>
                  <a:pt x="10077119" y="205464"/>
                </a:lnTo>
                <a:cubicBezTo>
                  <a:pt x="10078020" y="196012"/>
                  <a:pt x="10079139" y="185951"/>
                  <a:pt x="10080519" y="175923"/>
                </a:cubicBezTo>
                <a:cubicBezTo>
                  <a:pt x="10085787" y="135776"/>
                  <a:pt x="10095053" y="96331"/>
                  <a:pt x="10095053" y="96331"/>
                </a:cubicBezTo>
                <a:cubicBezTo>
                  <a:pt x="10095053" y="96331"/>
                  <a:pt x="10100765" y="136127"/>
                  <a:pt x="10110412" y="175182"/>
                </a:cubicBezTo>
                <a:lnTo>
                  <a:pt x="10122500" y="218372"/>
                </a:lnTo>
                <a:lnTo>
                  <a:pt x="10139456" y="218372"/>
                </a:lnTo>
                <a:lnTo>
                  <a:pt x="10140023" y="211154"/>
                </a:lnTo>
                <a:cubicBezTo>
                  <a:pt x="10140273" y="208288"/>
                  <a:pt x="10140432" y="206708"/>
                  <a:pt x="10140432" y="206708"/>
                </a:cubicBezTo>
                <a:cubicBezTo>
                  <a:pt x="10140432" y="206708"/>
                  <a:pt x="10144621" y="162151"/>
                  <a:pt x="10154394" y="118453"/>
                </a:cubicBezTo>
                <a:cubicBezTo>
                  <a:pt x="10163597" y="75770"/>
                  <a:pt x="10178068" y="34256"/>
                  <a:pt x="10178830" y="32188"/>
                </a:cubicBezTo>
                <a:cubicBezTo>
                  <a:pt x="10178830" y="34062"/>
                  <a:pt x="10178893" y="76901"/>
                  <a:pt x="10184288" y="119117"/>
                </a:cubicBezTo>
                <a:cubicBezTo>
                  <a:pt x="10189555" y="162424"/>
                  <a:pt x="10200218" y="204757"/>
                  <a:pt x="10200218" y="204757"/>
                </a:cubicBezTo>
                <a:cubicBezTo>
                  <a:pt x="10200218" y="204757"/>
                  <a:pt x="10200865" y="207407"/>
                  <a:pt x="10202078" y="212027"/>
                </a:cubicBezTo>
                <a:lnTo>
                  <a:pt x="10203829" y="218372"/>
                </a:lnTo>
                <a:lnTo>
                  <a:pt x="10252893" y="218372"/>
                </a:lnTo>
                <a:lnTo>
                  <a:pt x="10252927" y="217998"/>
                </a:lnTo>
                <a:cubicBezTo>
                  <a:pt x="10254069" y="203869"/>
                  <a:pt x="10255307" y="184995"/>
                  <a:pt x="10255688" y="166014"/>
                </a:cubicBezTo>
                <a:cubicBezTo>
                  <a:pt x="10256640" y="128090"/>
                  <a:pt x="10254228" y="89854"/>
                  <a:pt x="10254228" y="89854"/>
                </a:cubicBezTo>
                <a:cubicBezTo>
                  <a:pt x="10254228" y="89854"/>
                  <a:pt x="10271364" y="126218"/>
                  <a:pt x="10285390" y="163555"/>
                </a:cubicBezTo>
                <a:cubicBezTo>
                  <a:pt x="10289611" y="174675"/>
                  <a:pt x="10293546" y="185854"/>
                  <a:pt x="10296989" y="196071"/>
                </a:cubicBezTo>
                <a:lnTo>
                  <a:pt x="10304198" y="218372"/>
                </a:lnTo>
                <a:lnTo>
                  <a:pt x="10305369" y="218372"/>
                </a:lnTo>
                <a:lnTo>
                  <a:pt x="10305192" y="215408"/>
                </a:lnTo>
                <a:cubicBezTo>
                  <a:pt x="10305192" y="215408"/>
                  <a:pt x="10303098" y="172061"/>
                  <a:pt x="10307921" y="129417"/>
                </a:cubicBezTo>
                <a:cubicBezTo>
                  <a:pt x="10312300" y="86655"/>
                  <a:pt x="10323534" y="45064"/>
                  <a:pt x="10323534" y="45064"/>
                </a:cubicBezTo>
                <a:cubicBezTo>
                  <a:pt x="10323534" y="45064"/>
                  <a:pt x="10327279" y="87358"/>
                  <a:pt x="10337814" y="128441"/>
                </a:cubicBezTo>
                <a:cubicBezTo>
                  <a:pt x="10347906" y="169681"/>
                  <a:pt x="10364407" y="209361"/>
                  <a:pt x="10364407" y="209361"/>
                </a:cubicBezTo>
                <a:cubicBezTo>
                  <a:pt x="10364407" y="209361"/>
                  <a:pt x="10364994" y="210814"/>
                  <a:pt x="10366097" y="213428"/>
                </a:cubicBezTo>
                <a:lnTo>
                  <a:pt x="10368241" y="218372"/>
                </a:lnTo>
                <a:lnTo>
                  <a:pt x="10371592" y="218372"/>
                </a:lnTo>
                <a:lnTo>
                  <a:pt x="10371942" y="215455"/>
                </a:lnTo>
                <a:cubicBezTo>
                  <a:pt x="10373162" y="205647"/>
                  <a:pt x="10376148" y="183269"/>
                  <a:pt x="10380527" y="161176"/>
                </a:cubicBezTo>
                <a:cubicBezTo>
                  <a:pt x="10386303" y="131641"/>
                  <a:pt x="10394554" y="102730"/>
                  <a:pt x="10394554" y="102730"/>
                </a:cubicBezTo>
                <a:cubicBezTo>
                  <a:pt x="10394554" y="102730"/>
                  <a:pt x="10401281" y="131874"/>
                  <a:pt x="10410420" y="160356"/>
                </a:cubicBezTo>
                <a:cubicBezTo>
                  <a:pt x="10419496" y="188955"/>
                  <a:pt x="10430920" y="216813"/>
                  <a:pt x="10430920" y="216813"/>
                </a:cubicBezTo>
                <a:lnTo>
                  <a:pt x="10431563" y="218372"/>
                </a:lnTo>
                <a:lnTo>
                  <a:pt x="10472741" y="218372"/>
                </a:lnTo>
                <a:lnTo>
                  <a:pt x="10475049" y="212690"/>
                </a:lnTo>
                <a:cubicBezTo>
                  <a:pt x="10476204" y="209660"/>
                  <a:pt x="10476807" y="207917"/>
                  <a:pt x="10476807" y="207917"/>
                </a:cubicBezTo>
                <a:cubicBezTo>
                  <a:pt x="10476807" y="207917"/>
                  <a:pt x="10479409" y="200504"/>
                  <a:pt x="10482519" y="189150"/>
                </a:cubicBezTo>
                <a:cubicBezTo>
                  <a:pt x="10485756" y="177797"/>
                  <a:pt x="10488738" y="162424"/>
                  <a:pt x="10490643" y="146779"/>
                </a:cubicBezTo>
                <a:cubicBezTo>
                  <a:pt x="10494260" y="115527"/>
                  <a:pt x="10489627" y="83378"/>
                  <a:pt x="10489627" y="83378"/>
                </a:cubicBezTo>
                <a:cubicBezTo>
                  <a:pt x="10489627" y="83378"/>
                  <a:pt x="10494387" y="90713"/>
                  <a:pt x="10500670" y="102067"/>
                </a:cubicBezTo>
                <a:cubicBezTo>
                  <a:pt x="10507080" y="113420"/>
                  <a:pt x="10514316" y="128948"/>
                  <a:pt x="10520408" y="144945"/>
                </a:cubicBezTo>
                <a:cubicBezTo>
                  <a:pt x="10532467" y="176860"/>
                  <a:pt x="10536466" y="210609"/>
                  <a:pt x="10536466" y="210609"/>
                </a:cubicBezTo>
                <a:cubicBezTo>
                  <a:pt x="10536466" y="210609"/>
                  <a:pt x="10536736" y="212706"/>
                  <a:pt x="10537093" y="216393"/>
                </a:cubicBezTo>
                <a:lnTo>
                  <a:pt x="10537241" y="218372"/>
                </a:lnTo>
                <a:lnTo>
                  <a:pt x="10539984" y="218372"/>
                </a:lnTo>
                <a:lnTo>
                  <a:pt x="10540472" y="211663"/>
                </a:lnTo>
                <a:cubicBezTo>
                  <a:pt x="10541638" y="198261"/>
                  <a:pt x="10543478" y="182166"/>
                  <a:pt x="10546366" y="166209"/>
                </a:cubicBezTo>
                <a:cubicBezTo>
                  <a:pt x="10552967" y="127466"/>
                  <a:pt x="10565533" y="89932"/>
                  <a:pt x="10565533" y="89932"/>
                </a:cubicBezTo>
                <a:cubicBezTo>
                  <a:pt x="10565533" y="89932"/>
                  <a:pt x="10567945" y="128441"/>
                  <a:pt x="10576323" y="165974"/>
                </a:cubicBezTo>
                <a:cubicBezTo>
                  <a:pt x="10580321" y="184780"/>
                  <a:pt x="10585732" y="203254"/>
                  <a:pt x="10590143" y="217027"/>
                </a:cubicBezTo>
                <a:lnTo>
                  <a:pt x="10590594" y="218372"/>
                </a:lnTo>
                <a:lnTo>
                  <a:pt x="10626054" y="218372"/>
                </a:lnTo>
                <a:lnTo>
                  <a:pt x="10628556" y="188136"/>
                </a:lnTo>
                <a:cubicBezTo>
                  <a:pt x="10631032" y="148808"/>
                  <a:pt x="10630270" y="109128"/>
                  <a:pt x="10630270" y="109128"/>
                </a:cubicBezTo>
                <a:cubicBezTo>
                  <a:pt x="10630270" y="109128"/>
                  <a:pt x="10645883" y="147325"/>
                  <a:pt x="10658385" y="186302"/>
                </a:cubicBezTo>
                <a:cubicBezTo>
                  <a:pt x="10660670" y="193325"/>
                  <a:pt x="10662892" y="200348"/>
                  <a:pt x="10664986" y="207175"/>
                </a:cubicBezTo>
                <a:lnTo>
                  <a:pt x="10679710" y="44869"/>
                </a:lnTo>
                <a:lnTo>
                  <a:pt x="10716644" y="218372"/>
                </a:lnTo>
                <a:lnTo>
                  <a:pt x="10735613" y="218372"/>
                </a:lnTo>
                <a:lnTo>
                  <a:pt x="10736069" y="214081"/>
                </a:lnTo>
                <a:cubicBezTo>
                  <a:pt x="10738100" y="181191"/>
                  <a:pt x="10733530" y="147754"/>
                  <a:pt x="10733530" y="147754"/>
                </a:cubicBezTo>
                <a:cubicBezTo>
                  <a:pt x="10733530" y="147754"/>
                  <a:pt x="10738290" y="155440"/>
                  <a:pt x="10744700" y="167301"/>
                </a:cubicBezTo>
                <a:cubicBezTo>
                  <a:pt x="10751238" y="179123"/>
                  <a:pt x="10759107" y="195159"/>
                  <a:pt x="10765772" y="211546"/>
                </a:cubicBezTo>
                <a:lnTo>
                  <a:pt x="10768154" y="218372"/>
                </a:lnTo>
                <a:lnTo>
                  <a:pt x="10783387" y="218372"/>
                </a:lnTo>
                <a:lnTo>
                  <a:pt x="10783479" y="216539"/>
                </a:lnTo>
                <a:cubicBezTo>
                  <a:pt x="10783923" y="210921"/>
                  <a:pt x="10783923" y="202962"/>
                  <a:pt x="10785129" y="193364"/>
                </a:cubicBezTo>
                <a:cubicBezTo>
                  <a:pt x="10786779" y="174246"/>
                  <a:pt x="10790841" y="148846"/>
                  <a:pt x="10796553" y="123837"/>
                </a:cubicBezTo>
                <a:cubicBezTo>
                  <a:pt x="10802773" y="98867"/>
                  <a:pt x="10810643" y="74248"/>
                  <a:pt x="10817941" y="56105"/>
                </a:cubicBezTo>
                <a:cubicBezTo>
                  <a:pt x="10821178" y="46975"/>
                  <a:pt x="10824923" y="39524"/>
                  <a:pt x="10827018" y="34256"/>
                </a:cubicBezTo>
                <a:cubicBezTo>
                  <a:pt x="10829302" y="29028"/>
                  <a:pt x="10830635" y="26024"/>
                  <a:pt x="10830635" y="26024"/>
                </a:cubicBezTo>
                <a:cubicBezTo>
                  <a:pt x="10830635" y="26024"/>
                  <a:pt x="10830254" y="29145"/>
                  <a:pt x="10829556" y="34607"/>
                </a:cubicBezTo>
                <a:cubicBezTo>
                  <a:pt x="10829048" y="40070"/>
                  <a:pt x="10827652" y="47756"/>
                  <a:pt x="10827144" y="57120"/>
                </a:cubicBezTo>
                <a:cubicBezTo>
                  <a:pt x="10825431" y="75730"/>
                  <a:pt x="10825113" y="100506"/>
                  <a:pt x="10826446" y="125086"/>
                </a:cubicBezTo>
                <a:cubicBezTo>
                  <a:pt x="10828223" y="149705"/>
                  <a:pt x="10831651" y="174051"/>
                  <a:pt x="10835585" y="192155"/>
                </a:cubicBezTo>
                <a:cubicBezTo>
                  <a:pt x="10837172" y="201206"/>
                  <a:pt x="10839457" y="208697"/>
                  <a:pt x="10840662" y="213925"/>
                </a:cubicBezTo>
                <a:lnTo>
                  <a:pt x="10841760" y="218372"/>
                </a:lnTo>
                <a:lnTo>
                  <a:pt x="10881540" y="218372"/>
                </a:lnTo>
                <a:lnTo>
                  <a:pt x="10881850" y="217067"/>
                </a:lnTo>
                <a:cubicBezTo>
                  <a:pt x="10886101" y="198692"/>
                  <a:pt x="10895324" y="156620"/>
                  <a:pt x="10901083" y="114044"/>
                </a:cubicBezTo>
                <a:cubicBezTo>
                  <a:pt x="10909334" y="57354"/>
                  <a:pt x="10911428" y="0"/>
                  <a:pt x="10911428" y="0"/>
                </a:cubicBezTo>
                <a:cubicBezTo>
                  <a:pt x="10911428" y="0"/>
                  <a:pt x="10924312" y="56652"/>
                  <a:pt x="10930976" y="114161"/>
                </a:cubicBezTo>
                <a:cubicBezTo>
                  <a:pt x="10934625" y="142897"/>
                  <a:pt x="10936704" y="171778"/>
                  <a:pt x="10937870" y="193476"/>
                </a:cubicBezTo>
                <a:lnTo>
                  <a:pt x="10938958" y="218372"/>
                </a:lnTo>
                <a:lnTo>
                  <a:pt x="10967734" y="218372"/>
                </a:lnTo>
                <a:lnTo>
                  <a:pt x="10968613" y="215700"/>
                </a:lnTo>
                <a:cubicBezTo>
                  <a:pt x="10974137" y="199143"/>
                  <a:pt x="10987096" y="161381"/>
                  <a:pt x="11002377" y="124188"/>
                </a:cubicBezTo>
                <a:cubicBezTo>
                  <a:pt x="11021670" y="76355"/>
                  <a:pt x="11044772" y="29574"/>
                  <a:pt x="11046486" y="26180"/>
                </a:cubicBezTo>
                <a:cubicBezTo>
                  <a:pt x="11046168" y="27936"/>
                  <a:pt x="11043820" y="41123"/>
                  <a:pt x="11040837" y="60007"/>
                </a:cubicBezTo>
                <a:cubicBezTo>
                  <a:pt x="11043122" y="46859"/>
                  <a:pt x="11044645" y="38509"/>
                  <a:pt x="11044645" y="38509"/>
                </a:cubicBezTo>
                <a:cubicBezTo>
                  <a:pt x="11044645" y="38509"/>
                  <a:pt x="11051182" y="84431"/>
                  <a:pt x="11060132" y="130002"/>
                </a:cubicBezTo>
                <a:cubicBezTo>
                  <a:pt x="11066700" y="164180"/>
                  <a:pt x="11074554" y="198138"/>
                  <a:pt x="11078071" y="212982"/>
                </a:cubicBezTo>
                <a:lnTo>
                  <a:pt x="11079362" y="218372"/>
                </a:lnTo>
                <a:lnTo>
                  <a:pt x="11095052" y="218372"/>
                </a:lnTo>
                <a:lnTo>
                  <a:pt x="11095990" y="198436"/>
                </a:lnTo>
                <a:cubicBezTo>
                  <a:pt x="11096180" y="163712"/>
                  <a:pt x="11090342" y="128597"/>
                  <a:pt x="11090342" y="128597"/>
                </a:cubicBezTo>
                <a:cubicBezTo>
                  <a:pt x="11090342" y="128597"/>
                  <a:pt x="11110714" y="161020"/>
                  <a:pt x="11125629" y="195393"/>
                </a:cubicBezTo>
                <a:lnTo>
                  <a:pt x="11134306" y="218372"/>
                </a:lnTo>
                <a:lnTo>
                  <a:pt x="11177178" y="218372"/>
                </a:lnTo>
                <a:lnTo>
                  <a:pt x="11180021" y="210843"/>
                </a:lnTo>
                <a:cubicBezTo>
                  <a:pt x="11186557" y="192935"/>
                  <a:pt x="11193729" y="168784"/>
                  <a:pt x="11199632" y="144282"/>
                </a:cubicBezTo>
                <a:cubicBezTo>
                  <a:pt x="11205026" y="119741"/>
                  <a:pt x="11209088" y="94965"/>
                  <a:pt x="11210866" y="76237"/>
                </a:cubicBezTo>
                <a:cubicBezTo>
                  <a:pt x="11212135" y="66874"/>
                  <a:pt x="11212262" y="59071"/>
                  <a:pt x="11212769" y="53569"/>
                </a:cubicBezTo>
                <a:cubicBezTo>
                  <a:pt x="11213150" y="48068"/>
                  <a:pt x="11213404" y="44947"/>
                  <a:pt x="11213404" y="44947"/>
                </a:cubicBezTo>
                <a:cubicBezTo>
                  <a:pt x="11213404" y="44947"/>
                  <a:pt x="11214102" y="48029"/>
                  <a:pt x="11215371" y="53452"/>
                </a:cubicBezTo>
                <a:cubicBezTo>
                  <a:pt x="11216451" y="58914"/>
                  <a:pt x="11218672" y="66679"/>
                  <a:pt x="11220258" y="76043"/>
                </a:cubicBezTo>
                <a:cubicBezTo>
                  <a:pt x="11224066" y="94770"/>
                  <a:pt x="11227494" y="119935"/>
                  <a:pt x="11229524" y="145335"/>
                </a:cubicBezTo>
                <a:cubicBezTo>
                  <a:pt x="11231048" y="170696"/>
                  <a:pt x="11231175" y="196290"/>
                  <a:pt x="11230033" y="215486"/>
                </a:cubicBezTo>
                <a:lnTo>
                  <a:pt x="11229847" y="218372"/>
                </a:lnTo>
                <a:lnTo>
                  <a:pt x="11288371" y="218372"/>
                </a:lnTo>
                <a:lnTo>
                  <a:pt x="11287352" y="206300"/>
                </a:lnTo>
                <a:cubicBezTo>
                  <a:pt x="11286629" y="195722"/>
                  <a:pt x="11286058" y="184449"/>
                  <a:pt x="11285820" y="173193"/>
                </a:cubicBezTo>
                <a:cubicBezTo>
                  <a:pt x="11284551" y="128090"/>
                  <a:pt x="11288549" y="83495"/>
                  <a:pt x="11288549" y="83495"/>
                </a:cubicBezTo>
                <a:cubicBezTo>
                  <a:pt x="11288549" y="83495"/>
                  <a:pt x="11299529" y="127583"/>
                  <a:pt x="11315522" y="170501"/>
                </a:cubicBezTo>
                <a:cubicBezTo>
                  <a:pt x="11319441" y="181269"/>
                  <a:pt x="11323658" y="191947"/>
                  <a:pt x="11327778" y="201907"/>
                </a:cubicBezTo>
                <a:lnTo>
                  <a:pt x="11334875" y="218372"/>
                </a:lnTo>
                <a:lnTo>
                  <a:pt x="11393301" y="218372"/>
                </a:lnTo>
                <a:lnTo>
                  <a:pt x="11394095" y="211428"/>
                </a:lnTo>
                <a:cubicBezTo>
                  <a:pt x="11395745" y="195276"/>
                  <a:pt x="11396252" y="173661"/>
                  <a:pt x="11395300" y="151851"/>
                </a:cubicBezTo>
                <a:cubicBezTo>
                  <a:pt x="11393904" y="130119"/>
                  <a:pt x="11391048" y="108231"/>
                  <a:pt x="11387621" y="91844"/>
                </a:cubicBezTo>
                <a:cubicBezTo>
                  <a:pt x="11386225" y="83612"/>
                  <a:pt x="11384193" y="76901"/>
                  <a:pt x="11383115" y="72102"/>
                </a:cubicBezTo>
                <a:cubicBezTo>
                  <a:pt x="11382099" y="67888"/>
                  <a:pt x="11381528" y="65274"/>
                  <a:pt x="11381401" y="64689"/>
                </a:cubicBezTo>
                <a:cubicBezTo>
                  <a:pt x="11381718" y="65235"/>
                  <a:pt x="11383178" y="67693"/>
                  <a:pt x="11385590" y="71595"/>
                </a:cubicBezTo>
                <a:cubicBezTo>
                  <a:pt x="11388192" y="76082"/>
                  <a:pt x="11392508" y="82441"/>
                  <a:pt x="11396697" y="90284"/>
                </a:cubicBezTo>
                <a:cubicBezTo>
                  <a:pt x="11405582" y="105812"/>
                  <a:pt x="11415927" y="127036"/>
                  <a:pt x="11424876" y="148730"/>
                </a:cubicBezTo>
                <a:cubicBezTo>
                  <a:pt x="11433380" y="170423"/>
                  <a:pt x="11440488" y="192622"/>
                  <a:pt x="11444550" y="209438"/>
                </a:cubicBezTo>
                <a:lnTo>
                  <a:pt x="11446551" y="218372"/>
                </a:lnTo>
                <a:lnTo>
                  <a:pt x="11502645" y="218372"/>
                </a:lnTo>
                <a:lnTo>
                  <a:pt x="11506431" y="205264"/>
                </a:lnTo>
                <a:cubicBezTo>
                  <a:pt x="11516712" y="167106"/>
                  <a:pt x="11524582" y="128402"/>
                  <a:pt x="11524582" y="128402"/>
                </a:cubicBezTo>
                <a:cubicBezTo>
                  <a:pt x="11524582" y="128402"/>
                  <a:pt x="11531690" y="167145"/>
                  <a:pt x="11536324" y="206239"/>
                </a:cubicBezTo>
                <a:lnTo>
                  <a:pt x="11537526" y="218372"/>
                </a:lnTo>
                <a:lnTo>
                  <a:pt x="11551326" y="218372"/>
                </a:lnTo>
                <a:lnTo>
                  <a:pt x="11551334" y="217583"/>
                </a:lnTo>
                <a:cubicBezTo>
                  <a:pt x="11551508" y="200650"/>
                  <a:pt x="11551746" y="178070"/>
                  <a:pt x="11552000" y="155479"/>
                </a:cubicBezTo>
                <a:cubicBezTo>
                  <a:pt x="11551746" y="110221"/>
                  <a:pt x="11551492" y="65001"/>
                  <a:pt x="11551492" y="65001"/>
                </a:cubicBezTo>
                <a:cubicBezTo>
                  <a:pt x="11551492" y="65001"/>
                  <a:pt x="11566597" y="109089"/>
                  <a:pt x="11581766" y="153177"/>
                </a:cubicBezTo>
                <a:cubicBezTo>
                  <a:pt x="11588970" y="175319"/>
                  <a:pt x="11596173" y="197451"/>
                  <a:pt x="11601576" y="214048"/>
                </a:cubicBezTo>
                <a:lnTo>
                  <a:pt x="11602984" y="218372"/>
                </a:lnTo>
                <a:lnTo>
                  <a:pt x="11631817" y="218372"/>
                </a:lnTo>
                <a:lnTo>
                  <a:pt x="11630548" y="198810"/>
                </a:lnTo>
                <a:cubicBezTo>
                  <a:pt x="11629962" y="188338"/>
                  <a:pt x="11629446" y="177172"/>
                  <a:pt x="11629113" y="166014"/>
                </a:cubicBezTo>
                <a:cubicBezTo>
                  <a:pt x="11627652" y="121379"/>
                  <a:pt x="11629049" y="76940"/>
                  <a:pt x="11629049" y="76940"/>
                </a:cubicBezTo>
                <a:cubicBezTo>
                  <a:pt x="11629049" y="76940"/>
                  <a:pt x="11642568" y="120443"/>
                  <a:pt x="11658815" y="163244"/>
                </a:cubicBezTo>
                <a:cubicBezTo>
                  <a:pt x="11662829" y="173963"/>
                  <a:pt x="11667014" y="184632"/>
                  <a:pt x="11671033" y="194605"/>
                </a:cubicBezTo>
                <a:lnTo>
                  <a:pt x="11680846" y="218372"/>
                </a:lnTo>
                <a:lnTo>
                  <a:pt x="11743666" y="218372"/>
                </a:lnTo>
                <a:lnTo>
                  <a:pt x="11744495" y="206668"/>
                </a:lnTo>
                <a:cubicBezTo>
                  <a:pt x="11747098" y="209829"/>
                  <a:pt x="11749764" y="213028"/>
                  <a:pt x="11752429" y="216188"/>
                </a:cubicBezTo>
                <a:lnTo>
                  <a:pt x="11754285" y="218372"/>
                </a:lnTo>
                <a:lnTo>
                  <a:pt x="11846181" y="218372"/>
                </a:lnTo>
                <a:lnTo>
                  <a:pt x="11871620" y="130704"/>
                </a:lnTo>
                <a:lnTo>
                  <a:pt x="11872127" y="129182"/>
                </a:lnTo>
                <a:lnTo>
                  <a:pt x="11872572" y="130704"/>
                </a:lnTo>
                <a:lnTo>
                  <a:pt x="11898010" y="218372"/>
                </a:lnTo>
                <a:lnTo>
                  <a:pt x="11989902" y="218372"/>
                </a:lnTo>
                <a:lnTo>
                  <a:pt x="11991762" y="216188"/>
                </a:lnTo>
                <a:cubicBezTo>
                  <a:pt x="11994428" y="213028"/>
                  <a:pt x="11997031" y="209829"/>
                  <a:pt x="11999696" y="206668"/>
                </a:cubicBezTo>
                <a:lnTo>
                  <a:pt x="12000526" y="218372"/>
                </a:lnTo>
                <a:lnTo>
                  <a:pt x="12063384" y="218372"/>
                </a:lnTo>
                <a:lnTo>
                  <a:pt x="12073195" y="194605"/>
                </a:lnTo>
                <a:cubicBezTo>
                  <a:pt x="12077217" y="184632"/>
                  <a:pt x="12081410" y="173963"/>
                  <a:pt x="12085440" y="163244"/>
                </a:cubicBezTo>
                <a:cubicBezTo>
                  <a:pt x="12101624" y="120443"/>
                  <a:pt x="12115142" y="76940"/>
                  <a:pt x="12115142" y="76940"/>
                </a:cubicBezTo>
                <a:cubicBezTo>
                  <a:pt x="12115142" y="76940"/>
                  <a:pt x="12116538" y="121379"/>
                  <a:pt x="12115079" y="166014"/>
                </a:cubicBezTo>
                <a:cubicBezTo>
                  <a:pt x="12114746" y="177172"/>
                  <a:pt x="12114230" y="188338"/>
                  <a:pt x="12113644" y="198810"/>
                </a:cubicBezTo>
                <a:lnTo>
                  <a:pt x="12112375" y="218372"/>
                </a:lnTo>
                <a:lnTo>
                  <a:pt x="12143208" y="218372"/>
                </a:lnTo>
                <a:lnTo>
                  <a:pt x="12186225" y="90946"/>
                </a:lnTo>
                <a:lnTo>
                  <a:pt x="12190350" y="218372"/>
                </a:lnTo>
                <a:lnTo>
                  <a:pt x="12192000" y="218372"/>
                </a:lnTo>
                <a:lnTo>
                  <a:pt x="12192000" y="269100"/>
                </a:lnTo>
                <a:lnTo>
                  <a:pt x="12192001" y="269133"/>
                </a:lnTo>
                <a:lnTo>
                  <a:pt x="12192000" y="269133"/>
                </a:lnTo>
                <a:lnTo>
                  <a:pt x="12192000" y="586467"/>
                </a:lnTo>
                <a:lnTo>
                  <a:pt x="0" y="586467"/>
                </a:lnTo>
                <a:lnTo>
                  <a:pt x="0" y="218372"/>
                </a:lnTo>
                <a:lnTo>
                  <a:pt x="6411" y="218372"/>
                </a:lnTo>
                <a:lnTo>
                  <a:pt x="6411" y="173349"/>
                </a:lnTo>
                <a:lnTo>
                  <a:pt x="10854" y="128402"/>
                </a:lnTo>
                <a:lnTo>
                  <a:pt x="36978" y="218372"/>
                </a:lnTo>
                <a:lnTo>
                  <a:pt x="112885" y="218372"/>
                </a:lnTo>
                <a:lnTo>
                  <a:pt x="126293" y="176753"/>
                </a:lnTo>
                <a:cubicBezTo>
                  <a:pt x="130267" y="163185"/>
                  <a:pt x="132647" y="154075"/>
                  <a:pt x="132647" y="154075"/>
                </a:cubicBezTo>
                <a:cubicBezTo>
                  <a:pt x="132647" y="154075"/>
                  <a:pt x="134012" y="163273"/>
                  <a:pt x="135630" y="177133"/>
                </a:cubicBezTo>
                <a:lnTo>
                  <a:pt x="139271" y="218372"/>
                </a:lnTo>
                <a:lnTo>
                  <a:pt x="202325" y="218372"/>
                </a:lnTo>
                <a:lnTo>
                  <a:pt x="212138" y="194605"/>
                </a:lnTo>
                <a:cubicBezTo>
                  <a:pt x="216157" y="184632"/>
                  <a:pt x="220342" y="173963"/>
                  <a:pt x="224356" y="163244"/>
                </a:cubicBezTo>
                <a:cubicBezTo>
                  <a:pt x="240604" y="120443"/>
                  <a:pt x="254059" y="76940"/>
                  <a:pt x="254059" y="76940"/>
                </a:cubicBezTo>
                <a:cubicBezTo>
                  <a:pt x="254059" y="76940"/>
                  <a:pt x="255519" y="121379"/>
                  <a:pt x="254059" y="166014"/>
                </a:cubicBezTo>
                <a:cubicBezTo>
                  <a:pt x="253726" y="177172"/>
                  <a:pt x="253210" y="188338"/>
                  <a:pt x="252624" y="198810"/>
                </a:cubicBezTo>
                <a:lnTo>
                  <a:pt x="251355" y="218372"/>
                </a:lnTo>
                <a:lnTo>
                  <a:pt x="282201" y="218372"/>
                </a:lnTo>
                <a:lnTo>
                  <a:pt x="325269" y="90946"/>
                </a:lnTo>
                <a:lnTo>
                  <a:pt x="329344" y="218372"/>
                </a:lnTo>
                <a:lnTo>
                  <a:pt x="345697" y="218372"/>
                </a:lnTo>
                <a:lnTo>
                  <a:pt x="346911" y="206239"/>
                </a:lnTo>
                <a:cubicBezTo>
                  <a:pt x="351544" y="167145"/>
                  <a:pt x="358589" y="128402"/>
                  <a:pt x="358589" y="128402"/>
                </a:cubicBezTo>
                <a:cubicBezTo>
                  <a:pt x="358589" y="128402"/>
                  <a:pt x="366522" y="167106"/>
                  <a:pt x="376804" y="205264"/>
                </a:cubicBezTo>
                <a:lnTo>
                  <a:pt x="380576" y="218372"/>
                </a:lnTo>
                <a:lnTo>
                  <a:pt x="436656" y="218372"/>
                </a:lnTo>
                <a:lnTo>
                  <a:pt x="438684" y="209438"/>
                </a:lnTo>
                <a:cubicBezTo>
                  <a:pt x="442746" y="192622"/>
                  <a:pt x="449855" y="170423"/>
                  <a:pt x="458296" y="148730"/>
                </a:cubicBezTo>
                <a:cubicBezTo>
                  <a:pt x="467245" y="127036"/>
                  <a:pt x="477590" y="105812"/>
                  <a:pt x="486538" y="90284"/>
                </a:cubicBezTo>
                <a:cubicBezTo>
                  <a:pt x="490664" y="82441"/>
                  <a:pt x="494980" y="76082"/>
                  <a:pt x="497582" y="71595"/>
                </a:cubicBezTo>
                <a:cubicBezTo>
                  <a:pt x="499993" y="67693"/>
                  <a:pt x="501453" y="65235"/>
                  <a:pt x="501834" y="64689"/>
                </a:cubicBezTo>
                <a:cubicBezTo>
                  <a:pt x="501707" y="65274"/>
                  <a:pt x="501072" y="67888"/>
                  <a:pt x="500057" y="72102"/>
                </a:cubicBezTo>
                <a:cubicBezTo>
                  <a:pt x="499041" y="76901"/>
                  <a:pt x="497011" y="83612"/>
                  <a:pt x="495614" y="91844"/>
                </a:cubicBezTo>
                <a:cubicBezTo>
                  <a:pt x="492124" y="108231"/>
                  <a:pt x="489268" y="130119"/>
                  <a:pt x="487871" y="151851"/>
                </a:cubicBezTo>
                <a:cubicBezTo>
                  <a:pt x="486983" y="173661"/>
                  <a:pt x="487490" y="195276"/>
                  <a:pt x="489077" y="211428"/>
                </a:cubicBezTo>
                <a:lnTo>
                  <a:pt x="489871" y="218372"/>
                </a:lnTo>
                <a:lnTo>
                  <a:pt x="548337" y="218372"/>
                </a:lnTo>
                <a:lnTo>
                  <a:pt x="555447" y="201907"/>
                </a:lnTo>
                <a:cubicBezTo>
                  <a:pt x="559573" y="191947"/>
                  <a:pt x="563794" y="181269"/>
                  <a:pt x="567713" y="170501"/>
                </a:cubicBezTo>
                <a:cubicBezTo>
                  <a:pt x="583643" y="127583"/>
                  <a:pt x="594623" y="83495"/>
                  <a:pt x="594623" y="83495"/>
                </a:cubicBezTo>
                <a:cubicBezTo>
                  <a:pt x="594623" y="83495"/>
                  <a:pt x="598621" y="128090"/>
                  <a:pt x="597352" y="173193"/>
                </a:cubicBezTo>
                <a:cubicBezTo>
                  <a:pt x="597114" y="184449"/>
                  <a:pt x="596547" y="195722"/>
                  <a:pt x="595830" y="206300"/>
                </a:cubicBezTo>
                <a:lnTo>
                  <a:pt x="594820" y="218372"/>
                </a:lnTo>
                <a:lnTo>
                  <a:pt x="653324" y="218372"/>
                </a:lnTo>
                <a:lnTo>
                  <a:pt x="653139" y="215486"/>
                </a:lnTo>
                <a:cubicBezTo>
                  <a:pt x="651997" y="196290"/>
                  <a:pt x="652124" y="170696"/>
                  <a:pt x="653710" y="145335"/>
                </a:cubicBezTo>
                <a:cubicBezTo>
                  <a:pt x="655741" y="119935"/>
                  <a:pt x="659169" y="94770"/>
                  <a:pt x="662977" y="76043"/>
                </a:cubicBezTo>
                <a:cubicBezTo>
                  <a:pt x="664563" y="66679"/>
                  <a:pt x="666721" y="58914"/>
                  <a:pt x="667864" y="53452"/>
                </a:cubicBezTo>
                <a:cubicBezTo>
                  <a:pt x="669069" y="48029"/>
                  <a:pt x="669831" y="44947"/>
                  <a:pt x="669831" y="44947"/>
                </a:cubicBezTo>
                <a:cubicBezTo>
                  <a:pt x="669831" y="44947"/>
                  <a:pt x="670021" y="48068"/>
                  <a:pt x="670402" y="53569"/>
                </a:cubicBezTo>
                <a:cubicBezTo>
                  <a:pt x="670910" y="59071"/>
                  <a:pt x="671100" y="66874"/>
                  <a:pt x="672306" y="76237"/>
                </a:cubicBezTo>
                <a:cubicBezTo>
                  <a:pt x="674147" y="94965"/>
                  <a:pt x="678145" y="119741"/>
                  <a:pt x="683603" y="144282"/>
                </a:cubicBezTo>
                <a:cubicBezTo>
                  <a:pt x="689442" y="168784"/>
                  <a:pt x="696678" y="192935"/>
                  <a:pt x="703215" y="210843"/>
                </a:cubicBezTo>
                <a:lnTo>
                  <a:pt x="706046" y="218372"/>
                </a:lnTo>
                <a:lnTo>
                  <a:pt x="748929" y="218372"/>
                </a:lnTo>
                <a:lnTo>
                  <a:pt x="757606" y="195393"/>
                </a:lnTo>
                <a:cubicBezTo>
                  <a:pt x="772521" y="161020"/>
                  <a:pt x="792893" y="128597"/>
                  <a:pt x="792893" y="128597"/>
                </a:cubicBezTo>
                <a:cubicBezTo>
                  <a:pt x="792893" y="128597"/>
                  <a:pt x="786991" y="163712"/>
                  <a:pt x="787181" y="198436"/>
                </a:cubicBezTo>
                <a:lnTo>
                  <a:pt x="788131" y="218372"/>
                </a:lnTo>
                <a:lnTo>
                  <a:pt x="803813" y="218372"/>
                </a:lnTo>
                <a:lnTo>
                  <a:pt x="805111" y="212982"/>
                </a:lnTo>
                <a:cubicBezTo>
                  <a:pt x="808646" y="198138"/>
                  <a:pt x="816535" y="164180"/>
                  <a:pt x="823104" y="130002"/>
                </a:cubicBezTo>
                <a:cubicBezTo>
                  <a:pt x="831989" y="84431"/>
                  <a:pt x="838526" y="38509"/>
                  <a:pt x="838526" y="38509"/>
                </a:cubicBezTo>
                <a:cubicBezTo>
                  <a:pt x="838526" y="38509"/>
                  <a:pt x="840113" y="46859"/>
                  <a:pt x="842398" y="60046"/>
                </a:cubicBezTo>
                <a:cubicBezTo>
                  <a:pt x="839224" y="39758"/>
                  <a:pt x="836686" y="25985"/>
                  <a:pt x="836686" y="25985"/>
                </a:cubicBezTo>
                <a:cubicBezTo>
                  <a:pt x="836686" y="25985"/>
                  <a:pt x="860740" y="74521"/>
                  <a:pt x="880859" y="124188"/>
                </a:cubicBezTo>
                <a:cubicBezTo>
                  <a:pt x="896091" y="161381"/>
                  <a:pt x="909074" y="199143"/>
                  <a:pt x="914613" y="215700"/>
                </a:cubicBezTo>
                <a:lnTo>
                  <a:pt x="915495" y="218372"/>
                </a:lnTo>
                <a:lnTo>
                  <a:pt x="944266" y="218372"/>
                </a:lnTo>
                <a:lnTo>
                  <a:pt x="945333" y="193476"/>
                </a:lnTo>
                <a:cubicBezTo>
                  <a:pt x="946484" y="171778"/>
                  <a:pt x="948546" y="142897"/>
                  <a:pt x="952195" y="114161"/>
                </a:cubicBezTo>
                <a:cubicBezTo>
                  <a:pt x="958923" y="56652"/>
                  <a:pt x="971807" y="0"/>
                  <a:pt x="971807" y="0"/>
                </a:cubicBezTo>
                <a:close/>
              </a:path>
            </a:pathLst>
          </a:custGeom>
          <a:solidFill>
            <a:srgbClr val="3A660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30797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="" xmlns:a16="http://schemas.microsoft.com/office/drawing/2014/main" id="{090C9C38-6B51-A305-448E-80C1A67DB9A5}"/>
              </a:ext>
            </a:extLst>
          </p:cNvPr>
          <p:cNvSpPr/>
          <p:nvPr userDrawn="1"/>
        </p:nvSpPr>
        <p:spPr>
          <a:xfrm>
            <a:off x="0" y="6146157"/>
            <a:ext cx="12192001" cy="508148"/>
          </a:xfrm>
          <a:custGeom>
            <a:avLst/>
            <a:gdLst>
              <a:gd name="connsiteX0" fmla="*/ 971807 w 12192001"/>
              <a:gd name="connsiteY0" fmla="*/ 0 h 586467"/>
              <a:gd name="connsiteX1" fmla="*/ 982152 w 12192001"/>
              <a:gd name="connsiteY1" fmla="*/ 114044 h 586467"/>
              <a:gd name="connsiteX2" fmla="*/ 1001332 w 12192001"/>
              <a:gd name="connsiteY2" fmla="*/ 217067 h 586467"/>
              <a:gd name="connsiteX3" fmla="*/ 1001641 w 12192001"/>
              <a:gd name="connsiteY3" fmla="*/ 218372 h 586467"/>
              <a:gd name="connsiteX4" fmla="*/ 1041475 w 12192001"/>
              <a:gd name="connsiteY4" fmla="*/ 218372 h 586467"/>
              <a:gd name="connsiteX5" fmla="*/ 1042572 w 12192001"/>
              <a:gd name="connsiteY5" fmla="*/ 213925 h 586467"/>
              <a:gd name="connsiteX6" fmla="*/ 1047650 w 12192001"/>
              <a:gd name="connsiteY6" fmla="*/ 192155 h 586467"/>
              <a:gd name="connsiteX7" fmla="*/ 1056789 w 12192001"/>
              <a:gd name="connsiteY7" fmla="*/ 125086 h 586467"/>
              <a:gd name="connsiteX8" fmla="*/ 1056027 w 12192001"/>
              <a:gd name="connsiteY8" fmla="*/ 57120 h 586467"/>
              <a:gd name="connsiteX9" fmla="*/ 1053616 w 12192001"/>
              <a:gd name="connsiteY9" fmla="*/ 34607 h 586467"/>
              <a:gd name="connsiteX10" fmla="*/ 1052600 w 12192001"/>
              <a:gd name="connsiteY10" fmla="*/ 26024 h 586467"/>
              <a:gd name="connsiteX11" fmla="*/ 1056154 w 12192001"/>
              <a:gd name="connsiteY11" fmla="*/ 34256 h 586467"/>
              <a:gd name="connsiteX12" fmla="*/ 1065294 w 12192001"/>
              <a:gd name="connsiteY12" fmla="*/ 56105 h 586467"/>
              <a:gd name="connsiteX13" fmla="*/ 1086618 w 12192001"/>
              <a:gd name="connsiteY13" fmla="*/ 123837 h 586467"/>
              <a:gd name="connsiteX14" fmla="*/ 1098106 w 12192001"/>
              <a:gd name="connsiteY14" fmla="*/ 193364 h 586467"/>
              <a:gd name="connsiteX15" fmla="*/ 1099693 w 12192001"/>
              <a:gd name="connsiteY15" fmla="*/ 216539 h 586467"/>
              <a:gd name="connsiteX16" fmla="*/ 1099798 w 12192001"/>
              <a:gd name="connsiteY16" fmla="*/ 218372 h 586467"/>
              <a:gd name="connsiteX17" fmla="*/ 1115028 w 12192001"/>
              <a:gd name="connsiteY17" fmla="*/ 218372 h 586467"/>
              <a:gd name="connsiteX18" fmla="*/ 1117400 w 12192001"/>
              <a:gd name="connsiteY18" fmla="*/ 211546 h 586467"/>
              <a:gd name="connsiteX19" fmla="*/ 1138471 w 12192001"/>
              <a:gd name="connsiteY19" fmla="*/ 167301 h 586467"/>
              <a:gd name="connsiteX20" fmla="*/ 1149641 w 12192001"/>
              <a:gd name="connsiteY20" fmla="*/ 147754 h 586467"/>
              <a:gd name="connsiteX21" fmla="*/ 1147102 w 12192001"/>
              <a:gd name="connsiteY21" fmla="*/ 214081 h 586467"/>
              <a:gd name="connsiteX22" fmla="*/ 1147558 w 12192001"/>
              <a:gd name="connsiteY22" fmla="*/ 218372 h 586467"/>
              <a:gd name="connsiteX23" fmla="*/ 1166585 w 12192001"/>
              <a:gd name="connsiteY23" fmla="*/ 218372 h 586467"/>
              <a:gd name="connsiteX24" fmla="*/ 1203461 w 12192001"/>
              <a:gd name="connsiteY24" fmla="*/ 44869 h 586467"/>
              <a:gd name="connsiteX25" fmla="*/ 1218249 w 12192001"/>
              <a:gd name="connsiteY25" fmla="*/ 207175 h 586467"/>
              <a:gd name="connsiteX26" fmla="*/ 1224849 w 12192001"/>
              <a:gd name="connsiteY26" fmla="*/ 186302 h 586467"/>
              <a:gd name="connsiteX27" fmla="*/ 1252965 w 12192001"/>
              <a:gd name="connsiteY27" fmla="*/ 109128 h 586467"/>
              <a:gd name="connsiteX28" fmla="*/ 1254615 w 12192001"/>
              <a:gd name="connsiteY28" fmla="*/ 188136 h 586467"/>
              <a:gd name="connsiteX29" fmla="*/ 1257131 w 12192001"/>
              <a:gd name="connsiteY29" fmla="*/ 218372 h 586467"/>
              <a:gd name="connsiteX30" fmla="*/ 1292608 w 12192001"/>
              <a:gd name="connsiteY30" fmla="*/ 218372 h 586467"/>
              <a:gd name="connsiteX31" fmla="*/ 1293061 w 12192001"/>
              <a:gd name="connsiteY31" fmla="*/ 217027 h 586467"/>
              <a:gd name="connsiteX32" fmla="*/ 1306912 w 12192001"/>
              <a:gd name="connsiteY32" fmla="*/ 165974 h 586467"/>
              <a:gd name="connsiteX33" fmla="*/ 1317702 w 12192001"/>
              <a:gd name="connsiteY33" fmla="*/ 89932 h 586467"/>
              <a:gd name="connsiteX34" fmla="*/ 1336805 w 12192001"/>
              <a:gd name="connsiteY34" fmla="*/ 166209 h 586467"/>
              <a:gd name="connsiteX35" fmla="*/ 1342732 w 12192001"/>
              <a:gd name="connsiteY35" fmla="*/ 211663 h 586467"/>
              <a:gd name="connsiteX36" fmla="*/ 1343228 w 12192001"/>
              <a:gd name="connsiteY36" fmla="*/ 218372 h 586467"/>
              <a:gd name="connsiteX37" fmla="*/ 1345931 w 12192001"/>
              <a:gd name="connsiteY37" fmla="*/ 218372 h 586467"/>
              <a:gd name="connsiteX38" fmla="*/ 1346080 w 12192001"/>
              <a:gd name="connsiteY38" fmla="*/ 216393 h 586467"/>
              <a:gd name="connsiteX39" fmla="*/ 1346706 w 12192001"/>
              <a:gd name="connsiteY39" fmla="*/ 210609 h 586467"/>
              <a:gd name="connsiteX40" fmla="*/ 1362763 w 12192001"/>
              <a:gd name="connsiteY40" fmla="*/ 144945 h 586467"/>
              <a:gd name="connsiteX41" fmla="*/ 1382501 w 12192001"/>
              <a:gd name="connsiteY41" fmla="*/ 102067 h 586467"/>
              <a:gd name="connsiteX42" fmla="*/ 1393545 w 12192001"/>
              <a:gd name="connsiteY42" fmla="*/ 83378 h 586467"/>
              <a:gd name="connsiteX43" fmla="*/ 1392593 w 12192001"/>
              <a:gd name="connsiteY43" fmla="*/ 146779 h 586467"/>
              <a:gd name="connsiteX44" fmla="*/ 1400653 w 12192001"/>
              <a:gd name="connsiteY44" fmla="*/ 189150 h 586467"/>
              <a:gd name="connsiteX45" fmla="*/ 1406428 w 12192001"/>
              <a:gd name="connsiteY45" fmla="*/ 207917 h 586467"/>
              <a:gd name="connsiteX46" fmla="*/ 1408177 w 12192001"/>
              <a:gd name="connsiteY46" fmla="*/ 212690 h 586467"/>
              <a:gd name="connsiteX47" fmla="*/ 1410474 w 12192001"/>
              <a:gd name="connsiteY47" fmla="*/ 218372 h 586467"/>
              <a:gd name="connsiteX48" fmla="*/ 1451672 w 12192001"/>
              <a:gd name="connsiteY48" fmla="*/ 218372 h 586467"/>
              <a:gd name="connsiteX49" fmla="*/ 1452315 w 12192001"/>
              <a:gd name="connsiteY49" fmla="*/ 216813 h 586467"/>
              <a:gd name="connsiteX50" fmla="*/ 1472751 w 12192001"/>
              <a:gd name="connsiteY50" fmla="*/ 160356 h 586467"/>
              <a:gd name="connsiteX51" fmla="*/ 1488682 w 12192001"/>
              <a:gd name="connsiteY51" fmla="*/ 102730 h 586467"/>
              <a:gd name="connsiteX52" fmla="*/ 1502644 w 12192001"/>
              <a:gd name="connsiteY52" fmla="*/ 161176 h 586467"/>
              <a:gd name="connsiteX53" fmla="*/ 1511239 w 12192001"/>
              <a:gd name="connsiteY53" fmla="*/ 215455 h 586467"/>
              <a:gd name="connsiteX54" fmla="*/ 1511584 w 12192001"/>
              <a:gd name="connsiteY54" fmla="*/ 218372 h 586467"/>
              <a:gd name="connsiteX55" fmla="*/ 1514931 w 12192001"/>
              <a:gd name="connsiteY55" fmla="*/ 218372 h 586467"/>
              <a:gd name="connsiteX56" fmla="*/ 1517075 w 12192001"/>
              <a:gd name="connsiteY56" fmla="*/ 213428 h 586467"/>
              <a:gd name="connsiteX57" fmla="*/ 1518765 w 12192001"/>
              <a:gd name="connsiteY57" fmla="*/ 209361 h 586467"/>
              <a:gd name="connsiteX58" fmla="*/ 1545421 w 12192001"/>
              <a:gd name="connsiteY58" fmla="*/ 128441 h 586467"/>
              <a:gd name="connsiteX59" fmla="*/ 1559701 w 12192001"/>
              <a:gd name="connsiteY59" fmla="*/ 45064 h 586467"/>
              <a:gd name="connsiteX60" fmla="*/ 1575314 w 12192001"/>
              <a:gd name="connsiteY60" fmla="*/ 129417 h 586467"/>
              <a:gd name="connsiteX61" fmla="*/ 1577980 w 12192001"/>
              <a:gd name="connsiteY61" fmla="*/ 215408 h 586467"/>
              <a:gd name="connsiteX62" fmla="*/ 1577828 w 12192001"/>
              <a:gd name="connsiteY62" fmla="*/ 218372 h 586467"/>
              <a:gd name="connsiteX63" fmla="*/ 1579032 w 12192001"/>
              <a:gd name="connsiteY63" fmla="*/ 218372 h 586467"/>
              <a:gd name="connsiteX64" fmla="*/ 1586215 w 12192001"/>
              <a:gd name="connsiteY64" fmla="*/ 196071 h 586467"/>
              <a:gd name="connsiteX65" fmla="*/ 1597781 w 12192001"/>
              <a:gd name="connsiteY65" fmla="*/ 163555 h 586467"/>
              <a:gd name="connsiteX66" fmla="*/ 1629007 w 12192001"/>
              <a:gd name="connsiteY66" fmla="*/ 89854 h 586467"/>
              <a:gd name="connsiteX67" fmla="*/ 1627547 w 12192001"/>
              <a:gd name="connsiteY67" fmla="*/ 166014 h 586467"/>
              <a:gd name="connsiteX68" fmla="*/ 1630276 w 12192001"/>
              <a:gd name="connsiteY68" fmla="*/ 217998 h 586467"/>
              <a:gd name="connsiteX69" fmla="*/ 1630309 w 12192001"/>
              <a:gd name="connsiteY69" fmla="*/ 218372 h 586467"/>
              <a:gd name="connsiteX70" fmla="*/ 1679389 w 12192001"/>
              <a:gd name="connsiteY70" fmla="*/ 218372 h 586467"/>
              <a:gd name="connsiteX71" fmla="*/ 1681147 w 12192001"/>
              <a:gd name="connsiteY71" fmla="*/ 212027 h 586467"/>
              <a:gd name="connsiteX72" fmla="*/ 1683017 w 12192001"/>
              <a:gd name="connsiteY72" fmla="*/ 204757 h 586467"/>
              <a:gd name="connsiteX73" fmla="*/ 1698884 w 12192001"/>
              <a:gd name="connsiteY73" fmla="*/ 119117 h 586467"/>
              <a:gd name="connsiteX74" fmla="*/ 1704406 w 12192001"/>
              <a:gd name="connsiteY74" fmla="*/ 32188 h 586467"/>
              <a:gd name="connsiteX75" fmla="*/ 1728777 w 12192001"/>
              <a:gd name="connsiteY75" fmla="*/ 118453 h 586467"/>
              <a:gd name="connsiteX76" fmla="*/ 1742740 w 12192001"/>
              <a:gd name="connsiteY76" fmla="*/ 206708 h 586467"/>
              <a:gd name="connsiteX77" fmla="*/ 1743158 w 12192001"/>
              <a:gd name="connsiteY77" fmla="*/ 211154 h 586467"/>
              <a:gd name="connsiteX78" fmla="*/ 1743734 w 12192001"/>
              <a:gd name="connsiteY78" fmla="*/ 218372 h 586467"/>
              <a:gd name="connsiteX79" fmla="*/ 1760697 w 12192001"/>
              <a:gd name="connsiteY79" fmla="*/ 218372 h 586467"/>
              <a:gd name="connsiteX80" fmla="*/ 1772760 w 12192001"/>
              <a:gd name="connsiteY80" fmla="*/ 175182 h 586467"/>
              <a:gd name="connsiteX81" fmla="*/ 1788119 w 12192001"/>
              <a:gd name="connsiteY81" fmla="*/ 96331 h 586467"/>
              <a:gd name="connsiteX82" fmla="*/ 1802652 w 12192001"/>
              <a:gd name="connsiteY82" fmla="*/ 175923 h 586467"/>
              <a:gd name="connsiteX83" fmla="*/ 1806063 w 12192001"/>
              <a:gd name="connsiteY83" fmla="*/ 205464 h 586467"/>
              <a:gd name="connsiteX84" fmla="*/ 1807120 w 12192001"/>
              <a:gd name="connsiteY84" fmla="*/ 218372 h 586467"/>
              <a:gd name="connsiteX85" fmla="*/ 1833582 w 12192001"/>
              <a:gd name="connsiteY85" fmla="*/ 218372 h 586467"/>
              <a:gd name="connsiteX86" fmla="*/ 1840098 w 12192001"/>
              <a:gd name="connsiteY86" fmla="*/ 206122 h 586467"/>
              <a:gd name="connsiteX87" fmla="*/ 1871895 w 12192001"/>
              <a:gd name="connsiteY87" fmla="*/ 156454 h 586467"/>
              <a:gd name="connsiteX88" fmla="*/ 1910419 w 12192001"/>
              <a:gd name="connsiteY88" fmla="*/ 109830 h 586467"/>
              <a:gd name="connsiteX89" fmla="*/ 1929777 w 12192001"/>
              <a:gd name="connsiteY89" fmla="*/ 89815 h 586467"/>
              <a:gd name="connsiteX90" fmla="*/ 1900138 w 12192001"/>
              <a:gd name="connsiteY90" fmla="*/ 163088 h 586467"/>
              <a:gd name="connsiteX91" fmla="*/ 1889221 w 12192001"/>
              <a:gd name="connsiteY91" fmla="*/ 214121 h 586467"/>
              <a:gd name="connsiteX92" fmla="*/ 1888711 w 12192001"/>
              <a:gd name="connsiteY92" fmla="*/ 218372 h 586467"/>
              <a:gd name="connsiteX93" fmla="*/ 1909838 w 12192001"/>
              <a:gd name="connsiteY93" fmla="*/ 218372 h 586467"/>
              <a:gd name="connsiteX94" fmla="*/ 1959225 w 12192001"/>
              <a:gd name="connsiteY94" fmla="*/ 141356 h 586467"/>
              <a:gd name="connsiteX95" fmla="*/ 1948856 w 12192001"/>
              <a:gd name="connsiteY95" fmla="*/ 218372 h 586467"/>
              <a:gd name="connsiteX96" fmla="*/ 1969879 w 12192001"/>
              <a:gd name="connsiteY96" fmla="*/ 218372 h 586467"/>
              <a:gd name="connsiteX97" fmla="*/ 1973188 w 12192001"/>
              <a:gd name="connsiteY97" fmla="*/ 199763 h 586467"/>
              <a:gd name="connsiteX98" fmla="*/ 1977821 w 12192001"/>
              <a:gd name="connsiteY98" fmla="*/ 134099 h 586467"/>
              <a:gd name="connsiteX99" fmla="*/ 1968999 w 12192001"/>
              <a:gd name="connsiteY99" fmla="*/ 68240 h 586467"/>
              <a:gd name="connsiteX100" fmla="*/ 1962145 w 12192001"/>
              <a:gd name="connsiteY100" fmla="*/ 46703 h 586467"/>
              <a:gd name="connsiteX101" fmla="*/ 1959289 w 12192001"/>
              <a:gd name="connsiteY101" fmla="*/ 38665 h 586467"/>
              <a:gd name="connsiteX102" fmla="*/ 1964557 w 12192001"/>
              <a:gd name="connsiteY102" fmla="*/ 46078 h 586467"/>
              <a:gd name="connsiteX103" fmla="*/ 1977948 w 12192001"/>
              <a:gd name="connsiteY103" fmla="*/ 66445 h 586467"/>
              <a:gd name="connsiteX104" fmla="*/ 2007524 w 12192001"/>
              <a:gd name="connsiteY104" fmla="*/ 131680 h 586467"/>
              <a:gd name="connsiteX105" fmla="*/ 2018313 w 12192001"/>
              <a:gd name="connsiteY105" fmla="*/ 171437 h 586467"/>
              <a:gd name="connsiteX106" fmla="*/ 2020154 w 12192001"/>
              <a:gd name="connsiteY106" fmla="*/ 161332 h 586467"/>
              <a:gd name="connsiteX107" fmla="*/ 2037988 w 12192001"/>
              <a:gd name="connsiteY107" fmla="*/ 100155 h 586467"/>
              <a:gd name="connsiteX108" fmla="*/ 2045921 w 12192001"/>
              <a:gd name="connsiteY108" fmla="*/ 80452 h 586467"/>
              <a:gd name="connsiteX109" fmla="*/ 2049095 w 12192001"/>
              <a:gd name="connsiteY109" fmla="*/ 73038 h 586467"/>
              <a:gd name="connsiteX110" fmla="*/ 2048460 w 12192001"/>
              <a:gd name="connsiteY110" fmla="*/ 80764 h 586467"/>
              <a:gd name="connsiteX111" fmla="*/ 2047254 w 12192001"/>
              <a:gd name="connsiteY111" fmla="*/ 101013 h 586467"/>
              <a:gd name="connsiteX112" fmla="*/ 2050047 w 12192001"/>
              <a:gd name="connsiteY112" fmla="*/ 161956 h 586467"/>
              <a:gd name="connsiteX113" fmla="*/ 2055585 w 12192001"/>
              <a:gd name="connsiteY113" fmla="*/ 194042 h 586467"/>
              <a:gd name="connsiteX114" fmla="*/ 2061555 w 12192001"/>
              <a:gd name="connsiteY114" fmla="*/ 218372 h 586467"/>
              <a:gd name="connsiteX115" fmla="*/ 2097672 w 12192001"/>
              <a:gd name="connsiteY115" fmla="*/ 218372 h 586467"/>
              <a:gd name="connsiteX116" fmla="*/ 2087302 w 12192001"/>
              <a:gd name="connsiteY116" fmla="*/ 141356 h 586467"/>
              <a:gd name="connsiteX117" fmla="*/ 2136689 w 12192001"/>
              <a:gd name="connsiteY117" fmla="*/ 218372 h 586467"/>
              <a:gd name="connsiteX118" fmla="*/ 2157816 w 12192001"/>
              <a:gd name="connsiteY118" fmla="*/ 218372 h 586467"/>
              <a:gd name="connsiteX119" fmla="*/ 2157306 w 12192001"/>
              <a:gd name="connsiteY119" fmla="*/ 214121 h 586467"/>
              <a:gd name="connsiteX120" fmla="*/ 2146390 w 12192001"/>
              <a:gd name="connsiteY120" fmla="*/ 163088 h 586467"/>
              <a:gd name="connsiteX121" fmla="*/ 2116751 w 12192001"/>
              <a:gd name="connsiteY121" fmla="*/ 89815 h 586467"/>
              <a:gd name="connsiteX122" fmla="*/ 2136108 w 12192001"/>
              <a:gd name="connsiteY122" fmla="*/ 109830 h 586467"/>
              <a:gd name="connsiteX123" fmla="*/ 2174632 w 12192001"/>
              <a:gd name="connsiteY123" fmla="*/ 156454 h 586467"/>
              <a:gd name="connsiteX124" fmla="*/ 2206429 w 12192001"/>
              <a:gd name="connsiteY124" fmla="*/ 206122 h 586467"/>
              <a:gd name="connsiteX125" fmla="*/ 2212945 w 12192001"/>
              <a:gd name="connsiteY125" fmla="*/ 218372 h 586467"/>
              <a:gd name="connsiteX126" fmla="*/ 2239408 w 12192001"/>
              <a:gd name="connsiteY126" fmla="*/ 218372 h 586467"/>
              <a:gd name="connsiteX127" fmla="*/ 2240465 w 12192001"/>
              <a:gd name="connsiteY127" fmla="*/ 205464 h 586467"/>
              <a:gd name="connsiteX128" fmla="*/ 2243875 w 12192001"/>
              <a:gd name="connsiteY128" fmla="*/ 175923 h 586467"/>
              <a:gd name="connsiteX129" fmla="*/ 2258409 w 12192001"/>
              <a:gd name="connsiteY129" fmla="*/ 96331 h 586467"/>
              <a:gd name="connsiteX130" fmla="*/ 2273768 w 12192001"/>
              <a:gd name="connsiteY130" fmla="*/ 175182 h 586467"/>
              <a:gd name="connsiteX131" fmla="*/ 2285830 w 12192001"/>
              <a:gd name="connsiteY131" fmla="*/ 218372 h 586467"/>
              <a:gd name="connsiteX132" fmla="*/ 2302794 w 12192001"/>
              <a:gd name="connsiteY132" fmla="*/ 218372 h 586467"/>
              <a:gd name="connsiteX133" fmla="*/ 2303371 w 12192001"/>
              <a:gd name="connsiteY133" fmla="*/ 211154 h 586467"/>
              <a:gd name="connsiteX134" fmla="*/ 2303788 w 12192001"/>
              <a:gd name="connsiteY134" fmla="*/ 206708 h 586467"/>
              <a:gd name="connsiteX135" fmla="*/ 2317750 w 12192001"/>
              <a:gd name="connsiteY135" fmla="*/ 118453 h 586467"/>
              <a:gd name="connsiteX136" fmla="*/ 2342122 w 12192001"/>
              <a:gd name="connsiteY136" fmla="*/ 32188 h 586467"/>
              <a:gd name="connsiteX137" fmla="*/ 2347643 w 12192001"/>
              <a:gd name="connsiteY137" fmla="*/ 119117 h 586467"/>
              <a:gd name="connsiteX138" fmla="*/ 2363573 w 12192001"/>
              <a:gd name="connsiteY138" fmla="*/ 204757 h 586467"/>
              <a:gd name="connsiteX139" fmla="*/ 2365434 w 12192001"/>
              <a:gd name="connsiteY139" fmla="*/ 212027 h 586467"/>
              <a:gd name="connsiteX140" fmla="*/ 2367185 w 12192001"/>
              <a:gd name="connsiteY140" fmla="*/ 218372 h 586467"/>
              <a:gd name="connsiteX141" fmla="*/ 2416218 w 12192001"/>
              <a:gd name="connsiteY141" fmla="*/ 218372 h 586467"/>
              <a:gd name="connsiteX142" fmla="*/ 2416251 w 12192001"/>
              <a:gd name="connsiteY142" fmla="*/ 217998 h 586467"/>
              <a:gd name="connsiteX143" fmla="*/ 2418980 w 12192001"/>
              <a:gd name="connsiteY143" fmla="*/ 166014 h 586467"/>
              <a:gd name="connsiteX144" fmla="*/ 2417520 w 12192001"/>
              <a:gd name="connsiteY144" fmla="*/ 89854 h 586467"/>
              <a:gd name="connsiteX145" fmla="*/ 2448746 w 12192001"/>
              <a:gd name="connsiteY145" fmla="*/ 163555 h 586467"/>
              <a:gd name="connsiteX146" fmla="*/ 2460313 w 12192001"/>
              <a:gd name="connsiteY146" fmla="*/ 196071 h 586467"/>
              <a:gd name="connsiteX147" fmla="*/ 2467496 w 12192001"/>
              <a:gd name="connsiteY147" fmla="*/ 218372 h 586467"/>
              <a:gd name="connsiteX148" fmla="*/ 2468701 w 12192001"/>
              <a:gd name="connsiteY148" fmla="*/ 218372 h 586467"/>
              <a:gd name="connsiteX149" fmla="*/ 2468548 w 12192001"/>
              <a:gd name="connsiteY149" fmla="*/ 215408 h 586467"/>
              <a:gd name="connsiteX150" fmla="*/ 2471213 w 12192001"/>
              <a:gd name="connsiteY150" fmla="*/ 129417 h 586467"/>
              <a:gd name="connsiteX151" fmla="*/ 2486826 w 12192001"/>
              <a:gd name="connsiteY151" fmla="*/ 45064 h 586467"/>
              <a:gd name="connsiteX152" fmla="*/ 2501106 w 12192001"/>
              <a:gd name="connsiteY152" fmla="*/ 128441 h 586467"/>
              <a:gd name="connsiteX153" fmla="*/ 2527762 w 12192001"/>
              <a:gd name="connsiteY153" fmla="*/ 209361 h 586467"/>
              <a:gd name="connsiteX154" fmla="*/ 2529452 w 12192001"/>
              <a:gd name="connsiteY154" fmla="*/ 213428 h 586467"/>
              <a:gd name="connsiteX155" fmla="*/ 2531596 w 12192001"/>
              <a:gd name="connsiteY155" fmla="*/ 218372 h 586467"/>
              <a:gd name="connsiteX156" fmla="*/ 2534943 w 12192001"/>
              <a:gd name="connsiteY156" fmla="*/ 218372 h 586467"/>
              <a:gd name="connsiteX157" fmla="*/ 2535288 w 12192001"/>
              <a:gd name="connsiteY157" fmla="*/ 215455 h 586467"/>
              <a:gd name="connsiteX158" fmla="*/ 2543883 w 12192001"/>
              <a:gd name="connsiteY158" fmla="*/ 161176 h 586467"/>
              <a:gd name="connsiteX159" fmla="*/ 2557846 w 12192001"/>
              <a:gd name="connsiteY159" fmla="*/ 102730 h 586467"/>
              <a:gd name="connsiteX160" fmla="*/ 2573776 w 12192001"/>
              <a:gd name="connsiteY160" fmla="*/ 160356 h 586467"/>
              <a:gd name="connsiteX161" fmla="*/ 2594276 w 12192001"/>
              <a:gd name="connsiteY161" fmla="*/ 216813 h 586467"/>
              <a:gd name="connsiteX162" fmla="*/ 2594916 w 12192001"/>
              <a:gd name="connsiteY162" fmla="*/ 218372 h 586467"/>
              <a:gd name="connsiteX163" fmla="*/ 2636053 w 12192001"/>
              <a:gd name="connsiteY163" fmla="*/ 218372 h 586467"/>
              <a:gd name="connsiteX164" fmla="*/ 2638351 w 12192001"/>
              <a:gd name="connsiteY164" fmla="*/ 212690 h 586467"/>
              <a:gd name="connsiteX165" fmla="*/ 2640099 w 12192001"/>
              <a:gd name="connsiteY165" fmla="*/ 207917 h 586467"/>
              <a:gd name="connsiteX166" fmla="*/ 2645874 w 12192001"/>
              <a:gd name="connsiteY166" fmla="*/ 189150 h 586467"/>
              <a:gd name="connsiteX167" fmla="*/ 2653935 w 12192001"/>
              <a:gd name="connsiteY167" fmla="*/ 146779 h 586467"/>
              <a:gd name="connsiteX168" fmla="*/ 2652983 w 12192001"/>
              <a:gd name="connsiteY168" fmla="*/ 83378 h 586467"/>
              <a:gd name="connsiteX169" fmla="*/ 2664026 w 12192001"/>
              <a:gd name="connsiteY169" fmla="*/ 102067 h 586467"/>
              <a:gd name="connsiteX170" fmla="*/ 2683764 w 12192001"/>
              <a:gd name="connsiteY170" fmla="*/ 144945 h 586467"/>
              <a:gd name="connsiteX171" fmla="*/ 2699821 w 12192001"/>
              <a:gd name="connsiteY171" fmla="*/ 210609 h 586467"/>
              <a:gd name="connsiteX172" fmla="*/ 2700448 w 12192001"/>
              <a:gd name="connsiteY172" fmla="*/ 216393 h 586467"/>
              <a:gd name="connsiteX173" fmla="*/ 2700597 w 12192001"/>
              <a:gd name="connsiteY173" fmla="*/ 218372 h 586467"/>
              <a:gd name="connsiteX174" fmla="*/ 2703300 w 12192001"/>
              <a:gd name="connsiteY174" fmla="*/ 218372 h 586467"/>
              <a:gd name="connsiteX175" fmla="*/ 2703796 w 12192001"/>
              <a:gd name="connsiteY175" fmla="*/ 211663 h 586467"/>
              <a:gd name="connsiteX176" fmla="*/ 2709722 w 12192001"/>
              <a:gd name="connsiteY176" fmla="*/ 166209 h 586467"/>
              <a:gd name="connsiteX177" fmla="*/ 2728826 w 12192001"/>
              <a:gd name="connsiteY177" fmla="*/ 89932 h 586467"/>
              <a:gd name="connsiteX178" fmla="*/ 2739615 w 12192001"/>
              <a:gd name="connsiteY178" fmla="*/ 165974 h 586467"/>
              <a:gd name="connsiteX179" fmla="*/ 2753467 w 12192001"/>
              <a:gd name="connsiteY179" fmla="*/ 217027 h 586467"/>
              <a:gd name="connsiteX180" fmla="*/ 2753920 w 12192001"/>
              <a:gd name="connsiteY180" fmla="*/ 218372 h 586467"/>
              <a:gd name="connsiteX181" fmla="*/ 2789410 w 12192001"/>
              <a:gd name="connsiteY181" fmla="*/ 218372 h 586467"/>
              <a:gd name="connsiteX182" fmla="*/ 2791912 w 12192001"/>
              <a:gd name="connsiteY182" fmla="*/ 188136 h 586467"/>
              <a:gd name="connsiteX183" fmla="*/ 2793625 w 12192001"/>
              <a:gd name="connsiteY183" fmla="*/ 109128 h 586467"/>
              <a:gd name="connsiteX184" fmla="*/ 2821678 w 12192001"/>
              <a:gd name="connsiteY184" fmla="*/ 186302 h 586467"/>
              <a:gd name="connsiteX185" fmla="*/ 2828278 w 12192001"/>
              <a:gd name="connsiteY185" fmla="*/ 207175 h 586467"/>
              <a:gd name="connsiteX186" fmla="*/ 2843066 w 12192001"/>
              <a:gd name="connsiteY186" fmla="*/ 44869 h 586467"/>
              <a:gd name="connsiteX187" fmla="*/ 2879943 w 12192001"/>
              <a:gd name="connsiteY187" fmla="*/ 218372 h 586467"/>
              <a:gd name="connsiteX188" fmla="*/ 2898970 w 12192001"/>
              <a:gd name="connsiteY188" fmla="*/ 218372 h 586467"/>
              <a:gd name="connsiteX189" fmla="*/ 2899425 w 12192001"/>
              <a:gd name="connsiteY189" fmla="*/ 214081 h 586467"/>
              <a:gd name="connsiteX190" fmla="*/ 2896886 w 12192001"/>
              <a:gd name="connsiteY190" fmla="*/ 147754 h 586467"/>
              <a:gd name="connsiteX191" fmla="*/ 2908056 w 12192001"/>
              <a:gd name="connsiteY191" fmla="*/ 167301 h 586467"/>
              <a:gd name="connsiteX192" fmla="*/ 2929127 w 12192001"/>
              <a:gd name="connsiteY192" fmla="*/ 211546 h 586467"/>
              <a:gd name="connsiteX193" fmla="*/ 2931509 w 12192001"/>
              <a:gd name="connsiteY193" fmla="*/ 218372 h 586467"/>
              <a:gd name="connsiteX194" fmla="*/ 2946730 w 12192001"/>
              <a:gd name="connsiteY194" fmla="*/ 218372 h 586467"/>
              <a:gd name="connsiteX195" fmla="*/ 2946835 w 12192001"/>
              <a:gd name="connsiteY195" fmla="*/ 216539 h 586467"/>
              <a:gd name="connsiteX196" fmla="*/ 2948421 w 12192001"/>
              <a:gd name="connsiteY196" fmla="*/ 193364 h 586467"/>
              <a:gd name="connsiteX197" fmla="*/ 2959909 w 12192001"/>
              <a:gd name="connsiteY197" fmla="*/ 123837 h 586467"/>
              <a:gd name="connsiteX198" fmla="*/ 2981234 w 12192001"/>
              <a:gd name="connsiteY198" fmla="*/ 56105 h 586467"/>
              <a:gd name="connsiteX199" fmla="*/ 2990373 w 12192001"/>
              <a:gd name="connsiteY199" fmla="*/ 34256 h 586467"/>
              <a:gd name="connsiteX200" fmla="*/ 2993927 w 12192001"/>
              <a:gd name="connsiteY200" fmla="*/ 26024 h 586467"/>
              <a:gd name="connsiteX201" fmla="*/ 2992912 w 12192001"/>
              <a:gd name="connsiteY201" fmla="*/ 34607 h 586467"/>
              <a:gd name="connsiteX202" fmla="*/ 2990500 w 12192001"/>
              <a:gd name="connsiteY202" fmla="*/ 57120 h 586467"/>
              <a:gd name="connsiteX203" fmla="*/ 2989738 w 12192001"/>
              <a:gd name="connsiteY203" fmla="*/ 125086 h 586467"/>
              <a:gd name="connsiteX204" fmla="*/ 2998941 w 12192001"/>
              <a:gd name="connsiteY204" fmla="*/ 192155 h 586467"/>
              <a:gd name="connsiteX205" fmla="*/ 3003955 w 12192001"/>
              <a:gd name="connsiteY205" fmla="*/ 213925 h 586467"/>
              <a:gd name="connsiteX206" fmla="*/ 3005052 w 12192001"/>
              <a:gd name="connsiteY206" fmla="*/ 218372 h 586467"/>
              <a:gd name="connsiteX207" fmla="*/ 3044889 w 12192001"/>
              <a:gd name="connsiteY207" fmla="*/ 218372 h 586467"/>
              <a:gd name="connsiteX208" fmla="*/ 3045197 w 12192001"/>
              <a:gd name="connsiteY208" fmla="*/ 217067 h 586467"/>
              <a:gd name="connsiteX209" fmla="*/ 3064439 w 12192001"/>
              <a:gd name="connsiteY209" fmla="*/ 114044 h 586467"/>
              <a:gd name="connsiteX210" fmla="*/ 3074721 w 12192001"/>
              <a:gd name="connsiteY210" fmla="*/ 0 h 586467"/>
              <a:gd name="connsiteX211" fmla="*/ 3094332 w 12192001"/>
              <a:gd name="connsiteY211" fmla="*/ 114161 h 586467"/>
              <a:gd name="connsiteX212" fmla="*/ 3101226 w 12192001"/>
              <a:gd name="connsiteY212" fmla="*/ 193476 h 586467"/>
              <a:gd name="connsiteX213" fmla="*/ 3102315 w 12192001"/>
              <a:gd name="connsiteY213" fmla="*/ 218372 h 586467"/>
              <a:gd name="connsiteX214" fmla="*/ 3131032 w 12192001"/>
              <a:gd name="connsiteY214" fmla="*/ 218372 h 586467"/>
              <a:gd name="connsiteX215" fmla="*/ 3131914 w 12192001"/>
              <a:gd name="connsiteY215" fmla="*/ 215700 h 586467"/>
              <a:gd name="connsiteX216" fmla="*/ 3165669 w 12192001"/>
              <a:gd name="connsiteY216" fmla="*/ 124188 h 586467"/>
              <a:gd name="connsiteX217" fmla="*/ 3209778 w 12192001"/>
              <a:gd name="connsiteY217" fmla="*/ 26180 h 586467"/>
              <a:gd name="connsiteX218" fmla="*/ 3204130 w 12192001"/>
              <a:gd name="connsiteY218" fmla="*/ 60007 h 586467"/>
              <a:gd name="connsiteX219" fmla="*/ 3208001 w 12192001"/>
              <a:gd name="connsiteY219" fmla="*/ 38509 h 586467"/>
              <a:gd name="connsiteX220" fmla="*/ 3223424 w 12192001"/>
              <a:gd name="connsiteY220" fmla="*/ 130002 h 586467"/>
              <a:gd name="connsiteX221" fmla="*/ 3241417 w 12192001"/>
              <a:gd name="connsiteY221" fmla="*/ 212982 h 586467"/>
              <a:gd name="connsiteX222" fmla="*/ 3242716 w 12192001"/>
              <a:gd name="connsiteY222" fmla="*/ 218372 h 586467"/>
              <a:gd name="connsiteX223" fmla="*/ 3258397 w 12192001"/>
              <a:gd name="connsiteY223" fmla="*/ 218372 h 586467"/>
              <a:gd name="connsiteX224" fmla="*/ 3259346 w 12192001"/>
              <a:gd name="connsiteY224" fmla="*/ 198436 h 586467"/>
              <a:gd name="connsiteX225" fmla="*/ 3253634 w 12192001"/>
              <a:gd name="connsiteY225" fmla="*/ 128597 h 586467"/>
              <a:gd name="connsiteX226" fmla="*/ 3288922 w 12192001"/>
              <a:gd name="connsiteY226" fmla="*/ 195393 h 586467"/>
              <a:gd name="connsiteX227" fmla="*/ 3297610 w 12192001"/>
              <a:gd name="connsiteY227" fmla="*/ 218372 h 586467"/>
              <a:gd name="connsiteX228" fmla="*/ 3340482 w 12192001"/>
              <a:gd name="connsiteY228" fmla="*/ 218372 h 586467"/>
              <a:gd name="connsiteX229" fmla="*/ 3343313 w 12192001"/>
              <a:gd name="connsiteY229" fmla="*/ 210843 h 586467"/>
              <a:gd name="connsiteX230" fmla="*/ 3362924 w 12192001"/>
              <a:gd name="connsiteY230" fmla="*/ 144282 h 586467"/>
              <a:gd name="connsiteX231" fmla="*/ 3374221 w 12192001"/>
              <a:gd name="connsiteY231" fmla="*/ 76237 h 586467"/>
              <a:gd name="connsiteX232" fmla="*/ 3376125 w 12192001"/>
              <a:gd name="connsiteY232" fmla="*/ 53569 h 586467"/>
              <a:gd name="connsiteX233" fmla="*/ 3376696 w 12192001"/>
              <a:gd name="connsiteY233" fmla="*/ 44947 h 586467"/>
              <a:gd name="connsiteX234" fmla="*/ 3378664 w 12192001"/>
              <a:gd name="connsiteY234" fmla="*/ 53452 h 586467"/>
              <a:gd name="connsiteX235" fmla="*/ 3383551 w 12192001"/>
              <a:gd name="connsiteY235" fmla="*/ 76043 h 586467"/>
              <a:gd name="connsiteX236" fmla="*/ 3392817 w 12192001"/>
              <a:gd name="connsiteY236" fmla="*/ 145335 h 586467"/>
              <a:gd name="connsiteX237" fmla="*/ 3393388 w 12192001"/>
              <a:gd name="connsiteY237" fmla="*/ 215486 h 586467"/>
              <a:gd name="connsiteX238" fmla="*/ 3393203 w 12192001"/>
              <a:gd name="connsiteY238" fmla="*/ 218372 h 586467"/>
              <a:gd name="connsiteX239" fmla="*/ 3451708 w 12192001"/>
              <a:gd name="connsiteY239" fmla="*/ 218372 h 586467"/>
              <a:gd name="connsiteX240" fmla="*/ 3450698 w 12192001"/>
              <a:gd name="connsiteY240" fmla="*/ 206300 h 586467"/>
              <a:gd name="connsiteX241" fmla="*/ 3449176 w 12192001"/>
              <a:gd name="connsiteY241" fmla="*/ 173193 h 586467"/>
              <a:gd name="connsiteX242" fmla="*/ 3451905 w 12192001"/>
              <a:gd name="connsiteY242" fmla="*/ 83495 h 586467"/>
              <a:gd name="connsiteX243" fmla="*/ 3478815 w 12192001"/>
              <a:gd name="connsiteY243" fmla="*/ 170501 h 586467"/>
              <a:gd name="connsiteX244" fmla="*/ 3491081 w 12192001"/>
              <a:gd name="connsiteY244" fmla="*/ 201907 h 586467"/>
              <a:gd name="connsiteX245" fmla="*/ 3498191 w 12192001"/>
              <a:gd name="connsiteY245" fmla="*/ 218372 h 586467"/>
              <a:gd name="connsiteX246" fmla="*/ 3556656 w 12192001"/>
              <a:gd name="connsiteY246" fmla="*/ 218372 h 586467"/>
              <a:gd name="connsiteX247" fmla="*/ 3557450 w 12192001"/>
              <a:gd name="connsiteY247" fmla="*/ 211428 h 586467"/>
              <a:gd name="connsiteX248" fmla="*/ 3558656 w 12192001"/>
              <a:gd name="connsiteY248" fmla="*/ 151851 h 586467"/>
              <a:gd name="connsiteX249" fmla="*/ 3550913 w 12192001"/>
              <a:gd name="connsiteY249" fmla="*/ 91844 h 586467"/>
              <a:gd name="connsiteX250" fmla="*/ 3546471 w 12192001"/>
              <a:gd name="connsiteY250" fmla="*/ 72102 h 586467"/>
              <a:gd name="connsiteX251" fmla="*/ 3544693 w 12192001"/>
              <a:gd name="connsiteY251" fmla="*/ 64689 h 586467"/>
              <a:gd name="connsiteX252" fmla="*/ 3548945 w 12192001"/>
              <a:gd name="connsiteY252" fmla="*/ 71595 h 586467"/>
              <a:gd name="connsiteX253" fmla="*/ 3559989 w 12192001"/>
              <a:gd name="connsiteY253" fmla="*/ 90284 h 586467"/>
              <a:gd name="connsiteX254" fmla="*/ 3588232 w 12192001"/>
              <a:gd name="connsiteY254" fmla="*/ 148730 h 586467"/>
              <a:gd name="connsiteX255" fmla="*/ 3607843 w 12192001"/>
              <a:gd name="connsiteY255" fmla="*/ 209438 h 586467"/>
              <a:gd name="connsiteX256" fmla="*/ 3609872 w 12192001"/>
              <a:gd name="connsiteY256" fmla="*/ 218372 h 586467"/>
              <a:gd name="connsiteX257" fmla="*/ 3665952 w 12192001"/>
              <a:gd name="connsiteY257" fmla="*/ 218372 h 586467"/>
              <a:gd name="connsiteX258" fmla="*/ 3669723 w 12192001"/>
              <a:gd name="connsiteY258" fmla="*/ 205264 h 586467"/>
              <a:gd name="connsiteX259" fmla="*/ 3687938 w 12192001"/>
              <a:gd name="connsiteY259" fmla="*/ 128402 h 586467"/>
              <a:gd name="connsiteX260" fmla="*/ 3699616 w 12192001"/>
              <a:gd name="connsiteY260" fmla="*/ 206239 h 586467"/>
              <a:gd name="connsiteX261" fmla="*/ 3700830 w 12192001"/>
              <a:gd name="connsiteY261" fmla="*/ 218372 h 586467"/>
              <a:gd name="connsiteX262" fmla="*/ 3714682 w 12192001"/>
              <a:gd name="connsiteY262" fmla="*/ 218372 h 586467"/>
              <a:gd name="connsiteX263" fmla="*/ 3714690 w 12192001"/>
              <a:gd name="connsiteY263" fmla="*/ 217583 h 586467"/>
              <a:gd name="connsiteX264" fmla="*/ 3715356 w 12192001"/>
              <a:gd name="connsiteY264" fmla="*/ 155479 h 586467"/>
              <a:gd name="connsiteX265" fmla="*/ 3714785 w 12192001"/>
              <a:gd name="connsiteY265" fmla="*/ 65001 h 586467"/>
              <a:gd name="connsiteX266" fmla="*/ 3745058 w 12192001"/>
              <a:gd name="connsiteY266" fmla="*/ 153177 h 586467"/>
              <a:gd name="connsiteX267" fmla="*/ 3764900 w 12192001"/>
              <a:gd name="connsiteY267" fmla="*/ 214048 h 586467"/>
              <a:gd name="connsiteX268" fmla="*/ 3766313 w 12192001"/>
              <a:gd name="connsiteY268" fmla="*/ 218372 h 586467"/>
              <a:gd name="connsiteX269" fmla="*/ 3795172 w 12192001"/>
              <a:gd name="connsiteY269" fmla="*/ 218372 h 586467"/>
              <a:gd name="connsiteX270" fmla="*/ 3793903 w 12192001"/>
              <a:gd name="connsiteY270" fmla="*/ 198810 h 586467"/>
              <a:gd name="connsiteX271" fmla="*/ 3792468 w 12192001"/>
              <a:gd name="connsiteY271" fmla="*/ 166014 h 586467"/>
              <a:gd name="connsiteX272" fmla="*/ 3792405 w 12192001"/>
              <a:gd name="connsiteY272" fmla="*/ 76940 h 586467"/>
              <a:gd name="connsiteX273" fmla="*/ 3822107 w 12192001"/>
              <a:gd name="connsiteY273" fmla="*/ 163244 h 586467"/>
              <a:gd name="connsiteX274" fmla="*/ 3834326 w 12192001"/>
              <a:gd name="connsiteY274" fmla="*/ 194605 h 586467"/>
              <a:gd name="connsiteX275" fmla="*/ 3844139 w 12192001"/>
              <a:gd name="connsiteY275" fmla="*/ 218372 h 586467"/>
              <a:gd name="connsiteX276" fmla="*/ 3906964 w 12192001"/>
              <a:gd name="connsiteY276" fmla="*/ 218372 h 586467"/>
              <a:gd name="connsiteX277" fmla="*/ 3907470 w 12192001"/>
              <a:gd name="connsiteY277" fmla="*/ 210570 h 586467"/>
              <a:gd name="connsiteX278" fmla="*/ 3912167 w 12192001"/>
              <a:gd name="connsiteY278" fmla="*/ 216188 h 586467"/>
              <a:gd name="connsiteX279" fmla="*/ 3914032 w 12192001"/>
              <a:gd name="connsiteY279" fmla="*/ 218372 h 586467"/>
              <a:gd name="connsiteX280" fmla="*/ 4022706 w 12192001"/>
              <a:gd name="connsiteY280" fmla="*/ 218372 h 586467"/>
              <a:gd name="connsiteX281" fmla="*/ 4029517 w 12192001"/>
              <a:gd name="connsiteY281" fmla="*/ 149315 h 586467"/>
              <a:gd name="connsiteX282" fmla="*/ 4033642 w 12192001"/>
              <a:gd name="connsiteY282" fmla="*/ 135308 h 586467"/>
              <a:gd name="connsiteX283" fmla="*/ 4037704 w 12192001"/>
              <a:gd name="connsiteY283" fmla="*/ 149315 h 586467"/>
              <a:gd name="connsiteX284" fmla="*/ 4044548 w 12192001"/>
              <a:gd name="connsiteY284" fmla="*/ 218372 h 586467"/>
              <a:gd name="connsiteX285" fmla="*/ 4153254 w 12192001"/>
              <a:gd name="connsiteY285" fmla="*/ 218372 h 586467"/>
              <a:gd name="connsiteX286" fmla="*/ 4155118 w 12192001"/>
              <a:gd name="connsiteY286" fmla="*/ 216188 h 586467"/>
              <a:gd name="connsiteX287" fmla="*/ 4159751 w 12192001"/>
              <a:gd name="connsiteY287" fmla="*/ 210648 h 586467"/>
              <a:gd name="connsiteX288" fmla="*/ 4160283 w 12192001"/>
              <a:gd name="connsiteY288" fmla="*/ 218372 h 586467"/>
              <a:gd name="connsiteX289" fmla="*/ 4223123 w 12192001"/>
              <a:gd name="connsiteY289" fmla="*/ 218372 h 586467"/>
              <a:gd name="connsiteX290" fmla="*/ 4232934 w 12192001"/>
              <a:gd name="connsiteY290" fmla="*/ 194605 h 586467"/>
              <a:gd name="connsiteX291" fmla="*/ 4245178 w 12192001"/>
              <a:gd name="connsiteY291" fmla="*/ 163244 h 586467"/>
              <a:gd name="connsiteX292" fmla="*/ 4274881 w 12192001"/>
              <a:gd name="connsiteY292" fmla="*/ 76940 h 586467"/>
              <a:gd name="connsiteX293" fmla="*/ 4274817 w 12192001"/>
              <a:gd name="connsiteY293" fmla="*/ 166014 h 586467"/>
              <a:gd name="connsiteX294" fmla="*/ 4273382 w 12192001"/>
              <a:gd name="connsiteY294" fmla="*/ 198810 h 586467"/>
              <a:gd name="connsiteX295" fmla="*/ 4272114 w 12192001"/>
              <a:gd name="connsiteY295" fmla="*/ 218372 h 586467"/>
              <a:gd name="connsiteX296" fmla="*/ 4302946 w 12192001"/>
              <a:gd name="connsiteY296" fmla="*/ 218372 h 586467"/>
              <a:gd name="connsiteX297" fmla="*/ 4345964 w 12192001"/>
              <a:gd name="connsiteY297" fmla="*/ 90946 h 586467"/>
              <a:gd name="connsiteX298" fmla="*/ 4350088 w 12192001"/>
              <a:gd name="connsiteY298" fmla="*/ 218372 h 586467"/>
              <a:gd name="connsiteX299" fmla="*/ 4366405 w 12192001"/>
              <a:gd name="connsiteY299" fmla="*/ 218372 h 586467"/>
              <a:gd name="connsiteX300" fmla="*/ 4367606 w 12192001"/>
              <a:gd name="connsiteY300" fmla="*/ 206239 h 586467"/>
              <a:gd name="connsiteX301" fmla="*/ 4379347 w 12192001"/>
              <a:gd name="connsiteY301" fmla="*/ 128402 h 586467"/>
              <a:gd name="connsiteX302" fmla="*/ 4397499 w 12192001"/>
              <a:gd name="connsiteY302" fmla="*/ 205264 h 586467"/>
              <a:gd name="connsiteX303" fmla="*/ 4401285 w 12192001"/>
              <a:gd name="connsiteY303" fmla="*/ 218372 h 586467"/>
              <a:gd name="connsiteX304" fmla="*/ 4457415 w 12192001"/>
              <a:gd name="connsiteY304" fmla="*/ 218372 h 586467"/>
              <a:gd name="connsiteX305" fmla="*/ 4459442 w 12192001"/>
              <a:gd name="connsiteY305" fmla="*/ 209438 h 586467"/>
              <a:gd name="connsiteX306" fmla="*/ 4479054 w 12192001"/>
              <a:gd name="connsiteY306" fmla="*/ 148730 h 586467"/>
              <a:gd name="connsiteX307" fmla="*/ 4507296 w 12192001"/>
              <a:gd name="connsiteY307" fmla="*/ 90284 h 586467"/>
              <a:gd name="connsiteX308" fmla="*/ 4518340 w 12192001"/>
              <a:gd name="connsiteY308" fmla="*/ 71595 h 586467"/>
              <a:gd name="connsiteX309" fmla="*/ 4522592 w 12192001"/>
              <a:gd name="connsiteY309" fmla="*/ 64689 h 586467"/>
              <a:gd name="connsiteX310" fmla="*/ 4520816 w 12192001"/>
              <a:gd name="connsiteY310" fmla="*/ 72102 h 586467"/>
              <a:gd name="connsiteX311" fmla="*/ 4516309 w 12192001"/>
              <a:gd name="connsiteY311" fmla="*/ 91844 h 586467"/>
              <a:gd name="connsiteX312" fmla="*/ 4508629 w 12192001"/>
              <a:gd name="connsiteY312" fmla="*/ 151851 h 586467"/>
              <a:gd name="connsiteX313" fmla="*/ 4509835 w 12192001"/>
              <a:gd name="connsiteY313" fmla="*/ 211428 h 586467"/>
              <a:gd name="connsiteX314" fmla="*/ 4510629 w 12192001"/>
              <a:gd name="connsiteY314" fmla="*/ 218372 h 586467"/>
              <a:gd name="connsiteX315" fmla="*/ 4569056 w 12192001"/>
              <a:gd name="connsiteY315" fmla="*/ 218372 h 586467"/>
              <a:gd name="connsiteX316" fmla="*/ 4576152 w 12192001"/>
              <a:gd name="connsiteY316" fmla="*/ 201907 h 586467"/>
              <a:gd name="connsiteX317" fmla="*/ 4588408 w 12192001"/>
              <a:gd name="connsiteY317" fmla="*/ 170501 h 586467"/>
              <a:gd name="connsiteX318" fmla="*/ 4615382 w 12192001"/>
              <a:gd name="connsiteY318" fmla="*/ 83495 h 586467"/>
              <a:gd name="connsiteX319" fmla="*/ 4618110 w 12192001"/>
              <a:gd name="connsiteY319" fmla="*/ 173193 h 586467"/>
              <a:gd name="connsiteX320" fmla="*/ 4616578 w 12192001"/>
              <a:gd name="connsiteY320" fmla="*/ 206300 h 586467"/>
              <a:gd name="connsiteX321" fmla="*/ 4615559 w 12192001"/>
              <a:gd name="connsiteY321" fmla="*/ 218372 h 586467"/>
              <a:gd name="connsiteX322" fmla="*/ 4674083 w 12192001"/>
              <a:gd name="connsiteY322" fmla="*/ 218372 h 586467"/>
              <a:gd name="connsiteX323" fmla="*/ 4673897 w 12192001"/>
              <a:gd name="connsiteY323" fmla="*/ 215486 h 586467"/>
              <a:gd name="connsiteX324" fmla="*/ 4674469 w 12192001"/>
              <a:gd name="connsiteY324" fmla="*/ 145335 h 586467"/>
              <a:gd name="connsiteX325" fmla="*/ 4683734 w 12192001"/>
              <a:gd name="connsiteY325" fmla="*/ 76043 h 586467"/>
              <a:gd name="connsiteX326" fmla="*/ 4688623 w 12192001"/>
              <a:gd name="connsiteY326" fmla="*/ 53452 h 586467"/>
              <a:gd name="connsiteX327" fmla="*/ 4690525 w 12192001"/>
              <a:gd name="connsiteY327" fmla="*/ 44947 h 586467"/>
              <a:gd name="connsiteX328" fmla="*/ 4691161 w 12192001"/>
              <a:gd name="connsiteY328" fmla="*/ 53569 h 586467"/>
              <a:gd name="connsiteX329" fmla="*/ 4693064 w 12192001"/>
              <a:gd name="connsiteY329" fmla="*/ 76237 h 586467"/>
              <a:gd name="connsiteX330" fmla="*/ 4704299 w 12192001"/>
              <a:gd name="connsiteY330" fmla="*/ 144282 h 586467"/>
              <a:gd name="connsiteX331" fmla="*/ 4723973 w 12192001"/>
              <a:gd name="connsiteY331" fmla="*/ 210843 h 586467"/>
              <a:gd name="connsiteX332" fmla="*/ 4726805 w 12192001"/>
              <a:gd name="connsiteY332" fmla="*/ 218372 h 586467"/>
              <a:gd name="connsiteX333" fmla="*/ 4769623 w 12192001"/>
              <a:gd name="connsiteY333" fmla="*/ 218372 h 586467"/>
              <a:gd name="connsiteX334" fmla="*/ 4778300 w 12192001"/>
              <a:gd name="connsiteY334" fmla="*/ 195393 h 586467"/>
              <a:gd name="connsiteX335" fmla="*/ 4813651 w 12192001"/>
              <a:gd name="connsiteY335" fmla="*/ 128597 h 586467"/>
              <a:gd name="connsiteX336" fmla="*/ 4807939 w 12192001"/>
              <a:gd name="connsiteY336" fmla="*/ 198436 h 586467"/>
              <a:gd name="connsiteX337" fmla="*/ 4808877 w 12192001"/>
              <a:gd name="connsiteY337" fmla="*/ 218372 h 586467"/>
              <a:gd name="connsiteX338" fmla="*/ 4824571 w 12192001"/>
              <a:gd name="connsiteY338" fmla="*/ 218372 h 586467"/>
              <a:gd name="connsiteX339" fmla="*/ 4825870 w 12192001"/>
              <a:gd name="connsiteY339" fmla="*/ 212982 h 586467"/>
              <a:gd name="connsiteX340" fmla="*/ 4843863 w 12192001"/>
              <a:gd name="connsiteY340" fmla="*/ 130002 h 586467"/>
              <a:gd name="connsiteX341" fmla="*/ 4859284 w 12192001"/>
              <a:gd name="connsiteY341" fmla="*/ 38509 h 586467"/>
              <a:gd name="connsiteX342" fmla="*/ 4863791 w 12192001"/>
              <a:gd name="connsiteY342" fmla="*/ 64025 h 586467"/>
              <a:gd name="connsiteX343" fmla="*/ 4857380 w 12192001"/>
              <a:gd name="connsiteY343" fmla="*/ 25985 h 586467"/>
              <a:gd name="connsiteX344" fmla="*/ 4901617 w 12192001"/>
              <a:gd name="connsiteY344" fmla="*/ 124188 h 586467"/>
              <a:gd name="connsiteX345" fmla="*/ 4935318 w 12192001"/>
              <a:gd name="connsiteY345" fmla="*/ 215700 h 586467"/>
              <a:gd name="connsiteX346" fmla="*/ 4936197 w 12192001"/>
              <a:gd name="connsiteY346" fmla="*/ 218372 h 586467"/>
              <a:gd name="connsiteX347" fmla="*/ 4964971 w 12192001"/>
              <a:gd name="connsiteY347" fmla="*/ 218372 h 586467"/>
              <a:gd name="connsiteX348" fmla="*/ 4966060 w 12192001"/>
              <a:gd name="connsiteY348" fmla="*/ 193476 h 586467"/>
              <a:gd name="connsiteX349" fmla="*/ 4972953 w 12192001"/>
              <a:gd name="connsiteY349" fmla="*/ 114161 h 586467"/>
              <a:gd name="connsiteX350" fmla="*/ 4992565 w 12192001"/>
              <a:gd name="connsiteY350" fmla="*/ 0 h 586467"/>
              <a:gd name="connsiteX351" fmla="*/ 5002846 w 12192001"/>
              <a:gd name="connsiteY351" fmla="*/ 114044 h 586467"/>
              <a:gd name="connsiteX352" fmla="*/ 5022089 w 12192001"/>
              <a:gd name="connsiteY352" fmla="*/ 217067 h 586467"/>
              <a:gd name="connsiteX353" fmla="*/ 5022398 w 12192001"/>
              <a:gd name="connsiteY353" fmla="*/ 218372 h 586467"/>
              <a:gd name="connsiteX354" fmla="*/ 5062234 w 12192001"/>
              <a:gd name="connsiteY354" fmla="*/ 218372 h 586467"/>
              <a:gd name="connsiteX355" fmla="*/ 5063332 w 12192001"/>
              <a:gd name="connsiteY355" fmla="*/ 213925 h 586467"/>
              <a:gd name="connsiteX356" fmla="*/ 5068344 w 12192001"/>
              <a:gd name="connsiteY356" fmla="*/ 192155 h 586467"/>
              <a:gd name="connsiteX357" fmla="*/ 5077547 w 12192001"/>
              <a:gd name="connsiteY357" fmla="*/ 125086 h 586467"/>
              <a:gd name="connsiteX358" fmla="*/ 5076786 w 12192001"/>
              <a:gd name="connsiteY358" fmla="*/ 57120 h 586467"/>
              <a:gd name="connsiteX359" fmla="*/ 5074374 w 12192001"/>
              <a:gd name="connsiteY359" fmla="*/ 34607 h 586467"/>
              <a:gd name="connsiteX360" fmla="*/ 5073359 w 12192001"/>
              <a:gd name="connsiteY360" fmla="*/ 26024 h 586467"/>
              <a:gd name="connsiteX361" fmla="*/ 5076912 w 12192001"/>
              <a:gd name="connsiteY361" fmla="*/ 34256 h 586467"/>
              <a:gd name="connsiteX362" fmla="*/ 5086053 w 12192001"/>
              <a:gd name="connsiteY362" fmla="*/ 56105 h 586467"/>
              <a:gd name="connsiteX363" fmla="*/ 5107376 w 12192001"/>
              <a:gd name="connsiteY363" fmla="*/ 123837 h 586467"/>
              <a:gd name="connsiteX364" fmla="*/ 5118801 w 12192001"/>
              <a:gd name="connsiteY364" fmla="*/ 193364 h 586467"/>
              <a:gd name="connsiteX365" fmla="*/ 5120451 w 12192001"/>
              <a:gd name="connsiteY365" fmla="*/ 216539 h 586467"/>
              <a:gd name="connsiteX366" fmla="*/ 5120556 w 12192001"/>
              <a:gd name="connsiteY366" fmla="*/ 218372 h 586467"/>
              <a:gd name="connsiteX367" fmla="*/ 5135777 w 12192001"/>
              <a:gd name="connsiteY367" fmla="*/ 218372 h 586467"/>
              <a:gd name="connsiteX368" fmla="*/ 5138159 w 12192001"/>
              <a:gd name="connsiteY368" fmla="*/ 211546 h 586467"/>
              <a:gd name="connsiteX369" fmla="*/ 5159229 w 12192001"/>
              <a:gd name="connsiteY369" fmla="*/ 167301 h 586467"/>
              <a:gd name="connsiteX370" fmla="*/ 5170399 w 12192001"/>
              <a:gd name="connsiteY370" fmla="*/ 147754 h 586467"/>
              <a:gd name="connsiteX371" fmla="*/ 5167860 w 12192001"/>
              <a:gd name="connsiteY371" fmla="*/ 214081 h 586467"/>
              <a:gd name="connsiteX372" fmla="*/ 5168316 w 12192001"/>
              <a:gd name="connsiteY372" fmla="*/ 218372 h 586467"/>
              <a:gd name="connsiteX373" fmla="*/ 5187343 w 12192001"/>
              <a:gd name="connsiteY373" fmla="*/ 218372 h 586467"/>
              <a:gd name="connsiteX374" fmla="*/ 5224219 w 12192001"/>
              <a:gd name="connsiteY374" fmla="*/ 44869 h 586467"/>
              <a:gd name="connsiteX375" fmla="*/ 5238944 w 12192001"/>
              <a:gd name="connsiteY375" fmla="*/ 207175 h 586467"/>
              <a:gd name="connsiteX376" fmla="*/ 5245608 w 12192001"/>
              <a:gd name="connsiteY376" fmla="*/ 186302 h 586467"/>
              <a:gd name="connsiteX377" fmla="*/ 5273660 w 12192001"/>
              <a:gd name="connsiteY377" fmla="*/ 109128 h 586467"/>
              <a:gd name="connsiteX378" fmla="*/ 5275374 w 12192001"/>
              <a:gd name="connsiteY378" fmla="*/ 188136 h 586467"/>
              <a:gd name="connsiteX379" fmla="*/ 5277877 w 12192001"/>
              <a:gd name="connsiteY379" fmla="*/ 218372 h 586467"/>
              <a:gd name="connsiteX380" fmla="*/ 5313344 w 12192001"/>
              <a:gd name="connsiteY380" fmla="*/ 218372 h 586467"/>
              <a:gd name="connsiteX381" fmla="*/ 5313796 w 12192001"/>
              <a:gd name="connsiteY381" fmla="*/ 217027 h 586467"/>
              <a:gd name="connsiteX382" fmla="*/ 5327670 w 12192001"/>
              <a:gd name="connsiteY382" fmla="*/ 165974 h 586467"/>
              <a:gd name="connsiteX383" fmla="*/ 5338396 w 12192001"/>
              <a:gd name="connsiteY383" fmla="*/ 89932 h 586467"/>
              <a:gd name="connsiteX384" fmla="*/ 5357563 w 12192001"/>
              <a:gd name="connsiteY384" fmla="*/ 166209 h 586467"/>
              <a:gd name="connsiteX385" fmla="*/ 5363466 w 12192001"/>
              <a:gd name="connsiteY385" fmla="*/ 211663 h 586467"/>
              <a:gd name="connsiteX386" fmla="*/ 5363961 w 12192001"/>
              <a:gd name="connsiteY386" fmla="*/ 218372 h 586467"/>
              <a:gd name="connsiteX387" fmla="*/ 5366689 w 12192001"/>
              <a:gd name="connsiteY387" fmla="*/ 218372 h 586467"/>
              <a:gd name="connsiteX388" fmla="*/ 5366838 w 12192001"/>
              <a:gd name="connsiteY388" fmla="*/ 216393 h 586467"/>
              <a:gd name="connsiteX389" fmla="*/ 5367464 w 12192001"/>
              <a:gd name="connsiteY389" fmla="*/ 210609 h 586467"/>
              <a:gd name="connsiteX390" fmla="*/ 5383521 w 12192001"/>
              <a:gd name="connsiteY390" fmla="*/ 144945 h 586467"/>
              <a:gd name="connsiteX391" fmla="*/ 5403260 w 12192001"/>
              <a:gd name="connsiteY391" fmla="*/ 102067 h 586467"/>
              <a:gd name="connsiteX392" fmla="*/ 5414303 w 12192001"/>
              <a:gd name="connsiteY392" fmla="*/ 83378 h 586467"/>
              <a:gd name="connsiteX393" fmla="*/ 5413351 w 12192001"/>
              <a:gd name="connsiteY393" fmla="*/ 146779 h 586467"/>
              <a:gd name="connsiteX394" fmla="*/ 5421411 w 12192001"/>
              <a:gd name="connsiteY394" fmla="*/ 189150 h 586467"/>
              <a:gd name="connsiteX395" fmla="*/ 5427187 w 12192001"/>
              <a:gd name="connsiteY395" fmla="*/ 207917 h 586467"/>
              <a:gd name="connsiteX396" fmla="*/ 5428935 w 12192001"/>
              <a:gd name="connsiteY396" fmla="*/ 212690 h 586467"/>
              <a:gd name="connsiteX397" fmla="*/ 5431232 w 12192001"/>
              <a:gd name="connsiteY397" fmla="*/ 218372 h 586467"/>
              <a:gd name="connsiteX398" fmla="*/ 5472367 w 12192001"/>
              <a:gd name="connsiteY398" fmla="*/ 218372 h 586467"/>
              <a:gd name="connsiteX399" fmla="*/ 5473010 w 12192001"/>
              <a:gd name="connsiteY399" fmla="*/ 216813 h 586467"/>
              <a:gd name="connsiteX400" fmla="*/ 5493509 w 12192001"/>
              <a:gd name="connsiteY400" fmla="*/ 160356 h 586467"/>
              <a:gd name="connsiteX401" fmla="*/ 5509440 w 12192001"/>
              <a:gd name="connsiteY401" fmla="*/ 102730 h 586467"/>
              <a:gd name="connsiteX402" fmla="*/ 5523402 w 12192001"/>
              <a:gd name="connsiteY402" fmla="*/ 161176 h 586467"/>
              <a:gd name="connsiteX403" fmla="*/ 5531998 w 12192001"/>
              <a:gd name="connsiteY403" fmla="*/ 215455 h 586467"/>
              <a:gd name="connsiteX404" fmla="*/ 5532342 w 12192001"/>
              <a:gd name="connsiteY404" fmla="*/ 218372 h 586467"/>
              <a:gd name="connsiteX405" fmla="*/ 5535689 w 12192001"/>
              <a:gd name="connsiteY405" fmla="*/ 218372 h 586467"/>
              <a:gd name="connsiteX406" fmla="*/ 5537834 w 12192001"/>
              <a:gd name="connsiteY406" fmla="*/ 213428 h 586467"/>
              <a:gd name="connsiteX407" fmla="*/ 5539523 w 12192001"/>
              <a:gd name="connsiteY407" fmla="*/ 209361 h 586467"/>
              <a:gd name="connsiteX408" fmla="*/ 5566179 w 12192001"/>
              <a:gd name="connsiteY408" fmla="*/ 128441 h 586467"/>
              <a:gd name="connsiteX409" fmla="*/ 5580460 w 12192001"/>
              <a:gd name="connsiteY409" fmla="*/ 45064 h 586467"/>
              <a:gd name="connsiteX410" fmla="*/ 5596072 w 12192001"/>
              <a:gd name="connsiteY410" fmla="*/ 129417 h 586467"/>
              <a:gd name="connsiteX411" fmla="*/ 5598738 w 12192001"/>
              <a:gd name="connsiteY411" fmla="*/ 215408 h 586467"/>
              <a:gd name="connsiteX412" fmla="*/ 5598560 w 12192001"/>
              <a:gd name="connsiteY412" fmla="*/ 218372 h 586467"/>
              <a:gd name="connsiteX413" fmla="*/ 5599732 w 12192001"/>
              <a:gd name="connsiteY413" fmla="*/ 218372 h 586467"/>
              <a:gd name="connsiteX414" fmla="*/ 5606941 w 12192001"/>
              <a:gd name="connsiteY414" fmla="*/ 196071 h 586467"/>
              <a:gd name="connsiteX415" fmla="*/ 5618539 w 12192001"/>
              <a:gd name="connsiteY415" fmla="*/ 163555 h 586467"/>
              <a:gd name="connsiteX416" fmla="*/ 5649765 w 12192001"/>
              <a:gd name="connsiteY416" fmla="*/ 89854 h 586467"/>
              <a:gd name="connsiteX417" fmla="*/ 5648242 w 12192001"/>
              <a:gd name="connsiteY417" fmla="*/ 166014 h 586467"/>
              <a:gd name="connsiteX418" fmla="*/ 5651027 w 12192001"/>
              <a:gd name="connsiteY418" fmla="*/ 217998 h 586467"/>
              <a:gd name="connsiteX419" fmla="*/ 5651060 w 12192001"/>
              <a:gd name="connsiteY419" fmla="*/ 218372 h 586467"/>
              <a:gd name="connsiteX420" fmla="*/ 5700101 w 12192001"/>
              <a:gd name="connsiteY420" fmla="*/ 218372 h 586467"/>
              <a:gd name="connsiteX421" fmla="*/ 5701852 w 12192001"/>
              <a:gd name="connsiteY421" fmla="*/ 212027 h 586467"/>
              <a:gd name="connsiteX422" fmla="*/ 5703712 w 12192001"/>
              <a:gd name="connsiteY422" fmla="*/ 204757 h 586467"/>
              <a:gd name="connsiteX423" fmla="*/ 5719643 w 12192001"/>
              <a:gd name="connsiteY423" fmla="*/ 119117 h 586467"/>
              <a:gd name="connsiteX424" fmla="*/ 5725164 w 12192001"/>
              <a:gd name="connsiteY424" fmla="*/ 32110 h 586467"/>
              <a:gd name="connsiteX425" fmla="*/ 5749535 w 12192001"/>
              <a:gd name="connsiteY425" fmla="*/ 118453 h 586467"/>
              <a:gd name="connsiteX426" fmla="*/ 5763498 w 12192001"/>
              <a:gd name="connsiteY426" fmla="*/ 206708 h 586467"/>
              <a:gd name="connsiteX427" fmla="*/ 5763916 w 12192001"/>
              <a:gd name="connsiteY427" fmla="*/ 211154 h 586467"/>
              <a:gd name="connsiteX428" fmla="*/ 5764492 w 12192001"/>
              <a:gd name="connsiteY428" fmla="*/ 218372 h 586467"/>
              <a:gd name="connsiteX429" fmla="*/ 5781430 w 12192001"/>
              <a:gd name="connsiteY429" fmla="*/ 218372 h 586467"/>
              <a:gd name="connsiteX430" fmla="*/ 5793518 w 12192001"/>
              <a:gd name="connsiteY430" fmla="*/ 175182 h 586467"/>
              <a:gd name="connsiteX431" fmla="*/ 5808877 w 12192001"/>
              <a:gd name="connsiteY431" fmla="*/ 96331 h 586467"/>
              <a:gd name="connsiteX432" fmla="*/ 5823410 w 12192001"/>
              <a:gd name="connsiteY432" fmla="*/ 175923 h 586467"/>
              <a:gd name="connsiteX433" fmla="*/ 5826821 w 12192001"/>
              <a:gd name="connsiteY433" fmla="*/ 205464 h 586467"/>
              <a:gd name="connsiteX434" fmla="*/ 5827878 w 12192001"/>
              <a:gd name="connsiteY434" fmla="*/ 218372 h 586467"/>
              <a:gd name="connsiteX435" fmla="*/ 5854340 w 12192001"/>
              <a:gd name="connsiteY435" fmla="*/ 218372 h 586467"/>
              <a:gd name="connsiteX436" fmla="*/ 5860856 w 12192001"/>
              <a:gd name="connsiteY436" fmla="*/ 206122 h 586467"/>
              <a:gd name="connsiteX437" fmla="*/ 5892590 w 12192001"/>
              <a:gd name="connsiteY437" fmla="*/ 156454 h 586467"/>
              <a:gd name="connsiteX438" fmla="*/ 5931114 w 12192001"/>
              <a:gd name="connsiteY438" fmla="*/ 109830 h 586467"/>
              <a:gd name="connsiteX439" fmla="*/ 5950535 w 12192001"/>
              <a:gd name="connsiteY439" fmla="*/ 89815 h 586467"/>
              <a:gd name="connsiteX440" fmla="*/ 5920896 w 12192001"/>
              <a:gd name="connsiteY440" fmla="*/ 163088 h 586467"/>
              <a:gd name="connsiteX441" fmla="*/ 5909979 w 12192001"/>
              <a:gd name="connsiteY441" fmla="*/ 214121 h 586467"/>
              <a:gd name="connsiteX442" fmla="*/ 5909469 w 12192001"/>
              <a:gd name="connsiteY442" fmla="*/ 218372 h 586467"/>
              <a:gd name="connsiteX443" fmla="*/ 5930597 w 12192001"/>
              <a:gd name="connsiteY443" fmla="*/ 218372 h 586467"/>
              <a:gd name="connsiteX444" fmla="*/ 5979984 w 12192001"/>
              <a:gd name="connsiteY444" fmla="*/ 141356 h 586467"/>
              <a:gd name="connsiteX445" fmla="*/ 5969615 w 12192001"/>
              <a:gd name="connsiteY445" fmla="*/ 218372 h 586467"/>
              <a:gd name="connsiteX446" fmla="*/ 5990637 w 12192001"/>
              <a:gd name="connsiteY446" fmla="*/ 218372 h 586467"/>
              <a:gd name="connsiteX447" fmla="*/ 5993946 w 12192001"/>
              <a:gd name="connsiteY447" fmla="*/ 199763 h 586467"/>
              <a:gd name="connsiteX448" fmla="*/ 5998579 w 12192001"/>
              <a:gd name="connsiteY448" fmla="*/ 134099 h 586467"/>
              <a:gd name="connsiteX449" fmla="*/ 5989757 w 12192001"/>
              <a:gd name="connsiteY449" fmla="*/ 68240 h 586467"/>
              <a:gd name="connsiteX450" fmla="*/ 5982903 w 12192001"/>
              <a:gd name="connsiteY450" fmla="*/ 46703 h 586467"/>
              <a:gd name="connsiteX451" fmla="*/ 5980047 w 12192001"/>
              <a:gd name="connsiteY451" fmla="*/ 38665 h 586467"/>
              <a:gd name="connsiteX452" fmla="*/ 5985315 w 12192001"/>
              <a:gd name="connsiteY452" fmla="*/ 46078 h 586467"/>
              <a:gd name="connsiteX453" fmla="*/ 5998706 w 12192001"/>
              <a:gd name="connsiteY453" fmla="*/ 66445 h 586467"/>
              <a:gd name="connsiteX454" fmla="*/ 6028282 w 12192001"/>
              <a:gd name="connsiteY454" fmla="*/ 131680 h 586467"/>
              <a:gd name="connsiteX455" fmla="*/ 6039071 w 12192001"/>
              <a:gd name="connsiteY455" fmla="*/ 171437 h 586467"/>
              <a:gd name="connsiteX456" fmla="*/ 6040848 w 12192001"/>
              <a:gd name="connsiteY456" fmla="*/ 161332 h 586467"/>
              <a:gd name="connsiteX457" fmla="*/ 6058746 w 12192001"/>
              <a:gd name="connsiteY457" fmla="*/ 100155 h 586467"/>
              <a:gd name="connsiteX458" fmla="*/ 6066679 w 12192001"/>
              <a:gd name="connsiteY458" fmla="*/ 80452 h 586467"/>
              <a:gd name="connsiteX459" fmla="*/ 6069789 w 12192001"/>
              <a:gd name="connsiteY459" fmla="*/ 73038 h 586467"/>
              <a:gd name="connsiteX460" fmla="*/ 6069218 w 12192001"/>
              <a:gd name="connsiteY460" fmla="*/ 80764 h 586467"/>
              <a:gd name="connsiteX461" fmla="*/ 6068012 w 12192001"/>
              <a:gd name="connsiteY461" fmla="*/ 101013 h 586467"/>
              <a:gd name="connsiteX462" fmla="*/ 6070806 w 12192001"/>
              <a:gd name="connsiteY462" fmla="*/ 161956 h 586467"/>
              <a:gd name="connsiteX463" fmla="*/ 6076319 w 12192001"/>
              <a:gd name="connsiteY463" fmla="*/ 194042 h 586467"/>
              <a:gd name="connsiteX464" fmla="*/ 6082310 w 12192001"/>
              <a:gd name="connsiteY464" fmla="*/ 218372 h 586467"/>
              <a:gd name="connsiteX465" fmla="*/ 6118430 w 12192001"/>
              <a:gd name="connsiteY465" fmla="*/ 218372 h 586467"/>
              <a:gd name="connsiteX466" fmla="*/ 6108060 w 12192001"/>
              <a:gd name="connsiteY466" fmla="*/ 141356 h 586467"/>
              <a:gd name="connsiteX467" fmla="*/ 6157447 w 12192001"/>
              <a:gd name="connsiteY467" fmla="*/ 218372 h 586467"/>
              <a:gd name="connsiteX468" fmla="*/ 6178574 w 12192001"/>
              <a:gd name="connsiteY468" fmla="*/ 218372 h 586467"/>
              <a:gd name="connsiteX469" fmla="*/ 6178064 w 12192001"/>
              <a:gd name="connsiteY469" fmla="*/ 214121 h 586467"/>
              <a:gd name="connsiteX470" fmla="*/ 6167084 w 12192001"/>
              <a:gd name="connsiteY470" fmla="*/ 163088 h 586467"/>
              <a:gd name="connsiteX471" fmla="*/ 6137509 w 12192001"/>
              <a:gd name="connsiteY471" fmla="*/ 89815 h 586467"/>
              <a:gd name="connsiteX472" fmla="*/ 6156866 w 12192001"/>
              <a:gd name="connsiteY472" fmla="*/ 109830 h 586467"/>
              <a:gd name="connsiteX473" fmla="*/ 6195390 w 12192001"/>
              <a:gd name="connsiteY473" fmla="*/ 156454 h 586467"/>
              <a:gd name="connsiteX474" fmla="*/ 6227124 w 12192001"/>
              <a:gd name="connsiteY474" fmla="*/ 206122 h 586467"/>
              <a:gd name="connsiteX475" fmla="*/ 6233681 w 12192001"/>
              <a:gd name="connsiteY475" fmla="*/ 218372 h 586467"/>
              <a:gd name="connsiteX476" fmla="*/ 6260148 w 12192001"/>
              <a:gd name="connsiteY476" fmla="*/ 218372 h 586467"/>
              <a:gd name="connsiteX477" fmla="*/ 6261196 w 12192001"/>
              <a:gd name="connsiteY477" fmla="*/ 205464 h 586467"/>
              <a:gd name="connsiteX478" fmla="*/ 6264569 w 12192001"/>
              <a:gd name="connsiteY478" fmla="*/ 175923 h 586467"/>
              <a:gd name="connsiteX479" fmla="*/ 6279167 w 12192001"/>
              <a:gd name="connsiteY479" fmla="*/ 96331 h 586467"/>
              <a:gd name="connsiteX480" fmla="*/ 6294526 w 12192001"/>
              <a:gd name="connsiteY480" fmla="*/ 175182 h 586467"/>
              <a:gd name="connsiteX481" fmla="*/ 6306569 w 12192001"/>
              <a:gd name="connsiteY481" fmla="*/ 218372 h 586467"/>
              <a:gd name="connsiteX482" fmla="*/ 6323511 w 12192001"/>
              <a:gd name="connsiteY482" fmla="*/ 218372 h 586467"/>
              <a:gd name="connsiteX483" fmla="*/ 6324075 w 12192001"/>
              <a:gd name="connsiteY483" fmla="*/ 211154 h 586467"/>
              <a:gd name="connsiteX484" fmla="*/ 6324482 w 12192001"/>
              <a:gd name="connsiteY484" fmla="*/ 206708 h 586467"/>
              <a:gd name="connsiteX485" fmla="*/ 6338445 w 12192001"/>
              <a:gd name="connsiteY485" fmla="*/ 118453 h 586467"/>
              <a:gd name="connsiteX486" fmla="*/ 6362879 w 12192001"/>
              <a:gd name="connsiteY486" fmla="*/ 32188 h 586467"/>
              <a:gd name="connsiteX487" fmla="*/ 6368401 w 12192001"/>
              <a:gd name="connsiteY487" fmla="*/ 119117 h 586467"/>
              <a:gd name="connsiteX488" fmla="*/ 6384268 w 12192001"/>
              <a:gd name="connsiteY488" fmla="*/ 204757 h 586467"/>
              <a:gd name="connsiteX489" fmla="*/ 6386138 w 12192001"/>
              <a:gd name="connsiteY489" fmla="*/ 212027 h 586467"/>
              <a:gd name="connsiteX490" fmla="*/ 6387896 w 12192001"/>
              <a:gd name="connsiteY490" fmla="*/ 218372 h 586467"/>
              <a:gd name="connsiteX491" fmla="*/ 6436976 w 12192001"/>
              <a:gd name="connsiteY491" fmla="*/ 218372 h 586467"/>
              <a:gd name="connsiteX492" fmla="*/ 6437009 w 12192001"/>
              <a:gd name="connsiteY492" fmla="*/ 217998 h 586467"/>
              <a:gd name="connsiteX493" fmla="*/ 6439738 w 12192001"/>
              <a:gd name="connsiteY493" fmla="*/ 166014 h 586467"/>
              <a:gd name="connsiteX494" fmla="*/ 6438278 w 12192001"/>
              <a:gd name="connsiteY494" fmla="*/ 89854 h 586467"/>
              <a:gd name="connsiteX495" fmla="*/ 6469441 w 12192001"/>
              <a:gd name="connsiteY495" fmla="*/ 163555 h 586467"/>
              <a:gd name="connsiteX496" fmla="*/ 6481063 w 12192001"/>
              <a:gd name="connsiteY496" fmla="*/ 196071 h 586467"/>
              <a:gd name="connsiteX497" fmla="*/ 6488253 w 12192001"/>
              <a:gd name="connsiteY497" fmla="*/ 218372 h 586467"/>
              <a:gd name="connsiteX498" fmla="*/ 6489459 w 12192001"/>
              <a:gd name="connsiteY498" fmla="*/ 218372 h 586467"/>
              <a:gd name="connsiteX499" fmla="*/ 6489306 w 12192001"/>
              <a:gd name="connsiteY499" fmla="*/ 215408 h 586467"/>
              <a:gd name="connsiteX500" fmla="*/ 6491971 w 12192001"/>
              <a:gd name="connsiteY500" fmla="*/ 129417 h 586467"/>
              <a:gd name="connsiteX501" fmla="*/ 6507584 w 12192001"/>
              <a:gd name="connsiteY501" fmla="*/ 45064 h 586467"/>
              <a:gd name="connsiteX502" fmla="*/ 6521864 w 12192001"/>
              <a:gd name="connsiteY502" fmla="*/ 128441 h 586467"/>
              <a:gd name="connsiteX503" fmla="*/ 6548457 w 12192001"/>
              <a:gd name="connsiteY503" fmla="*/ 209361 h 586467"/>
              <a:gd name="connsiteX504" fmla="*/ 6550179 w 12192001"/>
              <a:gd name="connsiteY504" fmla="*/ 213428 h 586467"/>
              <a:gd name="connsiteX505" fmla="*/ 6552337 w 12192001"/>
              <a:gd name="connsiteY505" fmla="*/ 218372 h 586467"/>
              <a:gd name="connsiteX506" fmla="*/ 6555643 w 12192001"/>
              <a:gd name="connsiteY506" fmla="*/ 218372 h 586467"/>
              <a:gd name="connsiteX507" fmla="*/ 6555993 w 12192001"/>
              <a:gd name="connsiteY507" fmla="*/ 215455 h 586467"/>
              <a:gd name="connsiteX508" fmla="*/ 6564641 w 12192001"/>
              <a:gd name="connsiteY508" fmla="*/ 161176 h 586467"/>
              <a:gd name="connsiteX509" fmla="*/ 6578604 w 12192001"/>
              <a:gd name="connsiteY509" fmla="*/ 102730 h 586467"/>
              <a:gd name="connsiteX510" fmla="*/ 6594534 w 12192001"/>
              <a:gd name="connsiteY510" fmla="*/ 160356 h 586467"/>
              <a:gd name="connsiteX511" fmla="*/ 6614970 w 12192001"/>
              <a:gd name="connsiteY511" fmla="*/ 216813 h 586467"/>
              <a:gd name="connsiteX512" fmla="*/ 6615614 w 12192001"/>
              <a:gd name="connsiteY512" fmla="*/ 218372 h 586467"/>
              <a:gd name="connsiteX513" fmla="*/ 6656796 w 12192001"/>
              <a:gd name="connsiteY513" fmla="*/ 218372 h 586467"/>
              <a:gd name="connsiteX514" fmla="*/ 6659100 w 12192001"/>
              <a:gd name="connsiteY514" fmla="*/ 212690 h 586467"/>
              <a:gd name="connsiteX515" fmla="*/ 6660857 w 12192001"/>
              <a:gd name="connsiteY515" fmla="*/ 207917 h 586467"/>
              <a:gd name="connsiteX516" fmla="*/ 6666633 w 12192001"/>
              <a:gd name="connsiteY516" fmla="*/ 189150 h 586467"/>
              <a:gd name="connsiteX517" fmla="*/ 6674693 w 12192001"/>
              <a:gd name="connsiteY517" fmla="*/ 146779 h 586467"/>
              <a:gd name="connsiteX518" fmla="*/ 6673741 w 12192001"/>
              <a:gd name="connsiteY518" fmla="*/ 83378 h 586467"/>
              <a:gd name="connsiteX519" fmla="*/ 6684784 w 12192001"/>
              <a:gd name="connsiteY519" fmla="*/ 102067 h 586467"/>
              <a:gd name="connsiteX520" fmla="*/ 6704522 w 12192001"/>
              <a:gd name="connsiteY520" fmla="*/ 144945 h 586467"/>
              <a:gd name="connsiteX521" fmla="*/ 6720579 w 12192001"/>
              <a:gd name="connsiteY521" fmla="*/ 210609 h 586467"/>
              <a:gd name="connsiteX522" fmla="*/ 6721206 w 12192001"/>
              <a:gd name="connsiteY522" fmla="*/ 216393 h 586467"/>
              <a:gd name="connsiteX523" fmla="*/ 6721355 w 12192001"/>
              <a:gd name="connsiteY523" fmla="*/ 218372 h 586467"/>
              <a:gd name="connsiteX524" fmla="*/ 6724058 w 12192001"/>
              <a:gd name="connsiteY524" fmla="*/ 218372 h 586467"/>
              <a:gd name="connsiteX525" fmla="*/ 6724555 w 12192001"/>
              <a:gd name="connsiteY525" fmla="*/ 211663 h 586467"/>
              <a:gd name="connsiteX526" fmla="*/ 6730480 w 12192001"/>
              <a:gd name="connsiteY526" fmla="*/ 166209 h 586467"/>
              <a:gd name="connsiteX527" fmla="*/ 6749583 w 12192001"/>
              <a:gd name="connsiteY527" fmla="*/ 89932 h 586467"/>
              <a:gd name="connsiteX528" fmla="*/ 6760373 w 12192001"/>
              <a:gd name="connsiteY528" fmla="*/ 165974 h 586467"/>
              <a:gd name="connsiteX529" fmla="*/ 6774193 w 12192001"/>
              <a:gd name="connsiteY529" fmla="*/ 217027 h 586467"/>
              <a:gd name="connsiteX530" fmla="*/ 6774644 w 12192001"/>
              <a:gd name="connsiteY530" fmla="*/ 218372 h 586467"/>
              <a:gd name="connsiteX531" fmla="*/ 6810105 w 12192001"/>
              <a:gd name="connsiteY531" fmla="*/ 218372 h 586467"/>
              <a:gd name="connsiteX532" fmla="*/ 6812607 w 12192001"/>
              <a:gd name="connsiteY532" fmla="*/ 188136 h 586467"/>
              <a:gd name="connsiteX533" fmla="*/ 6814320 w 12192001"/>
              <a:gd name="connsiteY533" fmla="*/ 109128 h 586467"/>
              <a:gd name="connsiteX534" fmla="*/ 6842436 w 12192001"/>
              <a:gd name="connsiteY534" fmla="*/ 186302 h 586467"/>
              <a:gd name="connsiteX535" fmla="*/ 6849036 w 12192001"/>
              <a:gd name="connsiteY535" fmla="*/ 207175 h 586467"/>
              <a:gd name="connsiteX536" fmla="*/ 6863824 w 12192001"/>
              <a:gd name="connsiteY536" fmla="*/ 44869 h 586467"/>
              <a:gd name="connsiteX537" fmla="*/ 6900702 w 12192001"/>
              <a:gd name="connsiteY537" fmla="*/ 218372 h 586467"/>
              <a:gd name="connsiteX538" fmla="*/ 6919664 w 12192001"/>
              <a:gd name="connsiteY538" fmla="*/ 218372 h 586467"/>
              <a:gd name="connsiteX539" fmla="*/ 6920119 w 12192001"/>
              <a:gd name="connsiteY539" fmla="*/ 214081 h 586467"/>
              <a:gd name="connsiteX540" fmla="*/ 6917644 w 12192001"/>
              <a:gd name="connsiteY540" fmla="*/ 147754 h 586467"/>
              <a:gd name="connsiteX541" fmla="*/ 6928751 w 12192001"/>
              <a:gd name="connsiteY541" fmla="*/ 167301 h 586467"/>
              <a:gd name="connsiteX542" fmla="*/ 6949822 w 12192001"/>
              <a:gd name="connsiteY542" fmla="*/ 211546 h 586467"/>
              <a:gd name="connsiteX543" fmla="*/ 6952204 w 12192001"/>
              <a:gd name="connsiteY543" fmla="*/ 218372 h 586467"/>
              <a:gd name="connsiteX544" fmla="*/ 6967487 w 12192001"/>
              <a:gd name="connsiteY544" fmla="*/ 218372 h 586467"/>
              <a:gd name="connsiteX545" fmla="*/ 6967592 w 12192001"/>
              <a:gd name="connsiteY545" fmla="*/ 216539 h 586467"/>
              <a:gd name="connsiteX546" fmla="*/ 6969179 w 12192001"/>
              <a:gd name="connsiteY546" fmla="*/ 193364 h 586467"/>
              <a:gd name="connsiteX547" fmla="*/ 6980603 w 12192001"/>
              <a:gd name="connsiteY547" fmla="*/ 123837 h 586467"/>
              <a:gd name="connsiteX548" fmla="*/ 7001992 w 12192001"/>
              <a:gd name="connsiteY548" fmla="*/ 56105 h 586467"/>
              <a:gd name="connsiteX549" fmla="*/ 7011131 w 12192001"/>
              <a:gd name="connsiteY549" fmla="*/ 34256 h 586467"/>
              <a:gd name="connsiteX550" fmla="*/ 7014685 w 12192001"/>
              <a:gd name="connsiteY550" fmla="*/ 26024 h 586467"/>
              <a:gd name="connsiteX551" fmla="*/ 7013606 w 12192001"/>
              <a:gd name="connsiteY551" fmla="*/ 34607 h 586467"/>
              <a:gd name="connsiteX552" fmla="*/ 7011258 w 12192001"/>
              <a:gd name="connsiteY552" fmla="*/ 57120 h 586467"/>
              <a:gd name="connsiteX553" fmla="*/ 7010496 w 12192001"/>
              <a:gd name="connsiteY553" fmla="*/ 125086 h 586467"/>
              <a:gd name="connsiteX554" fmla="*/ 7019636 w 12192001"/>
              <a:gd name="connsiteY554" fmla="*/ 192155 h 586467"/>
              <a:gd name="connsiteX555" fmla="*/ 7024713 w 12192001"/>
              <a:gd name="connsiteY555" fmla="*/ 213925 h 586467"/>
              <a:gd name="connsiteX556" fmla="*/ 7025810 w 12192001"/>
              <a:gd name="connsiteY556" fmla="*/ 218372 h 586467"/>
              <a:gd name="connsiteX557" fmla="*/ 7065645 w 12192001"/>
              <a:gd name="connsiteY557" fmla="*/ 218372 h 586467"/>
              <a:gd name="connsiteX558" fmla="*/ 7065953 w 12192001"/>
              <a:gd name="connsiteY558" fmla="*/ 217067 h 586467"/>
              <a:gd name="connsiteX559" fmla="*/ 7085133 w 12192001"/>
              <a:gd name="connsiteY559" fmla="*/ 114044 h 586467"/>
              <a:gd name="connsiteX560" fmla="*/ 7095478 w 12192001"/>
              <a:gd name="connsiteY560" fmla="*/ 0 h 586467"/>
              <a:gd name="connsiteX561" fmla="*/ 7115090 w 12192001"/>
              <a:gd name="connsiteY561" fmla="*/ 114161 h 586467"/>
              <a:gd name="connsiteX562" fmla="*/ 7121928 w 12192001"/>
              <a:gd name="connsiteY562" fmla="*/ 193476 h 586467"/>
              <a:gd name="connsiteX563" fmla="*/ 7123010 w 12192001"/>
              <a:gd name="connsiteY563" fmla="*/ 218372 h 586467"/>
              <a:gd name="connsiteX564" fmla="*/ 7151790 w 12192001"/>
              <a:gd name="connsiteY564" fmla="*/ 218372 h 586467"/>
              <a:gd name="connsiteX565" fmla="*/ 7152672 w 12192001"/>
              <a:gd name="connsiteY565" fmla="*/ 215700 h 586467"/>
              <a:gd name="connsiteX566" fmla="*/ 7186427 w 12192001"/>
              <a:gd name="connsiteY566" fmla="*/ 124188 h 586467"/>
              <a:gd name="connsiteX567" fmla="*/ 7230536 w 12192001"/>
              <a:gd name="connsiteY567" fmla="*/ 26180 h 586467"/>
              <a:gd name="connsiteX568" fmla="*/ 7224888 w 12192001"/>
              <a:gd name="connsiteY568" fmla="*/ 60007 h 586467"/>
              <a:gd name="connsiteX569" fmla="*/ 7228695 w 12192001"/>
              <a:gd name="connsiteY569" fmla="*/ 38509 h 586467"/>
              <a:gd name="connsiteX570" fmla="*/ 7244182 w 12192001"/>
              <a:gd name="connsiteY570" fmla="*/ 130002 h 586467"/>
              <a:gd name="connsiteX571" fmla="*/ 7262175 w 12192001"/>
              <a:gd name="connsiteY571" fmla="*/ 212982 h 586467"/>
              <a:gd name="connsiteX572" fmla="*/ 7263474 w 12192001"/>
              <a:gd name="connsiteY572" fmla="*/ 218372 h 586467"/>
              <a:gd name="connsiteX573" fmla="*/ 7279143 w 12192001"/>
              <a:gd name="connsiteY573" fmla="*/ 218372 h 586467"/>
              <a:gd name="connsiteX574" fmla="*/ 7280104 w 12192001"/>
              <a:gd name="connsiteY574" fmla="*/ 198436 h 586467"/>
              <a:gd name="connsiteX575" fmla="*/ 7274392 w 12192001"/>
              <a:gd name="connsiteY575" fmla="*/ 128597 h 586467"/>
              <a:gd name="connsiteX576" fmla="*/ 7309679 w 12192001"/>
              <a:gd name="connsiteY576" fmla="*/ 195393 h 586467"/>
              <a:gd name="connsiteX577" fmla="*/ 7318357 w 12192001"/>
              <a:gd name="connsiteY577" fmla="*/ 218372 h 586467"/>
              <a:gd name="connsiteX578" fmla="*/ 7361240 w 12192001"/>
              <a:gd name="connsiteY578" fmla="*/ 218372 h 586467"/>
              <a:gd name="connsiteX579" fmla="*/ 7364071 w 12192001"/>
              <a:gd name="connsiteY579" fmla="*/ 210843 h 586467"/>
              <a:gd name="connsiteX580" fmla="*/ 7383682 w 12192001"/>
              <a:gd name="connsiteY580" fmla="*/ 144282 h 586467"/>
              <a:gd name="connsiteX581" fmla="*/ 7394979 w 12192001"/>
              <a:gd name="connsiteY581" fmla="*/ 76237 h 586467"/>
              <a:gd name="connsiteX582" fmla="*/ 7396883 w 12192001"/>
              <a:gd name="connsiteY582" fmla="*/ 53569 h 586467"/>
              <a:gd name="connsiteX583" fmla="*/ 7397455 w 12192001"/>
              <a:gd name="connsiteY583" fmla="*/ 44947 h 586467"/>
              <a:gd name="connsiteX584" fmla="*/ 7399422 w 12192001"/>
              <a:gd name="connsiteY584" fmla="*/ 53452 h 586467"/>
              <a:gd name="connsiteX585" fmla="*/ 7404309 w 12192001"/>
              <a:gd name="connsiteY585" fmla="*/ 76043 h 586467"/>
              <a:gd name="connsiteX586" fmla="*/ 7413575 w 12192001"/>
              <a:gd name="connsiteY586" fmla="*/ 145335 h 586467"/>
              <a:gd name="connsiteX587" fmla="*/ 7414083 w 12192001"/>
              <a:gd name="connsiteY587" fmla="*/ 215486 h 586467"/>
              <a:gd name="connsiteX588" fmla="*/ 7413918 w 12192001"/>
              <a:gd name="connsiteY588" fmla="*/ 218372 h 586467"/>
              <a:gd name="connsiteX589" fmla="*/ 7472465 w 12192001"/>
              <a:gd name="connsiteY589" fmla="*/ 218372 h 586467"/>
              <a:gd name="connsiteX590" fmla="*/ 7471455 w 12192001"/>
              <a:gd name="connsiteY590" fmla="*/ 206300 h 586467"/>
              <a:gd name="connsiteX591" fmla="*/ 7469933 w 12192001"/>
              <a:gd name="connsiteY591" fmla="*/ 173193 h 586467"/>
              <a:gd name="connsiteX592" fmla="*/ 7472663 w 12192001"/>
              <a:gd name="connsiteY592" fmla="*/ 83495 h 586467"/>
              <a:gd name="connsiteX593" fmla="*/ 7499573 w 12192001"/>
              <a:gd name="connsiteY593" fmla="*/ 170501 h 586467"/>
              <a:gd name="connsiteX594" fmla="*/ 7511839 w 12192001"/>
              <a:gd name="connsiteY594" fmla="*/ 201907 h 586467"/>
              <a:gd name="connsiteX595" fmla="*/ 7518949 w 12192001"/>
              <a:gd name="connsiteY595" fmla="*/ 218372 h 586467"/>
              <a:gd name="connsiteX596" fmla="*/ 7577392 w 12192001"/>
              <a:gd name="connsiteY596" fmla="*/ 218372 h 586467"/>
              <a:gd name="connsiteX597" fmla="*/ 7578208 w 12192001"/>
              <a:gd name="connsiteY597" fmla="*/ 211428 h 586467"/>
              <a:gd name="connsiteX598" fmla="*/ 7579414 w 12192001"/>
              <a:gd name="connsiteY598" fmla="*/ 151851 h 586467"/>
              <a:gd name="connsiteX599" fmla="*/ 7571671 w 12192001"/>
              <a:gd name="connsiteY599" fmla="*/ 91844 h 586467"/>
              <a:gd name="connsiteX600" fmla="*/ 7567229 w 12192001"/>
              <a:gd name="connsiteY600" fmla="*/ 72102 h 586467"/>
              <a:gd name="connsiteX601" fmla="*/ 7565451 w 12192001"/>
              <a:gd name="connsiteY601" fmla="*/ 64689 h 586467"/>
              <a:gd name="connsiteX602" fmla="*/ 7569703 w 12192001"/>
              <a:gd name="connsiteY602" fmla="*/ 71595 h 586467"/>
              <a:gd name="connsiteX603" fmla="*/ 7580747 w 12192001"/>
              <a:gd name="connsiteY603" fmla="*/ 90284 h 586467"/>
              <a:gd name="connsiteX604" fmla="*/ 7608926 w 12192001"/>
              <a:gd name="connsiteY604" fmla="*/ 148730 h 586467"/>
              <a:gd name="connsiteX605" fmla="*/ 7628601 w 12192001"/>
              <a:gd name="connsiteY605" fmla="*/ 209438 h 586467"/>
              <a:gd name="connsiteX606" fmla="*/ 7630630 w 12192001"/>
              <a:gd name="connsiteY606" fmla="*/ 218372 h 586467"/>
              <a:gd name="connsiteX607" fmla="*/ 7686702 w 12192001"/>
              <a:gd name="connsiteY607" fmla="*/ 218372 h 586467"/>
              <a:gd name="connsiteX608" fmla="*/ 7690481 w 12192001"/>
              <a:gd name="connsiteY608" fmla="*/ 205264 h 586467"/>
              <a:gd name="connsiteX609" fmla="*/ 7691370 w 12192001"/>
              <a:gd name="connsiteY609" fmla="*/ 201908 h 586467"/>
              <a:gd name="connsiteX610" fmla="*/ 7698148 w 12192001"/>
              <a:gd name="connsiteY610" fmla="*/ 218372 h 586467"/>
              <a:gd name="connsiteX611" fmla="*/ 7838682 w 12192001"/>
              <a:gd name="connsiteY611" fmla="*/ 218372 h 586467"/>
              <a:gd name="connsiteX612" fmla="*/ 7843881 w 12192001"/>
              <a:gd name="connsiteY612" fmla="*/ 165858 h 586467"/>
              <a:gd name="connsiteX613" fmla="*/ 7855834 w 12192001"/>
              <a:gd name="connsiteY613" fmla="*/ 196415 h 586467"/>
              <a:gd name="connsiteX614" fmla="*/ 7864912 w 12192001"/>
              <a:gd name="connsiteY614" fmla="*/ 218372 h 586467"/>
              <a:gd name="connsiteX615" fmla="*/ 7949815 w 12192001"/>
              <a:gd name="connsiteY615" fmla="*/ 218372 h 586467"/>
              <a:gd name="connsiteX616" fmla="*/ 7951965 w 12192001"/>
              <a:gd name="connsiteY616" fmla="*/ 212091 h 586467"/>
              <a:gd name="connsiteX617" fmla="*/ 7954144 w 12192001"/>
              <a:gd name="connsiteY617" fmla="*/ 218372 h 586467"/>
              <a:gd name="connsiteX618" fmla="*/ 8039018 w 12192001"/>
              <a:gd name="connsiteY618" fmla="*/ 218372 h 586467"/>
              <a:gd name="connsiteX619" fmla="*/ 8048097 w 12192001"/>
              <a:gd name="connsiteY619" fmla="*/ 196415 h 586467"/>
              <a:gd name="connsiteX620" fmla="*/ 8060049 w 12192001"/>
              <a:gd name="connsiteY620" fmla="*/ 165858 h 586467"/>
              <a:gd name="connsiteX621" fmla="*/ 8065249 w 12192001"/>
              <a:gd name="connsiteY621" fmla="*/ 218372 h 586467"/>
              <a:gd name="connsiteX622" fmla="*/ 8205783 w 12192001"/>
              <a:gd name="connsiteY622" fmla="*/ 218372 h 586467"/>
              <a:gd name="connsiteX623" fmla="*/ 8212560 w 12192001"/>
              <a:gd name="connsiteY623" fmla="*/ 201908 h 586467"/>
              <a:gd name="connsiteX624" fmla="*/ 8213449 w 12192001"/>
              <a:gd name="connsiteY624" fmla="*/ 205264 h 586467"/>
              <a:gd name="connsiteX625" fmla="*/ 8217235 w 12192001"/>
              <a:gd name="connsiteY625" fmla="*/ 218372 h 586467"/>
              <a:gd name="connsiteX626" fmla="*/ 8273329 w 12192001"/>
              <a:gd name="connsiteY626" fmla="*/ 218372 h 586467"/>
              <a:gd name="connsiteX627" fmla="*/ 8275329 w 12192001"/>
              <a:gd name="connsiteY627" fmla="*/ 209438 h 586467"/>
              <a:gd name="connsiteX628" fmla="*/ 8295004 w 12192001"/>
              <a:gd name="connsiteY628" fmla="*/ 148730 h 586467"/>
              <a:gd name="connsiteX629" fmla="*/ 8323183 w 12192001"/>
              <a:gd name="connsiteY629" fmla="*/ 90284 h 586467"/>
              <a:gd name="connsiteX630" fmla="*/ 8334290 w 12192001"/>
              <a:gd name="connsiteY630" fmla="*/ 71595 h 586467"/>
              <a:gd name="connsiteX631" fmla="*/ 8338478 w 12192001"/>
              <a:gd name="connsiteY631" fmla="*/ 64689 h 586467"/>
              <a:gd name="connsiteX632" fmla="*/ 8336702 w 12192001"/>
              <a:gd name="connsiteY632" fmla="*/ 72102 h 586467"/>
              <a:gd name="connsiteX633" fmla="*/ 8332259 w 12192001"/>
              <a:gd name="connsiteY633" fmla="*/ 91844 h 586467"/>
              <a:gd name="connsiteX634" fmla="*/ 8324579 w 12192001"/>
              <a:gd name="connsiteY634" fmla="*/ 151851 h 586467"/>
              <a:gd name="connsiteX635" fmla="*/ 8325785 w 12192001"/>
              <a:gd name="connsiteY635" fmla="*/ 211428 h 586467"/>
              <a:gd name="connsiteX636" fmla="*/ 8326579 w 12192001"/>
              <a:gd name="connsiteY636" fmla="*/ 218372 h 586467"/>
              <a:gd name="connsiteX637" fmla="*/ 8385005 w 12192001"/>
              <a:gd name="connsiteY637" fmla="*/ 218372 h 586467"/>
              <a:gd name="connsiteX638" fmla="*/ 8392101 w 12192001"/>
              <a:gd name="connsiteY638" fmla="*/ 201907 h 586467"/>
              <a:gd name="connsiteX639" fmla="*/ 8404357 w 12192001"/>
              <a:gd name="connsiteY639" fmla="*/ 170501 h 586467"/>
              <a:gd name="connsiteX640" fmla="*/ 8431330 w 12192001"/>
              <a:gd name="connsiteY640" fmla="*/ 83495 h 586467"/>
              <a:gd name="connsiteX641" fmla="*/ 8433996 w 12192001"/>
              <a:gd name="connsiteY641" fmla="*/ 173193 h 586467"/>
              <a:gd name="connsiteX642" fmla="*/ 8432500 w 12192001"/>
              <a:gd name="connsiteY642" fmla="*/ 206300 h 586467"/>
              <a:gd name="connsiteX643" fmla="*/ 8431489 w 12192001"/>
              <a:gd name="connsiteY643" fmla="*/ 218372 h 586467"/>
              <a:gd name="connsiteX644" fmla="*/ 8490012 w 12192001"/>
              <a:gd name="connsiteY644" fmla="*/ 218372 h 586467"/>
              <a:gd name="connsiteX645" fmla="*/ 8489847 w 12192001"/>
              <a:gd name="connsiteY645" fmla="*/ 215486 h 586467"/>
              <a:gd name="connsiteX646" fmla="*/ 8490355 w 12192001"/>
              <a:gd name="connsiteY646" fmla="*/ 145335 h 586467"/>
              <a:gd name="connsiteX647" fmla="*/ 8499621 w 12192001"/>
              <a:gd name="connsiteY647" fmla="*/ 76043 h 586467"/>
              <a:gd name="connsiteX648" fmla="*/ 8504508 w 12192001"/>
              <a:gd name="connsiteY648" fmla="*/ 53452 h 586467"/>
              <a:gd name="connsiteX649" fmla="*/ 8506476 w 12192001"/>
              <a:gd name="connsiteY649" fmla="*/ 44947 h 586467"/>
              <a:gd name="connsiteX650" fmla="*/ 8507110 w 12192001"/>
              <a:gd name="connsiteY650" fmla="*/ 53569 h 586467"/>
              <a:gd name="connsiteX651" fmla="*/ 8508951 w 12192001"/>
              <a:gd name="connsiteY651" fmla="*/ 76237 h 586467"/>
              <a:gd name="connsiteX652" fmla="*/ 8520247 w 12192001"/>
              <a:gd name="connsiteY652" fmla="*/ 144282 h 586467"/>
              <a:gd name="connsiteX653" fmla="*/ 8539859 w 12192001"/>
              <a:gd name="connsiteY653" fmla="*/ 210843 h 586467"/>
              <a:gd name="connsiteX654" fmla="*/ 8542690 w 12192001"/>
              <a:gd name="connsiteY654" fmla="*/ 218372 h 586467"/>
              <a:gd name="connsiteX655" fmla="*/ 8585573 w 12192001"/>
              <a:gd name="connsiteY655" fmla="*/ 218372 h 586467"/>
              <a:gd name="connsiteX656" fmla="*/ 8594250 w 12192001"/>
              <a:gd name="connsiteY656" fmla="*/ 195393 h 586467"/>
              <a:gd name="connsiteX657" fmla="*/ 8629538 w 12192001"/>
              <a:gd name="connsiteY657" fmla="*/ 128597 h 586467"/>
              <a:gd name="connsiteX658" fmla="*/ 8623826 w 12192001"/>
              <a:gd name="connsiteY658" fmla="*/ 198436 h 586467"/>
              <a:gd name="connsiteX659" fmla="*/ 8624788 w 12192001"/>
              <a:gd name="connsiteY659" fmla="*/ 218372 h 586467"/>
              <a:gd name="connsiteX660" fmla="*/ 8640457 w 12192001"/>
              <a:gd name="connsiteY660" fmla="*/ 218372 h 586467"/>
              <a:gd name="connsiteX661" fmla="*/ 8641755 w 12192001"/>
              <a:gd name="connsiteY661" fmla="*/ 212982 h 586467"/>
              <a:gd name="connsiteX662" fmla="*/ 8659748 w 12192001"/>
              <a:gd name="connsiteY662" fmla="*/ 130002 h 586467"/>
              <a:gd name="connsiteX663" fmla="*/ 8675234 w 12192001"/>
              <a:gd name="connsiteY663" fmla="*/ 38509 h 586467"/>
              <a:gd name="connsiteX664" fmla="*/ 8679042 w 12192001"/>
              <a:gd name="connsiteY664" fmla="*/ 60046 h 586467"/>
              <a:gd name="connsiteX665" fmla="*/ 8673330 w 12192001"/>
              <a:gd name="connsiteY665" fmla="*/ 25985 h 586467"/>
              <a:gd name="connsiteX666" fmla="*/ 8717503 w 12192001"/>
              <a:gd name="connsiteY666" fmla="*/ 124188 h 586467"/>
              <a:gd name="connsiteX667" fmla="*/ 8751267 w 12192001"/>
              <a:gd name="connsiteY667" fmla="*/ 215700 h 586467"/>
              <a:gd name="connsiteX668" fmla="*/ 8752146 w 12192001"/>
              <a:gd name="connsiteY668" fmla="*/ 218372 h 586467"/>
              <a:gd name="connsiteX669" fmla="*/ 8780919 w 12192001"/>
              <a:gd name="connsiteY669" fmla="*/ 218372 h 586467"/>
              <a:gd name="connsiteX670" fmla="*/ 8782001 w 12192001"/>
              <a:gd name="connsiteY670" fmla="*/ 193476 h 586467"/>
              <a:gd name="connsiteX671" fmla="*/ 8788840 w 12192001"/>
              <a:gd name="connsiteY671" fmla="*/ 114161 h 586467"/>
              <a:gd name="connsiteX672" fmla="*/ 8808451 w 12192001"/>
              <a:gd name="connsiteY672" fmla="*/ 0 h 586467"/>
              <a:gd name="connsiteX673" fmla="*/ 8818796 w 12192001"/>
              <a:gd name="connsiteY673" fmla="*/ 114044 h 586467"/>
              <a:gd name="connsiteX674" fmla="*/ 8837976 w 12192001"/>
              <a:gd name="connsiteY674" fmla="*/ 217067 h 586467"/>
              <a:gd name="connsiteX675" fmla="*/ 8838284 w 12192001"/>
              <a:gd name="connsiteY675" fmla="*/ 218372 h 586467"/>
              <a:gd name="connsiteX676" fmla="*/ 8878119 w 12192001"/>
              <a:gd name="connsiteY676" fmla="*/ 218372 h 586467"/>
              <a:gd name="connsiteX677" fmla="*/ 8879217 w 12192001"/>
              <a:gd name="connsiteY677" fmla="*/ 213925 h 586467"/>
              <a:gd name="connsiteX678" fmla="*/ 8884294 w 12192001"/>
              <a:gd name="connsiteY678" fmla="*/ 192155 h 586467"/>
              <a:gd name="connsiteX679" fmla="*/ 8893433 w 12192001"/>
              <a:gd name="connsiteY679" fmla="*/ 125086 h 586467"/>
              <a:gd name="connsiteX680" fmla="*/ 8892735 w 12192001"/>
              <a:gd name="connsiteY680" fmla="*/ 57120 h 586467"/>
              <a:gd name="connsiteX681" fmla="*/ 8890324 w 12192001"/>
              <a:gd name="connsiteY681" fmla="*/ 34607 h 586467"/>
              <a:gd name="connsiteX682" fmla="*/ 8889244 w 12192001"/>
              <a:gd name="connsiteY682" fmla="*/ 26024 h 586467"/>
              <a:gd name="connsiteX683" fmla="*/ 8892862 w 12192001"/>
              <a:gd name="connsiteY683" fmla="*/ 34256 h 586467"/>
              <a:gd name="connsiteX684" fmla="*/ 8901938 w 12192001"/>
              <a:gd name="connsiteY684" fmla="*/ 56105 h 586467"/>
              <a:gd name="connsiteX685" fmla="*/ 8923326 w 12192001"/>
              <a:gd name="connsiteY685" fmla="*/ 123837 h 586467"/>
              <a:gd name="connsiteX686" fmla="*/ 8934750 w 12192001"/>
              <a:gd name="connsiteY686" fmla="*/ 193364 h 586467"/>
              <a:gd name="connsiteX687" fmla="*/ 8936401 w 12192001"/>
              <a:gd name="connsiteY687" fmla="*/ 216539 h 586467"/>
              <a:gd name="connsiteX688" fmla="*/ 8936493 w 12192001"/>
              <a:gd name="connsiteY688" fmla="*/ 218372 h 586467"/>
              <a:gd name="connsiteX689" fmla="*/ 8951725 w 12192001"/>
              <a:gd name="connsiteY689" fmla="*/ 218372 h 586467"/>
              <a:gd name="connsiteX690" fmla="*/ 8954107 w 12192001"/>
              <a:gd name="connsiteY690" fmla="*/ 211546 h 586467"/>
              <a:gd name="connsiteX691" fmla="*/ 8975179 w 12192001"/>
              <a:gd name="connsiteY691" fmla="*/ 167301 h 586467"/>
              <a:gd name="connsiteX692" fmla="*/ 8986286 w 12192001"/>
              <a:gd name="connsiteY692" fmla="*/ 147754 h 586467"/>
              <a:gd name="connsiteX693" fmla="*/ 8983810 w 12192001"/>
              <a:gd name="connsiteY693" fmla="*/ 214081 h 586467"/>
              <a:gd name="connsiteX694" fmla="*/ 8984266 w 12192001"/>
              <a:gd name="connsiteY694" fmla="*/ 218372 h 586467"/>
              <a:gd name="connsiteX695" fmla="*/ 9003229 w 12192001"/>
              <a:gd name="connsiteY695" fmla="*/ 218372 h 586467"/>
              <a:gd name="connsiteX696" fmla="*/ 9040105 w 12192001"/>
              <a:gd name="connsiteY696" fmla="*/ 44869 h 586467"/>
              <a:gd name="connsiteX697" fmla="*/ 9054893 w 12192001"/>
              <a:gd name="connsiteY697" fmla="*/ 207175 h 586467"/>
              <a:gd name="connsiteX698" fmla="*/ 9061494 w 12192001"/>
              <a:gd name="connsiteY698" fmla="*/ 186302 h 586467"/>
              <a:gd name="connsiteX699" fmla="*/ 9089610 w 12192001"/>
              <a:gd name="connsiteY699" fmla="*/ 109128 h 586467"/>
              <a:gd name="connsiteX700" fmla="*/ 9091323 w 12192001"/>
              <a:gd name="connsiteY700" fmla="*/ 188136 h 586467"/>
              <a:gd name="connsiteX701" fmla="*/ 9093825 w 12192001"/>
              <a:gd name="connsiteY701" fmla="*/ 218372 h 586467"/>
              <a:gd name="connsiteX702" fmla="*/ 9129285 w 12192001"/>
              <a:gd name="connsiteY702" fmla="*/ 218372 h 586467"/>
              <a:gd name="connsiteX703" fmla="*/ 9129737 w 12192001"/>
              <a:gd name="connsiteY703" fmla="*/ 217027 h 586467"/>
              <a:gd name="connsiteX704" fmla="*/ 9143557 w 12192001"/>
              <a:gd name="connsiteY704" fmla="*/ 165974 h 586467"/>
              <a:gd name="connsiteX705" fmla="*/ 9154346 w 12192001"/>
              <a:gd name="connsiteY705" fmla="*/ 89932 h 586467"/>
              <a:gd name="connsiteX706" fmla="*/ 9173513 w 12192001"/>
              <a:gd name="connsiteY706" fmla="*/ 166209 h 586467"/>
              <a:gd name="connsiteX707" fmla="*/ 9179384 w 12192001"/>
              <a:gd name="connsiteY707" fmla="*/ 211663 h 586467"/>
              <a:gd name="connsiteX708" fmla="*/ 9179877 w 12192001"/>
              <a:gd name="connsiteY708" fmla="*/ 218372 h 586467"/>
              <a:gd name="connsiteX709" fmla="*/ 9182596 w 12192001"/>
              <a:gd name="connsiteY709" fmla="*/ 218372 h 586467"/>
              <a:gd name="connsiteX710" fmla="*/ 9182747 w 12192001"/>
              <a:gd name="connsiteY710" fmla="*/ 216393 h 586467"/>
              <a:gd name="connsiteX711" fmla="*/ 9183350 w 12192001"/>
              <a:gd name="connsiteY711" fmla="*/ 210609 h 586467"/>
              <a:gd name="connsiteX712" fmla="*/ 9199471 w 12192001"/>
              <a:gd name="connsiteY712" fmla="*/ 144945 h 586467"/>
              <a:gd name="connsiteX713" fmla="*/ 9219145 w 12192001"/>
              <a:gd name="connsiteY713" fmla="*/ 102067 h 586467"/>
              <a:gd name="connsiteX714" fmla="*/ 9230189 w 12192001"/>
              <a:gd name="connsiteY714" fmla="*/ 83378 h 586467"/>
              <a:gd name="connsiteX715" fmla="*/ 9229237 w 12192001"/>
              <a:gd name="connsiteY715" fmla="*/ 146779 h 586467"/>
              <a:gd name="connsiteX716" fmla="*/ 9237360 w 12192001"/>
              <a:gd name="connsiteY716" fmla="*/ 189150 h 586467"/>
              <a:gd name="connsiteX717" fmla="*/ 9243073 w 12192001"/>
              <a:gd name="connsiteY717" fmla="*/ 207917 h 586467"/>
              <a:gd name="connsiteX718" fmla="*/ 9244830 w 12192001"/>
              <a:gd name="connsiteY718" fmla="*/ 212690 h 586467"/>
              <a:gd name="connsiteX719" fmla="*/ 9247134 w 12192001"/>
              <a:gd name="connsiteY719" fmla="*/ 218372 h 586467"/>
              <a:gd name="connsiteX720" fmla="*/ 9288315 w 12192001"/>
              <a:gd name="connsiteY720" fmla="*/ 218372 h 586467"/>
              <a:gd name="connsiteX721" fmla="*/ 9288959 w 12192001"/>
              <a:gd name="connsiteY721" fmla="*/ 216813 h 586467"/>
              <a:gd name="connsiteX722" fmla="*/ 9309396 w 12192001"/>
              <a:gd name="connsiteY722" fmla="*/ 160356 h 586467"/>
              <a:gd name="connsiteX723" fmla="*/ 9325326 w 12192001"/>
              <a:gd name="connsiteY723" fmla="*/ 102730 h 586467"/>
              <a:gd name="connsiteX724" fmla="*/ 9339289 w 12192001"/>
              <a:gd name="connsiteY724" fmla="*/ 161176 h 586467"/>
              <a:gd name="connsiteX725" fmla="*/ 9347937 w 12192001"/>
              <a:gd name="connsiteY725" fmla="*/ 215455 h 586467"/>
              <a:gd name="connsiteX726" fmla="*/ 9348288 w 12192001"/>
              <a:gd name="connsiteY726" fmla="*/ 218372 h 586467"/>
              <a:gd name="connsiteX727" fmla="*/ 9351606 w 12192001"/>
              <a:gd name="connsiteY727" fmla="*/ 218372 h 586467"/>
              <a:gd name="connsiteX728" fmla="*/ 9353775 w 12192001"/>
              <a:gd name="connsiteY728" fmla="*/ 213428 h 586467"/>
              <a:gd name="connsiteX729" fmla="*/ 9355473 w 12192001"/>
              <a:gd name="connsiteY729" fmla="*/ 209361 h 586467"/>
              <a:gd name="connsiteX730" fmla="*/ 9382065 w 12192001"/>
              <a:gd name="connsiteY730" fmla="*/ 128441 h 586467"/>
              <a:gd name="connsiteX731" fmla="*/ 9396345 w 12192001"/>
              <a:gd name="connsiteY731" fmla="*/ 45064 h 586467"/>
              <a:gd name="connsiteX732" fmla="*/ 9411958 w 12192001"/>
              <a:gd name="connsiteY732" fmla="*/ 129417 h 586467"/>
              <a:gd name="connsiteX733" fmla="*/ 9414624 w 12192001"/>
              <a:gd name="connsiteY733" fmla="*/ 215408 h 586467"/>
              <a:gd name="connsiteX734" fmla="*/ 9414472 w 12192001"/>
              <a:gd name="connsiteY734" fmla="*/ 218372 h 586467"/>
              <a:gd name="connsiteX735" fmla="*/ 9415681 w 12192001"/>
              <a:gd name="connsiteY735" fmla="*/ 218372 h 586467"/>
              <a:gd name="connsiteX736" fmla="*/ 9422890 w 12192001"/>
              <a:gd name="connsiteY736" fmla="*/ 196071 h 586467"/>
              <a:gd name="connsiteX737" fmla="*/ 9434489 w 12192001"/>
              <a:gd name="connsiteY737" fmla="*/ 163555 h 586467"/>
              <a:gd name="connsiteX738" fmla="*/ 9465652 w 12192001"/>
              <a:gd name="connsiteY738" fmla="*/ 89854 h 586467"/>
              <a:gd name="connsiteX739" fmla="*/ 9464191 w 12192001"/>
              <a:gd name="connsiteY739" fmla="*/ 166014 h 586467"/>
              <a:gd name="connsiteX740" fmla="*/ 9466953 w 12192001"/>
              <a:gd name="connsiteY740" fmla="*/ 217998 h 586467"/>
              <a:gd name="connsiteX741" fmla="*/ 9466986 w 12192001"/>
              <a:gd name="connsiteY741" fmla="*/ 218372 h 586467"/>
              <a:gd name="connsiteX742" fmla="*/ 9516051 w 12192001"/>
              <a:gd name="connsiteY742" fmla="*/ 218372 h 586467"/>
              <a:gd name="connsiteX743" fmla="*/ 9517802 w 12192001"/>
              <a:gd name="connsiteY743" fmla="*/ 212027 h 586467"/>
              <a:gd name="connsiteX744" fmla="*/ 9519662 w 12192001"/>
              <a:gd name="connsiteY744" fmla="*/ 204757 h 586467"/>
              <a:gd name="connsiteX745" fmla="*/ 9535592 w 12192001"/>
              <a:gd name="connsiteY745" fmla="*/ 119117 h 586467"/>
              <a:gd name="connsiteX746" fmla="*/ 9541050 w 12192001"/>
              <a:gd name="connsiteY746" fmla="*/ 32188 h 586467"/>
              <a:gd name="connsiteX747" fmla="*/ 9565485 w 12192001"/>
              <a:gd name="connsiteY747" fmla="*/ 118453 h 586467"/>
              <a:gd name="connsiteX748" fmla="*/ 9579447 w 12192001"/>
              <a:gd name="connsiteY748" fmla="*/ 206708 h 586467"/>
              <a:gd name="connsiteX749" fmla="*/ 9579856 w 12192001"/>
              <a:gd name="connsiteY749" fmla="*/ 211154 h 586467"/>
              <a:gd name="connsiteX750" fmla="*/ 9580423 w 12192001"/>
              <a:gd name="connsiteY750" fmla="*/ 218372 h 586467"/>
              <a:gd name="connsiteX751" fmla="*/ 9597379 w 12192001"/>
              <a:gd name="connsiteY751" fmla="*/ 218372 h 586467"/>
              <a:gd name="connsiteX752" fmla="*/ 9609467 w 12192001"/>
              <a:gd name="connsiteY752" fmla="*/ 175182 h 586467"/>
              <a:gd name="connsiteX753" fmla="*/ 9624763 w 12192001"/>
              <a:gd name="connsiteY753" fmla="*/ 96331 h 586467"/>
              <a:gd name="connsiteX754" fmla="*/ 9639361 w 12192001"/>
              <a:gd name="connsiteY754" fmla="*/ 175923 h 586467"/>
              <a:gd name="connsiteX755" fmla="*/ 9642735 w 12192001"/>
              <a:gd name="connsiteY755" fmla="*/ 205464 h 586467"/>
              <a:gd name="connsiteX756" fmla="*/ 9643782 w 12192001"/>
              <a:gd name="connsiteY756" fmla="*/ 218372 h 586467"/>
              <a:gd name="connsiteX757" fmla="*/ 9670266 w 12192001"/>
              <a:gd name="connsiteY757" fmla="*/ 218372 h 586467"/>
              <a:gd name="connsiteX758" fmla="*/ 9676805 w 12192001"/>
              <a:gd name="connsiteY758" fmla="*/ 206122 h 586467"/>
              <a:gd name="connsiteX759" fmla="*/ 9708539 w 12192001"/>
              <a:gd name="connsiteY759" fmla="*/ 156454 h 586467"/>
              <a:gd name="connsiteX760" fmla="*/ 9747064 w 12192001"/>
              <a:gd name="connsiteY760" fmla="*/ 109830 h 586467"/>
              <a:gd name="connsiteX761" fmla="*/ 9766422 w 12192001"/>
              <a:gd name="connsiteY761" fmla="*/ 89815 h 586467"/>
              <a:gd name="connsiteX762" fmla="*/ 9736846 w 12192001"/>
              <a:gd name="connsiteY762" fmla="*/ 163088 h 586467"/>
              <a:gd name="connsiteX763" fmla="*/ 9725930 w 12192001"/>
              <a:gd name="connsiteY763" fmla="*/ 214121 h 586467"/>
              <a:gd name="connsiteX764" fmla="*/ 9725406 w 12192001"/>
              <a:gd name="connsiteY764" fmla="*/ 218372 h 586467"/>
              <a:gd name="connsiteX765" fmla="*/ 9746483 w 12192001"/>
              <a:gd name="connsiteY765" fmla="*/ 218372 h 586467"/>
              <a:gd name="connsiteX766" fmla="*/ 9795870 w 12192001"/>
              <a:gd name="connsiteY766" fmla="*/ 141356 h 586467"/>
              <a:gd name="connsiteX767" fmla="*/ 9785500 w 12192001"/>
              <a:gd name="connsiteY767" fmla="*/ 218372 h 586467"/>
              <a:gd name="connsiteX768" fmla="*/ 9806524 w 12192001"/>
              <a:gd name="connsiteY768" fmla="*/ 218372 h 586467"/>
              <a:gd name="connsiteX769" fmla="*/ 9809833 w 12192001"/>
              <a:gd name="connsiteY769" fmla="*/ 199763 h 586467"/>
              <a:gd name="connsiteX770" fmla="*/ 9814466 w 12192001"/>
              <a:gd name="connsiteY770" fmla="*/ 134099 h 586467"/>
              <a:gd name="connsiteX771" fmla="*/ 9805644 w 12192001"/>
              <a:gd name="connsiteY771" fmla="*/ 68240 h 586467"/>
              <a:gd name="connsiteX772" fmla="*/ 9798790 w 12192001"/>
              <a:gd name="connsiteY772" fmla="*/ 46703 h 586467"/>
              <a:gd name="connsiteX773" fmla="*/ 9795933 w 12192001"/>
              <a:gd name="connsiteY773" fmla="*/ 38665 h 586467"/>
              <a:gd name="connsiteX774" fmla="*/ 9801201 w 12192001"/>
              <a:gd name="connsiteY774" fmla="*/ 46078 h 586467"/>
              <a:gd name="connsiteX775" fmla="*/ 9814656 w 12192001"/>
              <a:gd name="connsiteY775" fmla="*/ 66445 h 586467"/>
              <a:gd name="connsiteX776" fmla="*/ 9844231 w 12192001"/>
              <a:gd name="connsiteY776" fmla="*/ 131680 h 586467"/>
              <a:gd name="connsiteX777" fmla="*/ 9854958 w 12192001"/>
              <a:gd name="connsiteY777" fmla="*/ 171437 h 586467"/>
              <a:gd name="connsiteX778" fmla="*/ 9856798 w 12192001"/>
              <a:gd name="connsiteY778" fmla="*/ 161332 h 586467"/>
              <a:gd name="connsiteX779" fmla="*/ 9874696 w 12192001"/>
              <a:gd name="connsiteY779" fmla="*/ 100155 h 586467"/>
              <a:gd name="connsiteX780" fmla="*/ 9882629 w 12192001"/>
              <a:gd name="connsiteY780" fmla="*/ 80452 h 586467"/>
              <a:gd name="connsiteX781" fmla="*/ 9885739 w 12192001"/>
              <a:gd name="connsiteY781" fmla="*/ 73038 h 586467"/>
              <a:gd name="connsiteX782" fmla="*/ 9885168 w 12192001"/>
              <a:gd name="connsiteY782" fmla="*/ 80764 h 586467"/>
              <a:gd name="connsiteX783" fmla="*/ 9883962 w 12192001"/>
              <a:gd name="connsiteY783" fmla="*/ 101013 h 586467"/>
              <a:gd name="connsiteX784" fmla="*/ 9886691 w 12192001"/>
              <a:gd name="connsiteY784" fmla="*/ 161956 h 586467"/>
              <a:gd name="connsiteX785" fmla="*/ 9892236 w 12192001"/>
              <a:gd name="connsiteY785" fmla="*/ 194042 h 586467"/>
              <a:gd name="connsiteX786" fmla="*/ 9898256 w 12192001"/>
              <a:gd name="connsiteY786" fmla="*/ 218372 h 586467"/>
              <a:gd name="connsiteX787" fmla="*/ 9934341 w 12192001"/>
              <a:gd name="connsiteY787" fmla="*/ 218372 h 586467"/>
              <a:gd name="connsiteX788" fmla="*/ 9924010 w 12192001"/>
              <a:gd name="connsiteY788" fmla="*/ 141356 h 586467"/>
              <a:gd name="connsiteX789" fmla="*/ 9973397 w 12192001"/>
              <a:gd name="connsiteY789" fmla="*/ 218372 h 586467"/>
              <a:gd name="connsiteX790" fmla="*/ 9994468 w 12192001"/>
              <a:gd name="connsiteY790" fmla="*/ 218372 h 586467"/>
              <a:gd name="connsiteX791" fmla="*/ 9993950 w 12192001"/>
              <a:gd name="connsiteY791" fmla="*/ 214121 h 586467"/>
              <a:gd name="connsiteX792" fmla="*/ 9983033 w 12192001"/>
              <a:gd name="connsiteY792" fmla="*/ 163088 h 586467"/>
              <a:gd name="connsiteX793" fmla="*/ 9953458 w 12192001"/>
              <a:gd name="connsiteY793" fmla="*/ 89815 h 586467"/>
              <a:gd name="connsiteX794" fmla="*/ 9972815 w 12192001"/>
              <a:gd name="connsiteY794" fmla="*/ 109830 h 586467"/>
              <a:gd name="connsiteX795" fmla="*/ 10011340 w 12192001"/>
              <a:gd name="connsiteY795" fmla="*/ 156454 h 586467"/>
              <a:gd name="connsiteX796" fmla="*/ 10043074 w 12192001"/>
              <a:gd name="connsiteY796" fmla="*/ 206122 h 586467"/>
              <a:gd name="connsiteX797" fmla="*/ 10049590 w 12192001"/>
              <a:gd name="connsiteY797" fmla="*/ 218372 h 586467"/>
              <a:gd name="connsiteX798" fmla="*/ 10076072 w 12192001"/>
              <a:gd name="connsiteY798" fmla="*/ 218372 h 586467"/>
              <a:gd name="connsiteX799" fmla="*/ 10077119 w 12192001"/>
              <a:gd name="connsiteY799" fmla="*/ 205464 h 586467"/>
              <a:gd name="connsiteX800" fmla="*/ 10080519 w 12192001"/>
              <a:gd name="connsiteY800" fmla="*/ 175923 h 586467"/>
              <a:gd name="connsiteX801" fmla="*/ 10095053 w 12192001"/>
              <a:gd name="connsiteY801" fmla="*/ 96331 h 586467"/>
              <a:gd name="connsiteX802" fmla="*/ 10110412 w 12192001"/>
              <a:gd name="connsiteY802" fmla="*/ 175182 h 586467"/>
              <a:gd name="connsiteX803" fmla="*/ 10122500 w 12192001"/>
              <a:gd name="connsiteY803" fmla="*/ 218372 h 586467"/>
              <a:gd name="connsiteX804" fmla="*/ 10139456 w 12192001"/>
              <a:gd name="connsiteY804" fmla="*/ 218372 h 586467"/>
              <a:gd name="connsiteX805" fmla="*/ 10140023 w 12192001"/>
              <a:gd name="connsiteY805" fmla="*/ 211154 h 586467"/>
              <a:gd name="connsiteX806" fmla="*/ 10140432 w 12192001"/>
              <a:gd name="connsiteY806" fmla="*/ 206708 h 586467"/>
              <a:gd name="connsiteX807" fmla="*/ 10154394 w 12192001"/>
              <a:gd name="connsiteY807" fmla="*/ 118453 h 586467"/>
              <a:gd name="connsiteX808" fmla="*/ 10178830 w 12192001"/>
              <a:gd name="connsiteY808" fmla="*/ 32188 h 586467"/>
              <a:gd name="connsiteX809" fmla="*/ 10184288 w 12192001"/>
              <a:gd name="connsiteY809" fmla="*/ 119117 h 586467"/>
              <a:gd name="connsiteX810" fmla="*/ 10200218 w 12192001"/>
              <a:gd name="connsiteY810" fmla="*/ 204757 h 586467"/>
              <a:gd name="connsiteX811" fmla="*/ 10202078 w 12192001"/>
              <a:gd name="connsiteY811" fmla="*/ 212027 h 586467"/>
              <a:gd name="connsiteX812" fmla="*/ 10203829 w 12192001"/>
              <a:gd name="connsiteY812" fmla="*/ 218372 h 586467"/>
              <a:gd name="connsiteX813" fmla="*/ 10252893 w 12192001"/>
              <a:gd name="connsiteY813" fmla="*/ 218372 h 586467"/>
              <a:gd name="connsiteX814" fmla="*/ 10252927 w 12192001"/>
              <a:gd name="connsiteY814" fmla="*/ 217998 h 586467"/>
              <a:gd name="connsiteX815" fmla="*/ 10255688 w 12192001"/>
              <a:gd name="connsiteY815" fmla="*/ 166014 h 586467"/>
              <a:gd name="connsiteX816" fmla="*/ 10254228 w 12192001"/>
              <a:gd name="connsiteY816" fmla="*/ 89854 h 586467"/>
              <a:gd name="connsiteX817" fmla="*/ 10285390 w 12192001"/>
              <a:gd name="connsiteY817" fmla="*/ 163555 h 586467"/>
              <a:gd name="connsiteX818" fmla="*/ 10296989 w 12192001"/>
              <a:gd name="connsiteY818" fmla="*/ 196071 h 586467"/>
              <a:gd name="connsiteX819" fmla="*/ 10304198 w 12192001"/>
              <a:gd name="connsiteY819" fmla="*/ 218372 h 586467"/>
              <a:gd name="connsiteX820" fmla="*/ 10305369 w 12192001"/>
              <a:gd name="connsiteY820" fmla="*/ 218372 h 586467"/>
              <a:gd name="connsiteX821" fmla="*/ 10305192 w 12192001"/>
              <a:gd name="connsiteY821" fmla="*/ 215408 h 586467"/>
              <a:gd name="connsiteX822" fmla="*/ 10307921 w 12192001"/>
              <a:gd name="connsiteY822" fmla="*/ 129417 h 586467"/>
              <a:gd name="connsiteX823" fmla="*/ 10323534 w 12192001"/>
              <a:gd name="connsiteY823" fmla="*/ 45064 h 586467"/>
              <a:gd name="connsiteX824" fmla="*/ 10337814 w 12192001"/>
              <a:gd name="connsiteY824" fmla="*/ 128441 h 586467"/>
              <a:gd name="connsiteX825" fmla="*/ 10364407 w 12192001"/>
              <a:gd name="connsiteY825" fmla="*/ 209361 h 586467"/>
              <a:gd name="connsiteX826" fmla="*/ 10366097 w 12192001"/>
              <a:gd name="connsiteY826" fmla="*/ 213428 h 586467"/>
              <a:gd name="connsiteX827" fmla="*/ 10368241 w 12192001"/>
              <a:gd name="connsiteY827" fmla="*/ 218372 h 586467"/>
              <a:gd name="connsiteX828" fmla="*/ 10371592 w 12192001"/>
              <a:gd name="connsiteY828" fmla="*/ 218372 h 586467"/>
              <a:gd name="connsiteX829" fmla="*/ 10371942 w 12192001"/>
              <a:gd name="connsiteY829" fmla="*/ 215455 h 586467"/>
              <a:gd name="connsiteX830" fmla="*/ 10380527 w 12192001"/>
              <a:gd name="connsiteY830" fmla="*/ 161176 h 586467"/>
              <a:gd name="connsiteX831" fmla="*/ 10394554 w 12192001"/>
              <a:gd name="connsiteY831" fmla="*/ 102730 h 586467"/>
              <a:gd name="connsiteX832" fmla="*/ 10410420 w 12192001"/>
              <a:gd name="connsiteY832" fmla="*/ 160356 h 586467"/>
              <a:gd name="connsiteX833" fmla="*/ 10430920 w 12192001"/>
              <a:gd name="connsiteY833" fmla="*/ 216813 h 586467"/>
              <a:gd name="connsiteX834" fmla="*/ 10431563 w 12192001"/>
              <a:gd name="connsiteY834" fmla="*/ 218372 h 586467"/>
              <a:gd name="connsiteX835" fmla="*/ 10472741 w 12192001"/>
              <a:gd name="connsiteY835" fmla="*/ 218372 h 586467"/>
              <a:gd name="connsiteX836" fmla="*/ 10475049 w 12192001"/>
              <a:gd name="connsiteY836" fmla="*/ 212690 h 586467"/>
              <a:gd name="connsiteX837" fmla="*/ 10476807 w 12192001"/>
              <a:gd name="connsiteY837" fmla="*/ 207917 h 586467"/>
              <a:gd name="connsiteX838" fmla="*/ 10482519 w 12192001"/>
              <a:gd name="connsiteY838" fmla="*/ 189150 h 586467"/>
              <a:gd name="connsiteX839" fmla="*/ 10490643 w 12192001"/>
              <a:gd name="connsiteY839" fmla="*/ 146779 h 586467"/>
              <a:gd name="connsiteX840" fmla="*/ 10489627 w 12192001"/>
              <a:gd name="connsiteY840" fmla="*/ 83378 h 586467"/>
              <a:gd name="connsiteX841" fmla="*/ 10500670 w 12192001"/>
              <a:gd name="connsiteY841" fmla="*/ 102067 h 586467"/>
              <a:gd name="connsiteX842" fmla="*/ 10520408 w 12192001"/>
              <a:gd name="connsiteY842" fmla="*/ 144945 h 586467"/>
              <a:gd name="connsiteX843" fmla="*/ 10536466 w 12192001"/>
              <a:gd name="connsiteY843" fmla="*/ 210609 h 586467"/>
              <a:gd name="connsiteX844" fmla="*/ 10537093 w 12192001"/>
              <a:gd name="connsiteY844" fmla="*/ 216393 h 586467"/>
              <a:gd name="connsiteX845" fmla="*/ 10537241 w 12192001"/>
              <a:gd name="connsiteY845" fmla="*/ 218372 h 586467"/>
              <a:gd name="connsiteX846" fmla="*/ 10539984 w 12192001"/>
              <a:gd name="connsiteY846" fmla="*/ 218372 h 586467"/>
              <a:gd name="connsiteX847" fmla="*/ 10540472 w 12192001"/>
              <a:gd name="connsiteY847" fmla="*/ 211663 h 586467"/>
              <a:gd name="connsiteX848" fmla="*/ 10546366 w 12192001"/>
              <a:gd name="connsiteY848" fmla="*/ 166209 h 586467"/>
              <a:gd name="connsiteX849" fmla="*/ 10565533 w 12192001"/>
              <a:gd name="connsiteY849" fmla="*/ 89932 h 586467"/>
              <a:gd name="connsiteX850" fmla="*/ 10576323 w 12192001"/>
              <a:gd name="connsiteY850" fmla="*/ 165974 h 586467"/>
              <a:gd name="connsiteX851" fmla="*/ 10590143 w 12192001"/>
              <a:gd name="connsiteY851" fmla="*/ 217027 h 586467"/>
              <a:gd name="connsiteX852" fmla="*/ 10590594 w 12192001"/>
              <a:gd name="connsiteY852" fmla="*/ 218372 h 586467"/>
              <a:gd name="connsiteX853" fmla="*/ 10626054 w 12192001"/>
              <a:gd name="connsiteY853" fmla="*/ 218372 h 586467"/>
              <a:gd name="connsiteX854" fmla="*/ 10628556 w 12192001"/>
              <a:gd name="connsiteY854" fmla="*/ 188136 h 586467"/>
              <a:gd name="connsiteX855" fmla="*/ 10630270 w 12192001"/>
              <a:gd name="connsiteY855" fmla="*/ 109128 h 586467"/>
              <a:gd name="connsiteX856" fmla="*/ 10658385 w 12192001"/>
              <a:gd name="connsiteY856" fmla="*/ 186302 h 586467"/>
              <a:gd name="connsiteX857" fmla="*/ 10664986 w 12192001"/>
              <a:gd name="connsiteY857" fmla="*/ 207175 h 586467"/>
              <a:gd name="connsiteX858" fmla="*/ 10679710 w 12192001"/>
              <a:gd name="connsiteY858" fmla="*/ 44869 h 586467"/>
              <a:gd name="connsiteX859" fmla="*/ 10716644 w 12192001"/>
              <a:gd name="connsiteY859" fmla="*/ 218372 h 586467"/>
              <a:gd name="connsiteX860" fmla="*/ 10735613 w 12192001"/>
              <a:gd name="connsiteY860" fmla="*/ 218372 h 586467"/>
              <a:gd name="connsiteX861" fmla="*/ 10736069 w 12192001"/>
              <a:gd name="connsiteY861" fmla="*/ 214081 h 586467"/>
              <a:gd name="connsiteX862" fmla="*/ 10733530 w 12192001"/>
              <a:gd name="connsiteY862" fmla="*/ 147754 h 586467"/>
              <a:gd name="connsiteX863" fmla="*/ 10744700 w 12192001"/>
              <a:gd name="connsiteY863" fmla="*/ 167301 h 586467"/>
              <a:gd name="connsiteX864" fmla="*/ 10765772 w 12192001"/>
              <a:gd name="connsiteY864" fmla="*/ 211546 h 586467"/>
              <a:gd name="connsiteX865" fmla="*/ 10768154 w 12192001"/>
              <a:gd name="connsiteY865" fmla="*/ 218372 h 586467"/>
              <a:gd name="connsiteX866" fmla="*/ 10783387 w 12192001"/>
              <a:gd name="connsiteY866" fmla="*/ 218372 h 586467"/>
              <a:gd name="connsiteX867" fmla="*/ 10783479 w 12192001"/>
              <a:gd name="connsiteY867" fmla="*/ 216539 h 586467"/>
              <a:gd name="connsiteX868" fmla="*/ 10785129 w 12192001"/>
              <a:gd name="connsiteY868" fmla="*/ 193364 h 586467"/>
              <a:gd name="connsiteX869" fmla="*/ 10796553 w 12192001"/>
              <a:gd name="connsiteY869" fmla="*/ 123837 h 586467"/>
              <a:gd name="connsiteX870" fmla="*/ 10817941 w 12192001"/>
              <a:gd name="connsiteY870" fmla="*/ 56105 h 586467"/>
              <a:gd name="connsiteX871" fmla="*/ 10827018 w 12192001"/>
              <a:gd name="connsiteY871" fmla="*/ 34256 h 586467"/>
              <a:gd name="connsiteX872" fmla="*/ 10830635 w 12192001"/>
              <a:gd name="connsiteY872" fmla="*/ 26024 h 586467"/>
              <a:gd name="connsiteX873" fmla="*/ 10829556 w 12192001"/>
              <a:gd name="connsiteY873" fmla="*/ 34607 h 586467"/>
              <a:gd name="connsiteX874" fmla="*/ 10827144 w 12192001"/>
              <a:gd name="connsiteY874" fmla="*/ 57120 h 586467"/>
              <a:gd name="connsiteX875" fmla="*/ 10826446 w 12192001"/>
              <a:gd name="connsiteY875" fmla="*/ 125086 h 586467"/>
              <a:gd name="connsiteX876" fmla="*/ 10835585 w 12192001"/>
              <a:gd name="connsiteY876" fmla="*/ 192155 h 586467"/>
              <a:gd name="connsiteX877" fmla="*/ 10840662 w 12192001"/>
              <a:gd name="connsiteY877" fmla="*/ 213925 h 586467"/>
              <a:gd name="connsiteX878" fmla="*/ 10841760 w 12192001"/>
              <a:gd name="connsiteY878" fmla="*/ 218372 h 586467"/>
              <a:gd name="connsiteX879" fmla="*/ 10881540 w 12192001"/>
              <a:gd name="connsiteY879" fmla="*/ 218372 h 586467"/>
              <a:gd name="connsiteX880" fmla="*/ 10881850 w 12192001"/>
              <a:gd name="connsiteY880" fmla="*/ 217067 h 586467"/>
              <a:gd name="connsiteX881" fmla="*/ 10901083 w 12192001"/>
              <a:gd name="connsiteY881" fmla="*/ 114044 h 586467"/>
              <a:gd name="connsiteX882" fmla="*/ 10911428 w 12192001"/>
              <a:gd name="connsiteY882" fmla="*/ 0 h 586467"/>
              <a:gd name="connsiteX883" fmla="*/ 10930976 w 12192001"/>
              <a:gd name="connsiteY883" fmla="*/ 114161 h 586467"/>
              <a:gd name="connsiteX884" fmla="*/ 10937870 w 12192001"/>
              <a:gd name="connsiteY884" fmla="*/ 193476 h 586467"/>
              <a:gd name="connsiteX885" fmla="*/ 10938958 w 12192001"/>
              <a:gd name="connsiteY885" fmla="*/ 218372 h 586467"/>
              <a:gd name="connsiteX886" fmla="*/ 10967734 w 12192001"/>
              <a:gd name="connsiteY886" fmla="*/ 218372 h 586467"/>
              <a:gd name="connsiteX887" fmla="*/ 10968613 w 12192001"/>
              <a:gd name="connsiteY887" fmla="*/ 215700 h 586467"/>
              <a:gd name="connsiteX888" fmla="*/ 11002377 w 12192001"/>
              <a:gd name="connsiteY888" fmla="*/ 124188 h 586467"/>
              <a:gd name="connsiteX889" fmla="*/ 11046486 w 12192001"/>
              <a:gd name="connsiteY889" fmla="*/ 26180 h 586467"/>
              <a:gd name="connsiteX890" fmla="*/ 11040837 w 12192001"/>
              <a:gd name="connsiteY890" fmla="*/ 60007 h 586467"/>
              <a:gd name="connsiteX891" fmla="*/ 11044645 w 12192001"/>
              <a:gd name="connsiteY891" fmla="*/ 38509 h 586467"/>
              <a:gd name="connsiteX892" fmla="*/ 11060132 w 12192001"/>
              <a:gd name="connsiteY892" fmla="*/ 130002 h 586467"/>
              <a:gd name="connsiteX893" fmla="*/ 11078071 w 12192001"/>
              <a:gd name="connsiteY893" fmla="*/ 212982 h 586467"/>
              <a:gd name="connsiteX894" fmla="*/ 11079362 w 12192001"/>
              <a:gd name="connsiteY894" fmla="*/ 218372 h 586467"/>
              <a:gd name="connsiteX895" fmla="*/ 11095052 w 12192001"/>
              <a:gd name="connsiteY895" fmla="*/ 218372 h 586467"/>
              <a:gd name="connsiteX896" fmla="*/ 11095990 w 12192001"/>
              <a:gd name="connsiteY896" fmla="*/ 198436 h 586467"/>
              <a:gd name="connsiteX897" fmla="*/ 11090342 w 12192001"/>
              <a:gd name="connsiteY897" fmla="*/ 128597 h 586467"/>
              <a:gd name="connsiteX898" fmla="*/ 11125629 w 12192001"/>
              <a:gd name="connsiteY898" fmla="*/ 195393 h 586467"/>
              <a:gd name="connsiteX899" fmla="*/ 11134306 w 12192001"/>
              <a:gd name="connsiteY899" fmla="*/ 218372 h 586467"/>
              <a:gd name="connsiteX900" fmla="*/ 11177178 w 12192001"/>
              <a:gd name="connsiteY900" fmla="*/ 218372 h 586467"/>
              <a:gd name="connsiteX901" fmla="*/ 11180021 w 12192001"/>
              <a:gd name="connsiteY901" fmla="*/ 210843 h 586467"/>
              <a:gd name="connsiteX902" fmla="*/ 11199632 w 12192001"/>
              <a:gd name="connsiteY902" fmla="*/ 144282 h 586467"/>
              <a:gd name="connsiteX903" fmla="*/ 11210866 w 12192001"/>
              <a:gd name="connsiteY903" fmla="*/ 76237 h 586467"/>
              <a:gd name="connsiteX904" fmla="*/ 11212769 w 12192001"/>
              <a:gd name="connsiteY904" fmla="*/ 53569 h 586467"/>
              <a:gd name="connsiteX905" fmla="*/ 11213404 w 12192001"/>
              <a:gd name="connsiteY905" fmla="*/ 44947 h 586467"/>
              <a:gd name="connsiteX906" fmla="*/ 11215371 w 12192001"/>
              <a:gd name="connsiteY906" fmla="*/ 53452 h 586467"/>
              <a:gd name="connsiteX907" fmla="*/ 11220258 w 12192001"/>
              <a:gd name="connsiteY907" fmla="*/ 76043 h 586467"/>
              <a:gd name="connsiteX908" fmla="*/ 11229524 w 12192001"/>
              <a:gd name="connsiteY908" fmla="*/ 145335 h 586467"/>
              <a:gd name="connsiteX909" fmla="*/ 11230033 w 12192001"/>
              <a:gd name="connsiteY909" fmla="*/ 215486 h 586467"/>
              <a:gd name="connsiteX910" fmla="*/ 11229847 w 12192001"/>
              <a:gd name="connsiteY910" fmla="*/ 218372 h 586467"/>
              <a:gd name="connsiteX911" fmla="*/ 11288371 w 12192001"/>
              <a:gd name="connsiteY911" fmla="*/ 218372 h 586467"/>
              <a:gd name="connsiteX912" fmla="*/ 11287352 w 12192001"/>
              <a:gd name="connsiteY912" fmla="*/ 206300 h 586467"/>
              <a:gd name="connsiteX913" fmla="*/ 11285820 w 12192001"/>
              <a:gd name="connsiteY913" fmla="*/ 173193 h 586467"/>
              <a:gd name="connsiteX914" fmla="*/ 11288549 w 12192001"/>
              <a:gd name="connsiteY914" fmla="*/ 83495 h 586467"/>
              <a:gd name="connsiteX915" fmla="*/ 11315522 w 12192001"/>
              <a:gd name="connsiteY915" fmla="*/ 170501 h 586467"/>
              <a:gd name="connsiteX916" fmla="*/ 11327778 w 12192001"/>
              <a:gd name="connsiteY916" fmla="*/ 201907 h 586467"/>
              <a:gd name="connsiteX917" fmla="*/ 11334875 w 12192001"/>
              <a:gd name="connsiteY917" fmla="*/ 218372 h 586467"/>
              <a:gd name="connsiteX918" fmla="*/ 11393301 w 12192001"/>
              <a:gd name="connsiteY918" fmla="*/ 218372 h 586467"/>
              <a:gd name="connsiteX919" fmla="*/ 11394095 w 12192001"/>
              <a:gd name="connsiteY919" fmla="*/ 211428 h 586467"/>
              <a:gd name="connsiteX920" fmla="*/ 11395300 w 12192001"/>
              <a:gd name="connsiteY920" fmla="*/ 151851 h 586467"/>
              <a:gd name="connsiteX921" fmla="*/ 11387621 w 12192001"/>
              <a:gd name="connsiteY921" fmla="*/ 91844 h 586467"/>
              <a:gd name="connsiteX922" fmla="*/ 11383115 w 12192001"/>
              <a:gd name="connsiteY922" fmla="*/ 72102 h 586467"/>
              <a:gd name="connsiteX923" fmla="*/ 11381401 w 12192001"/>
              <a:gd name="connsiteY923" fmla="*/ 64689 h 586467"/>
              <a:gd name="connsiteX924" fmla="*/ 11385590 w 12192001"/>
              <a:gd name="connsiteY924" fmla="*/ 71595 h 586467"/>
              <a:gd name="connsiteX925" fmla="*/ 11396697 w 12192001"/>
              <a:gd name="connsiteY925" fmla="*/ 90284 h 586467"/>
              <a:gd name="connsiteX926" fmla="*/ 11424876 w 12192001"/>
              <a:gd name="connsiteY926" fmla="*/ 148730 h 586467"/>
              <a:gd name="connsiteX927" fmla="*/ 11444550 w 12192001"/>
              <a:gd name="connsiteY927" fmla="*/ 209438 h 586467"/>
              <a:gd name="connsiteX928" fmla="*/ 11446551 w 12192001"/>
              <a:gd name="connsiteY928" fmla="*/ 218372 h 586467"/>
              <a:gd name="connsiteX929" fmla="*/ 11502645 w 12192001"/>
              <a:gd name="connsiteY929" fmla="*/ 218372 h 586467"/>
              <a:gd name="connsiteX930" fmla="*/ 11506431 w 12192001"/>
              <a:gd name="connsiteY930" fmla="*/ 205264 h 586467"/>
              <a:gd name="connsiteX931" fmla="*/ 11524582 w 12192001"/>
              <a:gd name="connsiteY931" fmla="*/ 128402 h 586467"/>
              <a:gd name="connsiteX932" fmla="*/ 11536324 w 12192001"/>
              <a:gd name="connsiteY932" fmla="*/ 206239 h 586467"/>
              <a:gd name="connsiteX933" fmla="*/ 11537526 w 12192001"/>
              <a:gd name="connsiteY933" fmla="*/ 218372 h 586467"/>
              <a:gd name="connsiteX934" fmla="*/ 11551326 w 12192001"/>
              <a:gd name="connsiteY934" fmla="*/ 218372 h 586467"/>
              <a:gd name="connsiteX935" fmla="*/ 11551334 w 12192001"/>
              <a:gd name="connsiteY935" fmla="*/ 217583 h 586467"/>
              <a:gd name="connsiteX936" fmla="*/ 11552000 w 12192001"/>
              <a:gd name="connsiteY936" fmla="*/ 155479 h 586467"/>
              <a:gd name="connsiteX937" fmla="*/ 11551492 w 12192001"/>
              <a:gd name="connsiteY937" fmla="*/ 65001 h 586467"/>
              <a:gd name="connsiteX938" fmla="*/ 11581766 w 12192001"/>
              <a:gd name="connsiteY938" fmla="*/ 153177 h 586467"/>
              <a:gd name="connsiteX939" fmla="*/ 11601576 w 12192001"/>
              <a:gd name="connsiteY939" fmla="*/ 214048 h 586467"/>
              <a:gd name="connsiteX940" fmla="*/ 11602984 w 12192001"/>
              <a:gd name="connsiteY940" fmla="*/ 218372 h 586467"/>
              <a:gd name="connsiteX941" fmla="*/ 11631817 w 12192001"/>
              <a:gd name="connsiteY941" fmla="*/ 218372 h 586467"/>
              <a:gd name="connsiteX942" fmla="*/ 11630548 w 12192001"/>
              <a:gd name="connsiteY942" fmla="*/ 198810 h 586467"/>
              <a:gd name="connsiteX943" fmla="*/ 11629113 w 12192001"/>
              <a:gd name="connsiteY943" fmla="*/ 166014 h 586467"/>
              <a:gd name="connsiteX944" fmla="*/ 11629049 w 12192001"/>
              <a:gd name="connsiteY944" fmla="*/ 76940 h 586467"/>
              <a:gd name="connsiteX945" fmla="*/ 11658815 w 12192001"/>
              <a:gd name="connsiteY945" fmla="*/ 163244 h 586467"/>
              <a:gd name="connsiteX946" fmla="*/ 11671033 w 12192001"/>
              <a:gd name="connsiteY946" fmla="*/ 194605 h 586467"/>
              <a:gd name="connsiteX947" fmla="*/ 11680846 w 12192001"/>
              <a:gd name="connsiteY947" fmla="*/ 218372 h 586467"/>
              <a:gd name="connsiteX948" fmla="*/ 11743666 w 12192001"/>
              <a:gd name="connsiteY948" fmla="*/ 218372 h 586467"/>
              <a:gd name="connsiteX949" fmla="*/ 11744495 w 12192001"/>
              <a:gd name="connsiteY949" fmla="*/ 206668 h 586467"/>
              <a:gd name="connsiteX950" fmla="*/ 11752429 w 12192001"/>
              <a:gd name="connsiteY950" fmla="*/ 216188 h 586467"/>
              <a:gd name="connsiteX951" fmla="*/ 11754285 w 12192001"/>
              <a:gd name="connsiteY951" fmla="*/ 218372 h 586467"/>
              <a:gd name="connsiteX952" fmla="*/ 11846181 w 12192001"/>
              <a:gd name="connsiteY952" fmla="*/ 218372 h 586467"/>
              <a:gd name="connsiteX953" fmla="*/ 11871620 w 12192001"/>
              <a:gd name="connsiteY953" fmla="*/ 130704 h 586467"/>
              <a:gd name="connsiteX954" fmla="*/ 11872127 w 12192001"/>
              <a:gd name="connsiteY954" fmla="*/ 129182 h 586467"/>
              <a:gd name="connsiteX955" fmla="*/ 11872572 w 12192001"/>
              <a:gd name="connsiteY955" fmla="*/ 130704 h 586467"/>
              <a:gd name="connsiteX956" fmla="*/ 11898010 w 12192001"/>
              <a:gd name="connsiteY956" fmla="*/ 218372 h 586467"/>
              <a:gd name="connsiteX957" fmla="*/ 11989902 w 12192001"/>
              <a:gd name="connsiteY957" fmla="*/ 218372 h 586467"/>
              <a:gd name="connsiteX958" fmla="*/ 11991762 w 12192001"/>
              <a:gd name="connsiteY958" fmla="*/ 216188 h 586467"/>
              <a:gd name="connsiteX959" fmla="*/ 11999696 w 12192001"/>
              <a:gd name="connsiteY959" fmla="*/ 206668 h 586467"/>
              <a:gd name="connsiteX960" fmla="*/ 12000526 w 12192001"/>
              <a:gd name="connsiteY960" fmla="*/ 218372 h 586467"/>
              <a:gd name="connsiteX961" fmla="*/ 12063384 w 12192001"/>
              <a:gd name="connsiteY961" fmla="*/ 218372 h 586467"/>
              <a:gd name="connsiteX962" fmla="*/ 12073195 w 12192001"/>
              <a:gd name="connsiteY962" fmla="*/ 194605 h 586467"/>
              <a:gd name="connsiteX963" fmla="*/ 12085440 w 12192001"/>
              <a:gd name="connsiteY963" fmla="*/ 163244 h 586467"/>
              <a:gd name="connsiteX964" fmla="*/ 12115142 w 12192001"/>
              <a:gd name="connsiteY964" fmla="*/ 76940 h 586467"/>
              <a:gd name="connsiteX965" fmla="*/ 12115079 w 12192001"/>
              <a:gd name="connsiteY965" fmla="*/ 166014 h 586467"/>
              <a:gd name="connsiteX966" fmla="*/ 12113644 w 12192001"/>
              <a:gd name="connsiteY966" fmla="*/ 198810 h 586467"/>
              <a:gd name="connsiteX967" fmla="*/ 12112375 w 12192001"/>
              <a:gd name="connsiteY967" fmla="*/ 218372 h 586467"/>
              <a:gd name="connsiteX968" fmla="*/ 12143208 w 12192001"/>
              <a:gd name="connsiteY968" fmla="*/ 218372 h 586467"/>
              <a:gd name="connsiteX969" fmla="*/ 12186225 w 12192001"/>
              <a:gd name="connsiteY969" fmla="*/ 90946 h 586467"/>
              <a:gd name="connsiteX970" fmla="*/ 12190350 w 12192001"/>
              <a:gd name="connsiteY970" fmla="*/ 218372 h 586467"/>
              <a:gd name="connsiteX971" fmla="*/ 12192000 w 12192001"/>
              <a:gd name="connsiteY971" fmla="*/ 218372 h 586467"/>
              <a:gd name="connsiteX972" fmla="*/ 12192000 w 12192001"/>
              <a:gd name="connsiteY972" fmla="*/ 269100 h 586467"/>
              <a:gd name="connsiteX973" fmla="*/ 12192001 w 12192001"/>
              <a:gd name="connsiteY973" fmla="*/ 269133 h 586467"/>
              <a:gd name="connsiteX974" fmla="*/ 12192000 w 12192001"/>
              <a:gd name="connsiteY974" fmla="*/ 269133 h 586467"/>
              <a:gd name="connsiteX975" fmla="*/ 12192000 w 12192001"/>
              <a:gd name="connsiteY975" fmla="*/ 586467 h 586467"/>
              <a:gd name="connsiteX976" fmla="*/ 0 w 12192001"/>
              <a:gd name="connsiteY976" fmla="*/ 586467 h 586467"/>
              <a:gd name="connsiteX977" fmla="*/ 0 w 12192001"/>
              <a:gd name="connsiteY977" fmla="*/ 218372 h 586467"/>
              <a:gd name="connsiteX978" fmla="*/ 6411 w 12192001"/>
              <a:gd name="connsiteY978" fmla="*/ 218372 h 586467"/>
              <a:gd name="connsiteX979" fmla="*/ 6411 w 12192001"/>
              <a:gd name="connsiteY979" fmla="*/ 173349 h 586467"/>
              <a:gd name="connsiteX980" fmla="*/ 10854 w 12192001"/>
              <a:gd name="connsiteY980" fmla="*/ 128402 h 586467"/>
              <a:gd name="connsiteX981" fmla="*/ 36978 w 12192001"/>
              <a:gd name="connsiteY981" fmla="*/ 218372 h 586467"/>
              <a:gd name="connsiteX982" fmla="*/ 112885 w 12192001"/>
              <a:gd name="connsiteY982" fmla="*/ 218372 h 586467"/>
              <a:gd name="connsiteX983" fmla="*/ 126293 w 12192001"/>
              <a:gd name="connsiteY983" fmla="*/ 176753 h 586467"/>
              <a:gd name="connsiteX984" fmla="*/ 132647 w 12192001"/>
              <a:gd name="connsiteY984" fmla="*/ 154075 h 586467"/>
              <a:gd name="connsiteX985" fmla="*/ 135630 w 12192001"/>
              <a:gd name="connsiteY985" fmla="*/ 177133 h 586467"/>
              <a:gd name="connsiteX986" fmla="*/ 139271 w 12192001"/>
              <a:gd name="connsiteY986" fmla="*/ 218372 h 586467"/>
              <a:gd name="connsiteX987" fmla="*/ 202325 w 12192001"/>
              <a:gd name="connsiteY987" fmla="*/ 218372 h 586467"/>
              <a:gd name="connsiteX988" fmla="*/ 212138 w 12192001"/>
              <a:gd name="connsiteY988" fmla="*/ 194605 h 586467"/>
              <a:gd name="connsiteX989" fmla="*/ 224356 w 12192001"/>
              <a:gd name="connsiteY989" fmla="*/ 163244 h 586467"/>
              <a:gd name="connsiteX990" fmla="*/ 254059 w 12192001"/>
              <a:gd name="connsiteY990" fmla="*/ 76940 h 586467"/>
              <a:gd name="connsiteX991" fmla="*/ 254059 w 12192001"/>
              <a:gd name="connsiteY991" fmla="*/ 166014 h 586467"/>
              <a:gd name="connsiteX992" fmla="*/ 252624 w 12192001"/>
              <a:gd name="connsiteY992" fmla="*/ 198810 h 586467"/>
              <a:gd name="connsiteX993" fmla="*/ 251355 w 12192001"/>
              <a:gd name="connsiteY993" fmla="*/ 218372 h 586467"/>
              <a:gd name="connsiteX994" fmla="*/ 282201 w 12192001"/>
              <a:gd name="connsiteY994" fmla="*/ 218372 h 586467"/>
              <a:gd name="connsiteX995" fmla="*/ 325269 w 12192001"/>
              <a:gd name="connsiteY995" fmla="*/ 90946 h 586467"/>
              <a:gd name="connsiteX996" fmla="*/ 329344 w 12192001"/>
              <a:gd name="connsiteY996" fmla="*/ 218372 h 586467"/>
              <a:gd name="connsiteX997" fmla="*/ 345697 w 12192001"/>
              <a:gd name="connsiteY997" fmla="*/ 218372 h 586467"/>
              <a:gd name="connsiteX998" fmla="*/ 346911 w 12192001"/>
              <a:gd name="connsiteY998" fmla="*/ 206239 h 586467"/>
              <a:gd name="connsiteX999" fmla="*/ 358589 w 12192001"/>
              <a:gd name="connsiteY999" fmla="*/ 128402 h 586467"/>
              <a:gd name="connsiteX1000" fmla="*/ 376804 w 12192001"/>
              <a:gd name="connsiteY1000" fmla="*/ 205264 h 586467"/>
              <a:gd name="connsiteX1001" fmla="*/ 380576 w 12192001"/>
              <a:gd name="connsiteY1001" fmla="*/ 218372 h 586467"/>
              <a:gd name="connsiteX1002" fmla="*/ 436656 w 12192001"/>
              <a:gd name="connsiteY1002" fmla="*/ 218372 h 586467"/>
              <a:gd name="connsiteX1003" fmla="*/ 438684 w 12192001"/>
              <a:gd name="connsiteY1003" fmla="*/ 209438 h 586467"/>
              <a:gd name="connsiteX1004" fmla="*/ 458296 w 12192001"/>
              <a:gd name="connsiteY1004" fmla="*/ 148730 h 586467"/>
              <a:gd name="connsiteX1005" fmla="*/ 486538 w 12192001"/>
              <a:gd name="connsiteY1005" fmla="*/ 90284 h 586467"/>
              <a:gd name="connsiteX1006" fmla="*/ 497582 w 12192001"/>
              <a:gd name="connsiteY1006" fmla="*/ 71595 h 586467"/>
              <a:gd name="connsiteX1007" fmla="*/ 501834 w 12192001"/>
              <a:gd name="connsiteY1007" fmla="*/ 64689 h 586467"/>
              <a:gd name="connsiteX1008" fmla="*/ 500057 w 12192001"/>
              <a:gd name="connsiteY1008" fmla="*/ 72102 h 586467"/>
              <a:gd name="connsiteX1009" fmla="*/ 495614 w 12192001"/>
              <a:gd name="connsiteY1009" fmla="*/ 91844 h 586467"/>
              <a:gd name="connsiteX1010" fmla="*/ 487871 w 12192001"/>
              <a:gd name="connsiteY1010" fmla="*/ 151851 h 586467"/>
              <a:gd name="connsiteX1011" fmla="*/ 489077 w 12192001"/>
              <a:gd name="connsiteY1011" fmla="*/ 211428 h 586467"/>
              <a:gd name="connsiteX1012" fmla="*/ 489871 w 12192001"/>
              <a:gd name="connsiteY1012" fmla="*/ 218372 h 586467"/>
              <a:gd name="connsiteX1013" fmla="*/ 548337 w 12192001"/>
              <a:gd name="connsiteY1013" fmla="*/ 218372 h 586467"/>
              <a:gd name="connsiteX1014" fmla="*/ 555447 w 12192001"/>
              <a:gd name="connsiteY1014" fmla="*/ 201907 h 586467"/>
              <a:gd name="connsiteX1015" fmla="*/ 567713 w 12192001"/>
              <a:gd name="connsiteY1015" fmla="*/ 170501 h 586467"/>
              <a:gd name="connsiteX1016" fmla="*/ 594623 w 12192001"/>
              <a:gd name="connsiteY1016" fmla="*/ 83495 h 586467"/>
              <a:gd name="connsiteX1017" fmla="*/ 597352 w 12192001"/>
              <a:gd name="connsiteY1017" fmla="*/ 173193 h 586467"/>
              <a:gd name="connsiteX1018" fmla="*/ 595830 w 12192001"/>
              <a:gd name="connsiteY1018" fmla="*/ 206300 h 586467"/>
              <a:gd name="connsiteX1019" fmla="*/ 594820 w 12192001"/>
              <a:gd name="connsiteY1019" fmla="*/ 218372 h 586467"/>
              <a:gd name="connsiteX1020" fmla="*/ 653324 w 12192001"/>
              <a:gd name="connsiteY1020" fmla="*/ 218372 h 586467"/>
              <a:gd name="connsiteX1021" fmla="*/ 653139 w 12192001"/>
              <a:gd name="connsiteY1021" fmla="*/ 215486 h 586467"/>
              <a:gd name="connsiteX1022" fmla="*/ 653710 w 12192001"/>
              <a:gd name="connsiteY1022" fmla="*/ 145335 h 586467"/>
              <a:gd name="connsiteX1023" fmla="*/ 662977 w 12192001"/>
              <a:gd name="connsiteY1023" fmla="*/ 76043 h 586467"/>
              <a:gd name="connsiteX1024" fmla="*/ 667864 w 12192001"/>
              <a:gd name="connsiteY1024" fmla="*/ 53452 h 586467"/>
              <a:gd name="connsiteX1025" fmla="*/ 669831 w 12192001"/>
              <a:gd name="connsiteY1025" fmla="*/ 44947 h 586467"/>
              <a:gd name="connsiteX1026" fmla="*/ 670402 w 12192001"/>
              <a:gd name="connsiteY1026" fmla="*/ 53569 h 586467"/>
              <a:gd name="connsiteX1027" fmla="*/ 672306 w 12192001"/>
              <a:gd name="connsiteY1027" fmla="*/ 76237 h 586467"/>
              <a:gd name="connsiteX1028" fmla="*/ 683603 w 12192001"/>
              <a:gd name="connsiteY1028" fmla="*/ 144282 h 586467"/>
              <a:gd name="connsiteX1029" fmla="*/ 703215 w 12192001"/>
              <a:gd name="connsiteY1029" fmla="*/ 210843 h 586467"/>
              <a:gd name="connsiteX1030" fmla="*/ 706046 w 12192001"/>
              <a:gd name="connsiteY1030" fmla="*/ 218372 h 586467"/>
              <a:gd name="connsiteX1031" fmla="*/ 748929 w 12192001"/>
              <a:gd name="connsiteY1031" fmla="*/ 218372 h 586467"/>
              <a:gd name="connsiteX1032" fmla="*/ 757606 w 12192001"/>
              <a:gd name="connsiteY1032" fmla="*/ 195393 h 586467"/>
              <a:gd name="connsiteX1033" fmla="*/ 792893 w 12192001"/>
              <a:gd name="connsiteY1033" fmla="*/ 128597 h 586467"/>
              <a:gd name="connsiteX1034" fmla="*/ 787181 w 12192001"/>
              <a:gd name="connsiteY1034" fmla="*/ 198436 h 586467"/>
              <a:gd name="connsiteX1035" fmla="*/ 788131 w 12192001"/>
              <a:gd name="connsiteY1035" fmla="*/ 218372 h 586467"/>
              <a:gd name="connsiteX1036" fmla="*/ 803813 w 12192001"/>
              <a:gd name="connsiteY1036" fmla="*/ 218372 h 586467"/>
              <a:gd name="connsiteX1037" fmla="*/ 805111 w 12192001"/>
              <a:gd name="connsiteY1037" fmla="*/ 212982 h 586467"/>
              <a:gd name="connsiteX1038" fmla="*/ 823104 w 12192001"/>
              <a:gd name="connsiteY1038" fmla="*/ 130002 h 586467"/>
              <a:gd name="connsiteX1039" fmla="*/ 838526 w 12192001"/>
              <a:gd name="connsiteY1039" fmla="*/ 38509 h 586467"/>
              <a:gd name="connsiteX1040" fmla="*/ 842398 w 12192001"/>
              <a:gd name="connsiteY1040" fmla="*/ 60046 h 586467"/>
              <a:gd name="connsiteX1041" fmla="*/ 836686 w 12192001"/>
              <a:gd name="connsiteY1041" fmla="*/ 25985 h 586467"/>
              <a:gd name="connsiteX1042" fmla="*/ 880859 w 12192001"/>
              <a:gd name="connsiteY1042" fmla="*/ 124188 h 586467"/>
              <a:gd name="connsiteX1043" fmla="*/ 914613 w 12192001"/>
              <a:gd name="connsiteY1043" fmla="*/ 215700 h 586467"/>
              <a:gd name="connsiteX1044" fmla="*/ 915495 w 12192001"/>
              <a:gd name="connsiteY1044" fmla="*/ 218372 h 586467"/>
              <a:gd name="connsiteX1045" fmla="*/ 944266 w 12192001"/>
              <a:gd name="connsiteY1045" fmla="*/ 218372 h 586467"/>
              <a:gd name="connsiteX1046" fmla="*/ 945333 w 12192001"/>
              <a:gd name="connsiteY1046" fmla="*/ 193476 h 586467"/>
              <a:gd name="connsiteX1047" fmla="*/ 952195 w 12192001"/>
              <a:gd name="connsiteY1047" fmla="*/ 114161 h 586467"/>
              <a:gd name="connsiteX1048" fmla="*/ 971807 w 12192001"/>
              <a:gd name="connsiteY1048" fmla="*/ 0 h 58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</a:cxnLst>
            <a:rect l="l" t="t" r="r" b="b"/>
            <a:pathLst>
              <a:path w="12192001" h="586467">
                <a:moveTo>
                  <a:pt x="971807" y="0"/>
                </a:moveTo>
                <a:cubicBezTo>
                  <a:pt x="971807" y="0"/>
                  <a:pt x="973838" y="57354"/>
                  <a:pt x="982152" y="114044"/>
                </a:cubicBezTo>
                <a:cubicBezTo>
                  <a:pt x="987911" y="156620"/>
                  <a:pt x="997099" y="198692"/>
                  <a:pt x="1001332" y="217067"/>
                </a:cubicBezTo>
                <a:lnTo>
                  <a:pt x="1001641" y="218372"/>
                </a:lnTo>
                <a:lnTo>
                  <a:pt x="1041475" y="218372"/>
                </a:lnTo>
                <a:lnTo>
                  <a:pt x="1042572" y="213925"/>
                </a:lnTo>
                <a:cubicBezTo>
                  <a:pt x="1043715" y="208697"/>
                  <a:pt x="1046000" y="201206"/>
                  <a:pt x="1047650" y="192155"/>
                </a:cubicBezTo>
                <a:cubicBezTo>
                  <a:pt x="1051521" y="174051"/>
                  <a:pt x="1054948" y="149705"/>
                  <a:pt x="1056789" y="125086"/>
                </a:cubicBezTo>
                <a:cubicBezTo>
                  <a:pt x="1058058" y="100506"/>
                  <a:pt x="1057741" y="75730"/>
                  <a:pt x="1056027" y="57120"/>
                </a:cubicBezTo>
                <a:cubicBezTo>
                  <a:pt x="1055583" y="47756"/>
                  <a:pt x="1054187" y="40070"/>
                  <a:pt x="1053616" y="34607"/>
                </a:cubicBezTo>
                <a:cubicBezTo>
                  <a:pt x="1052981" y="29145"/>
                  <a:pt x="1052600" y="26024"/>
                  <a:pt x="1052600" y="26024"/>
                </a:cubicBezTo>
                <a:cubicBezTo>
                  <a:pt x="1052600" y="26024"/>
                  <a:pt x="1053869" y="29028"/>
                  <a:pt x="1056154" y="34256"/>
                </a:cubicBezTo>
                <a:cubicBezTo>
                  <a:pt x="1058312" y="39524"/>
                  <a:pt x="1061993" y="46975"/>
                  <a:pt x="1065294" y="56105"/>
                </a:cubicBezTo>
                <a:cubicBezTo>
                  <a:pt x="1072529" y="74248"/>
                  <a:pt x="1080399" y="98867"/>
                  <a:pt x="1086618" y="123837"/>
                </a:cubicBezTo>
                <a:cubicBezTo>
                  <a:pt x="1092394" y="148846"/>
                  <a:pt x="1096456" y="174246"/>
                  <a:pt x="1098106" y="193364"/>
                </a:cubicBezTo>
                <a:cubicBezTo>
                  <a:pt x="1099248" y="202962"/>
                  <a:pt x="1099248" y="210921"/>
                  <a:pt x="1099693" y="216539"/>
                </a:cubicBezTo>
                <a:lnTo>
                  <a:pt x="1099798" y="218372"/>
                </a:lnTo>
                <a:lnTo>
                  <a:pt x="1115028" y="218372"/>
                </a:lnTo>
                <a:lnTo>
                  <a:pt x="1117400" y="211546"/>
                </a:lnTo>
                <a:cubicBezTo>
                  <a:pt x="1124127" y="195159"/>
                  <a:pt x="1131997" y="179123"/>
                  <a:pt x="1138471" y="167301"/>
                </a:cubicBezTo>
                <a:cubicBezTo>
                  <a:pt x="1144881" y="155440"/>
                  <a:pt x="1149641" y="147754"/>
                  <a:pt x="1149641" y="147754"/>
                </a:cubicBezTo>
                <a:cubicBezTo>
                  <a:pt x="1149641" y="147754"/>
                  <a:pt x="1145072" y="181191"/>
                  <a:pt x="1147102" y="214081"/>
                </a:cubicBezTo>
                <a:lnTo>
                  <a:pt x="1147558" y="218372"/>
                </a:lnTo>
                <a:lnTo>
                  <a:pt x="1166585" y="218372"/>
                </a:lnTo>
                <a:lnTo>
                  <a:pt x="1203461" y="44869"/>
                </a:lnTo>
                <a:lnTo>
                  <a:pt x="1218249" y="207175"/>
                </a:lnTo>
                <a:cubicBezTo>
                  <a:pt x="1220280" y="200348"/>
                  <a:pt x="1222501" y="193325"/>
                  <a:pt x="1224849" y="186302"/>
                </a:cubicBezTo>
                <a:cubicBezTo>
                  <a:pt x="1237352" y="147325"/>
                  <a:pt x="1252965" y="109128"/>
                  <a:pt x="1252965" y="109128"/>
                </a:cubicBezTo>
                <a:cubicBezTo>
                  <a:pt x="1252965" y="109128"/>
                  <a:pt x="1252140" y="148808"/>
                  <a:pt x="1254615" y="188136"/>
                </a:cubicBezTo>
                <a:lnTo>
                  <a:pt x="1257131" y="218372"/>
                </a:lnTo>
                <a:lnTo>
                  <a:pt x="1292608" y="218372"/>
                </a:lnTo>
                <a:lnTo>
                  <a:pt x="1293061" y="217027"/>
                </a:lnTo>
                <a:cubicBezTo>
                  <a:pt x="1297488" y="203254"/>
                  <a:pt x="1302914" y="184780"/>
                  <a:pt x="1306912" y="165974"/>
                </a:cubicBezTo>
                <a:cubicBezTo>
                  <a:pt x="1315226" y="128441"/>
                  <a:pt x="1317702" y="89932"/>
                  <a:pt x="1317702" y="89932"/>
                </a:cubicBezTo>
                <a:cubicBezTo>
                  <a:pt x="1317702" y="89932"/>
                  <a:pt x="1330205" y="127466"/>
                  <a:pt x="1336805" y="166209"/>
                </a:cubicBezTo>
                <a:cubicBezTo>
                  <a:pt x="1339693" y="182166"/>
                  <a:pt x="1341550" y="198261"/>
                  <a:pt x="1342732" y="211663"/>
                </a:cubicBezTo>
                <a:lnTo>
                  <a:pt x="1343228" y="218372"/>
                </a:lnTo>
                <a:lnTo>
                  <a:pt x="1345931" y="218372"/>
                </a:lnTo>
                <a:lnTo>
                  <a:pt x="1346080" y="216393"/>
                </a:lnTo>
                <a:cubicBezTo>
                  <a:pt x="1346437" y="212706"/>
                  <a:pt x="1346706" y="210609"/>
                  <a:pt x="1346706" y="210609"/>
                </a:cubicBezTo>
                <a:cubicBezTo>
                  <a:pt x="1346706" y="210609"/>
                  <a:pt x="1350704" y="176860"/>
                  <a:pt x="1362763" y="144945"/>
                </a:cubicBezTo>
                <a:cubicBezTo>
                  <a:pt x="1368856" y="128948"/>
                  <a:pt x="1376091" y="113420"/>
                  <a:pt x="1382501" y="102067"/>
                </a:cubicBezTo>
                <a:cubicBezTo>
                  <a:pt x="1388848" y="90713"/>
                  <a:pt x="1393545" y="83378"/>
                  <a:pt x="1393545" y="83378"/>
                </a:cubicBezTo>
                <a:cubicBezTo>
                  <a:pt x="1393545" y="83378"/>
                  <a:pt x="1388975" y="115527"/>
                  <a:pt x="1392593" y="146779"/>
                </a:cubicBezTo>
                <a:cubicBezTo>
                  <a:pt x="1394433" y="162424"/>
                  <a:pt x="1397416" y="177797"/>
                  <a:pt x="1400653" y="189150"/>
                </a:cubicBezTo>
                <a:cubicBezTo>
                  <a:pt x="1403826" y="200504"/>
                  <a:pt x="1406428" y="207917"/>
                  <a:pt x="1406428" y="207917"/>
                </a:cubicBezTo>
                <a:cubicBezTo>
                  <a:pt x="1406428" y="207917"/>
                  <a:pt x="1407027" y="209660"/>
                  <a:pt x="1408177" y="212690"/>
                </a:cubicBezTo>
                <a:lnTo>
                  <a:pt x="1410474" y="218372"/>
                </a:lnTo>
                <a:lnTo>
                  <a:pt x="1451672" y="218372"/>
                </a:lnTo>
                <a:lnTo>
                  <a:pt x="1452315" y="216813"/>
                </a:lnTo>
                <a:cubicBezTo>
                  <a:pt x="1452315" y="216813"/>
                  <a:pt x="1463676" y="188955"/>
                  <a:pt x="1472751" y="160356"/>
                </a:cubicBezTo>
                <a:cubicBezTo>
                  <a:pt x="1481954" y="131874"/>
                  <a:pt x="1488682" y="102730"/>
                  <a:pt x="1488682" y="102730"/>
                </a:cubicBezTo>
                <a:cubicBezTo>
                  <a:pt x="1488682" y="102730"/>
                  <a:pt x="1496932" y="131641"/>
                  <a:pt x="1502644" y="161176"/>
                </a:cubicBezTo>
                <a:cubicBezTo>
                  <a:pt x="1507072" y="183269"/>
                  <a:pt x="1510035" y="205647"/>
                  <a:pt x="1511239" y="215455"/>
                </a:cubicBezTo>
                <a:lnTo>
                  <a:pt x="1511584" y="218372"/>
                </a:lnTo>
                <a:lnTo>
                  <a:pt x="1514931" y="218372"/>
                </a:lnTo>
                <a:lnTo>
                  <a:pt x="1517075" y="213428"/>
                </a:lnTo>
                <a:cubicBezTo>
                  <a:pt x="1518178" y="210814"/>
                  <a:pt x="1518765" y="209361"/>
                  <a:pt x="1518765" y="209361"/>
                </a:cubicBezTo>
                <a:cubicBezTo>
                  <a:pt x="1518765" y="209361"/>
                  <a:pt x="1535266" y="169681"/>
                  <a:pt x="1545421" y="128441"/>
                </a:cubicBezTo>
                <a:cubicBezTo>
                  <a:pt x="1555893" y="87358"/>
                  <a:pt x="1559701" y="45064"/>
                  <a:pt x="1559701" y="45064"/>
                </a:cubicBezTo>
                <a:cubicBezTo>
                  <a:pt x="1559701" y="45064"/>
                  <a:pt x="1570871" y="86655"/>
                  <a:pt x="1575314" y="129417"/>
                </a:cubicBezTo>
                <a:cubicBezTo>
                  <a:pt x="1580137" y="172061"/>
                  <a:pt x="1577980" y="215408"/>
                  <a:pt x="1577980" y="215408"/>
                </a:cubicBezTo>
                <a:lnTo>
                  <a:pt x="1577828" y="218372"/>
                </a:lnTo>
                <a:lnTo>
                  <a:pt x="1579032" y="218372"/>
                </a:lnTo>
                <a:lnTo>
                  <a:pt x="1586215" y="196071"/>
                </a:lnTo>
                <a:cubicBezTo>
                  <a:pt x="1589642" y="185854"/>
                  <a:pt x="1593561" y="174675"/>
                  <a:pt x="1597781" y="163555"/>
                </a:cubicBezTo>
                <a:cubicBezTo>
                  <a:pt x="1611807" y="126218"/>
                  <a:pt x="1629007" y="89854"/>
                  <a:pt x="1629007" y="89854"/>
                </a:cubicBezTo>
                <a:cubicBezTo>
                  <a:pt x="1629007" y="89854"/>
                  <a:pt x="1626532" y="128090"/>
                  <a:pt x="1627547" y="166014"/>
                </a:cubicBezTo>
                <a:cubicBezTo>
                  <a:pt x="1627928" y="184995"/>
                  <a:pt x="1629150" y="203869"/>
                  <a:pt x="1630276" y="217998"/>
                </a:cubicBezTo>
                <a:lnTo>
                  <a:pt x="1630309" y="218372"/>
                </a:lnTo>
                <a:lnTo>
                  <a:pt x="1679389" y="218372"/>
                </a:lnTo>
                <a:lnTo>
                  <a:pt x="1681147" y="212027"/>
                </a:lnTo>
                <a:cubicBezTo>
                  <a:pt x="1682367" y="207407"/>
                  <a:pt x="1683017" y="204757"/>
                  <a:pt x="1683017" y="204757"/>
                </a:cubicBezTo>
                <a:cubicBezTo>
                  <a:pt x="1683017" y="204757"/>
                  <a:pt x="1693680" y="162424"/>
                  <a:pt x="1698884" y="119117"/>
                </a:cubicBezTo>
                <a:cubicBezTo>
                  <a:pt x="1704342" y="76901"/>
                  <a:pt x="1704406" y="34062"/>
                  <a:pt x="1704406" y="32188"/>
                </a:cubicBezTo>
                <a:cubicBezTo>
                  <a:pt x="1705167" y="34256"/>
                  <a:pt x="1719574" y="75770"/>
                  <a:pt x="1728777" y="118453"/>
                </a:cubicBezTo>
                <a:cubicBezTo>
                  <a:pt x="1738614" y="162151"/>
                  <a:pt x="1742740" y="206708"/>
                  <a:pt x="1742740" y="206708"/>
                </a:cubicBezTo>
                <a:cubicBezTo>
                  <a:pt x="1742740" y="206708"/>
                  <a:pt x="1742903" y="208288"/>
                  <a:pt x="1743158" y="211154"/>
                </a:cubicBezTo>
                <a:lnTo>
                  <a:pt x="1743734" y="218372"/>
                </a:lnTo>
                <a:lnTo>
                  <a:pt x="1760697" y="218372"/>
                </a:lnTo>
                <a:lnTo>
                  <a:pt x="1772760" y="175182"/>
                </a:lnTo>
                <a:cubicBezTo>
                  <a:pt x="1782470" y="136127"/>
                  <a:pt x="1788119" y="96331"/>
                  <a:pt x="1788119" y="96331"/>
                </a:cubicBezTo>
                <a:cubicBezTo>
                  <a:pt x="1788119" y="96331"/>
                  <a:pt x="1797448" y="135776"/>
                  <a:pt x="1802652" y="175923"/>
                </a:cubicBezTo>
                <a:cubicBezTo>
                  <a:pt x="1804033" y="185951"/>
                  <a:pt x="1805155" y="196012"/>
                  <a:pt x="1806063" y="205464"/>
                </a:cubicBezTo>
                <a:lnTo>
                  <a:pt x="1807120" y="218372"/>
                </a:lnTo>
                <a:lnTo>
                  <a:pt x="1833582" y="218372"/>
                </a:lnTo>
                <a:lnTo>
                  <a:pt x="1840098" y="206122"/>
                </a:lnTo>
                <a:cubicBezTo>
                  <a:pt x="1847714" y="192193"/>
                  <a:pt x="1859265" y="174051"/>
                  <a:pt x="1871895" y="156454"/>
                </a:cubicBezTo>
                <a:cubicBezTo>
                  <a:pt x="1884906" y="138975"/>
                  <a:pt x="1898932" y="122043"/>
                  <a:pt x="1910419" y="109830"/>
                </a:cubicBezTo>
                <a:cubicBezTo>
                  <a:pt x="1920955" y="98438"/>
                  <a:pt x="1928698" y="90830"/>
                  <a:pt x="1929777" y="89815"/>
                </a:cubicBezTo>
                <a:cubicBezTo>
                  <a:pt x="1928634" y="91961"/>
                  <a:pt x="1910356" y="127193"/>
                  <a:pt x="1900138" y="163088"/>
                </a:cubicBezTo>
                <a:cubicBezTo>
                  <a:pt x="1894997" y="181659"/>
                  <a:pt x="1891062" y="200192"/>
                  <a:pt x="1889221" y="214121"/>
                </a:cubicBezTo>
                <a:lnTo>
                  <a:pt x="1888711" y="218372"/>
                </a:lnTo>
                <a:lnTo>
                  <a:pt x="1909838" y="218372"/>
                </a:lnTo>
                <a:lnTo>
                  <a:pt x="1959225" y="141356"/>
                </a:lnTo>
                <a:lnTo>
                  <a:pt x="1948856" y="218372"/>
                </a:lnTo>
                <a:lnTo>
                  <a:pt x="1969879" y="218372"/>
                </a:lnTo>
                <a:lnTo>
                  <a:pt x="1973188" y="199763"/>
                </a:lnTo>
                <a:cubicBezTo>
                  <a:pt x="1975663" y="181971"/>
                  <a:pt x="1978392" y="158093"/>
                  <a:pt x="1977821" y="134099"/>
                </a:cubicBezTo>
                <a:cubicBezTo>
                  <a:pt x="1977060" y="110221"/>
                  <a:pt x="1974394" y="85992"/>
                  <a:pt x="1968999" y="68240"/>
                </a:cubicBezTo>
                <a:cubicBezTo>
                  <a:pt x="1967159" y="59149"/>
                  <a:pt x="1963859" y="51930"/>
                  <a:pt x="1962145" y="46703"/>
                </a:cubicBezTo>
                <a:cubicBezTo>
                  <a:pt x="1960558" y="42137"/>
                  <a:pt x="1959479" y="39289"/>
                  <a:pt x="1959289" y="38665"/>
                </a:cubicBezTo>
                <a:cubicBezTo>
                  <a:pt x="1959797" y="39329"/>
                  <a:pt x="1961574" y="41943"/>
                  <a:pt x="1964557" y="46078"/>
                </a:cubicBezTo>
                <a:cubicBezTo>
                  <a:pt x="1967794" y="50955"/>
                  <a:pt x="1973379" y="57744"/>
                  <a:pt x="1977948" y="66445"/>
                </a:cubicBezTo>
                <a:cubicBezTo>
                  <a:pt x="1988864" y="83456"/>
                  <a:pt x="1999146" y="107334"/>
                  <a:pt x="2007524" y="131680"/>
                </a:cubicBezTo>
                <a:cubicBezTo>
                  <a:pt x="2012093" y="145179"/>
                  <a:pt x="2015584" y="158757"/>
                  <a:pt x="2018313" y="171437"/>
                </a:cubicBezTo>
                <a:cubicBezTo>
                  <a:pt x="2018884" y="168082"/>
                  <a:pt x="2019456" y="164726"/>
                  <a:pt x="2020154" y="161332"/>
                </a:cubicBezTo>
                <a:cubicBezTo>
                  <a:pt x="2025104" y="138741"/>
                  <a:pt x="2031705" y="116502"/>
                  <a:pt x="2037988" y="100155"/>
                </a:cubicBezTo>
                <a:cubicBezTo>
                  <a:pt x="2040781" y="91922"/>
                  <a:pt x="2044081" y="85211"/>
                  <a:pt x="2045921" y="80452"/>
                </a:cubicBezTo>
                <a:cubicBezTo>
                  <a:pt x="2047952" y="75730"/>
                  <a:pt x="2049095" y="73038"/>
                  <a:pt x="2049095" y="73038"/>
                </a:cubicBezTo>
                <a:cubicBezTo>
                  <a:pt x="2049095" y="73038"/>
                  <a:pt x="2048841" y="75848"/>
                  <a:pt x="2048460" y="80764"/>
                </a:cubicBezTo>
                <a:cubicBezTo>
                  <a:pt x="2048270" y="85679"/>
                  <a:pt x="2047254" y="92625"/>
                  <a:pt x="2047254" y="101013"/>
                </a:cubicBezTo>
                <a:cubicBezTo>
                  <a:pt x="2046556" y="117751"/>
                  <a:pt x="2047508" y="139990"/>
                  <a:pt x="2050047" y="161956"/>
                </a:cubicBezTo>
                <a:cubicBezTo>
                  <a:pt x="2051570" y="172959"/>
                  <a:pt x="2053474" y="183873"/>
                  <a:pt x="2055585" y="194042"/>
                </a:cubicBezTo>
                <a:lnTo>
                  <a:pt x="2061555" y="218372"/>
                </a:lnTo>
                <a:lnTo>
                  <a:pt x="2097672" y="218372"/>
                </a:lnTo>
                <a:lnTo>
                  <a:pt x="2087302" y="141356"/>
                </a:lnTo>
                <a:lnTo>
                  <a:pt x="2136689" y="218372"/>
                </a:lnTo>
                <a:lnTo>
                  <a:pt x="2157816" y="218372"/>
                </a:lnTo>
                <a:lnTo>
                  <a:pt x="2157306" y="214121"/>
                </a:lnTo>
                <a:cubicBezTo>
                  <a:pt x="2155465" y="200192"/>
                  <a:pt x="2151530" y="181659"/>
                  <a:pt x="2146390" y="163088"/>
                </a:cubicBezTo>
                <a:cubicBezTo>
                  <a:pt x="2136171" y="127193"/>
                  <a:pt x="2117893" y="91961"/>
                  <a:pt x="2116751" y="89815"/>
                </a:cubicBezTo>
                <a:cubicBezTo>
                  <a:pt x="2117829" y="90830"/>
                  <a:pt x="2125572" y="98438"/>
                  <a:pt x="2136108" y="109830"/>
                </a:cubicBezTo>
                <a:cubicBezTo>
                  <a:pt x="2147595" y="122043"/>
                  <a:pt x="2161685" y="138975"/>
                  <a:pt x="2174632" y="156454"/>
                </a:cubicBezTo>
                <a:cubicBezTo>
                  <a:pt x="2187262" y="174051"/>
                  <a:pt x="2198813" y="192193"/>
                  <a:pt x="2206429" y="206122"/>
                </a:cubicBezTo>
                <a:lnTo>
                  <a:pt x="2212945" y="218372"/>
                </a:lnTo>
                <a:lnTo>
                  <a:pt x="2239408" y="218372"/>
                </a:lnTo>
                <a:lnTo>
                  <a:pt x="2240465" y="205464"/>
                </a:lnTo>
                <a:cubicBezTo>
                  <a:pt x="2241372" y="196012"/>
                  <a:pt x="2242495" y="185951"/>
                  <a:pt x="2243875" y="175923"/>
                </a:cubicBezTo>
                <a:cubicBezTo>
                  <a:pt x="2249079" y="135776"/>
                  <a:pt x="2258409" y="96331"/>
                  <a:pt x="2258409" y="96331"/>
                </a:cubicBezTo>
                <a:cubicBezTo>
                  <a:pt x="2258409" y="96331"/>
                  <a:pt x="2264057" y="136127"/>
                  <a:pt x="2273768" y="175182"/>
                </a:cubicBezTo>
                <a:lnTo>
                  <a:pt x="2285830" y="218372"/>
                </a:lnTo>
                <a:lnTo>
                  <a:pt x="2302794" y="218372"/>
                </a:lnTo>
                <a:lnTo>
                  <a:pt x="2303371" y="211154"/>
                </a:lnTo>
                <a:cubicBezTo>
                  <a:pt x="2303626" y="208288"/>
                  <a:pt x="2303788" y="206708"/>
                  <a:pt x="2303788" y="206708"/>
                </a:cubicBezTo>
                <a:cubicBezTo>
                  <a:pt x="2303788" y="206708"/>
                  <a:pt x="2307913" y="162151"/>
                  <a:pt x="2317750" y="118453"/>
                </a:cubicBezTo>
                <a:cubicBezTo>
                  <a:pt x="2326953" y="75770"/>
                  <a:pt x="2341360" y="34256"/>
                  <a:pt x="2342122" y="32188"/>
                </a:cubicBezTo>
                <a:cubicBezTo>
                  <a:pt x="2342122" y="34062"/>
                  <a:pt x="2342122" y="76901"/>
                  <a:pt x="2347643" y="119117"/>
                </a:cubicBezTo>
                <a:cubicBezTo>
                  <a:pt x="2352847" y="162424"/>
                  <a:pt x="2363573" y="204757"/>
                  <a:pt x="2363573" y="204757"/>
                </a:cubicBezTo>
                <a:cubicBezTo>
                  <a:pt x="2363573" y="204757"/>
                  <a:pt x="2364220" y="207407"/>
                  <a:pt x="2365434" y="212027"/>
                </a:cubicBezTo>
                <a:lnTo>
                  <a:pt x="2367185" y="218372"/>
                </a:lnTo>
                <a:lnTo>
                  <a:pt x="2416218" y="218372"/>
                </a:lnTo>
                <a:lnTo>
                  <a:pt x="2416251" y="217998"/>
                </a:lnTo>
                <a:cubicBezTo>
                  <a:pt x="2417378" y="203869"/>
                  <a:pt x="2418600" y="184995"/>
                  <a:pt x="2418980" y="166014"/>
                </a:cubicBezTo>
                <a:cubicBezTo>
                  <a:pt x="2419996" y="128090"/>
                  <a:pt x="2417520" y="89854"/>
                  <a:pt x="2417520" y="89854"/>
                </a:cubicBezTo>
                <a:cubicBezTo>
                  <a:pt x="2417520" y="89854"/>
                  <a:pt x="2434720" y="126218"/>
                  <a:pt x="2448746" y="163555"/>
                </a:cubicBezTo>
                <a:cubicBezTo>
                  <a:pt x="2452967" y="174675"/>
                  <a:pt x="2456886" y="185854"/>
                  <a:pt x="2460313" y="196071"/>
                </a:cubicBezTo>
                <a:lnTo>
                  <a:pt x="2467496" y="218372"/>
                </a:lnTo>
                <a:lnTo>
                  <a:pt x="2468701" y="218372"/>
                </a:lnTo>
                <a:lnTo>
                  <a:pt x="2468548" y="215408"/>
                </a:lnTo>
                <a:cubicBezTo>
                  <a:pt x="2468548" y="215408"/>
                  <a:pt x="2466390" y="172061"/>
                  <a:pt x="2471213" y="129417"/>
                </a:cubicBezTo>
                <a:cubicBezTo>
                  <a:pt x="2475656" y="86655"/>
                  <a:pt x="2486826" y="45064"/>
                  <a:pt x="2486826" y="45064"/>
                </a:cubicBezTo>
                <a:cubicBezTo>
                  <a:pt x="2486826" y="45064"/>
                  <a:pt x="2490634" y="87358"/>
                  <a:pt x="2501106" y="128441"/>
                </a:cubicBezTo>
                <a:cubicBezTo>
                  <a:pt x="2511261" y="169681"/>
                  <a:pt x="2527762" y="209361"/>
                  <a:pt x="2527762" y="209361"/>
                </a:cubicBezTo>
                <a:cubicBezTo>
                  <a:pt x="2527762" y="209361"/>
                  <a:pt x="2528350" y="210814"/>
                  <a:pt x="2529452" y="213428"/>
                </a:cubicBezTo>
                <a:lnTo>
                  <a:pt x="2531596" y="218372"/>
                </a:lnTo>
                <a:lnTo>
                  <a:pt x="2534943" y="218372"/>
                </a:lnTo>
                <a:lnTo>
                  <a:pt x="2535288" y="215455"/>
                </a:lnTo>
                <a:cubicBezTo>
                  <a:pt x="2536493" y="205647"/>
                  <a:pt x="2539457" y="183269"/>
                  <a:pt x="2543883" y="161176"/>
                </a:cubicBezTo>
                <a:cubicBezTo>
                  <a:pt x="2549595" y="131641"/>
                  <a:pt x="2557846" y="102730"/>
                  <a:pt x="2557846" y="102730"/>
                </a:cubicBezTo>
                <a:cubicBezTo>
                  <a:pt x="2557846" y="102730"/>
                  <a:pt x="2564573" y="131874"/>
                  <a:pt x="2573776" y="160356"/>
                </a:cubicBezTo>
                <a:cubicBezTo>
                  <a:pt x="2582852" y="188955"/>
                  <a:pt x="2594276" y="216813"/>
                  <a:pt x="2594276" y="216813"/>
                </a:cubicBezTo>
                <a:lnTo>
                  <a:pt x="2594916" y="218372"/>
                </a:lnTo>
                <a:lnTo>
                  <a:pt x="2636053" y="218372"/>
                </a:lnTo>
                <a:lnTo>
                  <a:pt x="2638351" y="212690"/>
                </a:lnTo>
                <a:cubicBezTo>
                  <a:pt x="2639500" y="209660"/>
                  <a:pt x="2640099" y="207917"/>
                  <a:pt x="2640099" y="207917"/>
                </a:cubicBezTo>
                <a:cubicBezTo>
                  <a:pt x="2640099" y="207917"/>
                  <a:pt x="2642701" y="200504"/>
                  <a:pt x="2645874" y="189150"/>
                </a:cubicBezTo>
                <a:cubicBezTo>
                  <a:pt x="2649111" y="177797"/>
                  <a:pt x="2652094" y="162424"/>
                  <a:pt x="2653935" y="146779"/>
                </a:cubicBezTo>
                <a:cubicBezTo>
                  <a:pt x="2657552" y="115527"/>
                  <a:pt x="2652983" y="83378"/>
                  <a:pt x="2652983" y="83378"/>
                </a:cubicBezTo>
                <a:cubicBezTo>
                  <a:pt x="2652983" y="83378"/>
                  <a:pt x="2657679" y="90713"/>
                  <a:pt x="2664026" y="102067"/>
                </a:cubicBezTo>
                <a:cubicBezTo>
                  <a:pt x="2670436" y="113420"/>
                  <a:pt x="2677671" y="128948"/>
                  <a:pt x="2683764" y="144945"/>
                </a:cubicBezTo>
                <a:cubicBezTo>
                  <a:pt x="2695823" y="176860"/>
                  <a:pt x="2699821" y="210609"/>
                  <a:pt x="2699821" y="210609"/>
                </a:cubicBezTo>
                <a:cubicBezTo>
                  <a:pt x="2699821" y="210609"/>
                  <a:pt x="2700091" y="212706"/>
                  <a:pt x="2700448" y="216393"/>
                </a:cubicBezTo>
                <a:lnTo>
                  <a:pt x="2700597" y="218372"/>
                </a:lnTo>
                <a:lnTo>
                  <a:pt x="2703300" y="218372"/>
                </a:lnTo>
                <a:lnTo>
                  <a:pt x="2703796" y="211663"/>
                </a:lnTo>
                <a:cubicBezTo>
                  <a:pt x="2704978" y="198261"/>
                  <a:pt x="2706835" y="182166"/>
                  <a:pt x="2709722" y="166209"/>
                </a:cubicBezTo>
                <a:cubicBezTo>
                  <a:pt x="2716323" y="127466"/>
                  <a:pt x="2728826" y="89932"/>
                  <a:pt x="2728826" y="89932"/>
                </a:cubicBezTo>
                <a:cubicBezTo>
                  <a:pt x="2728826" y="89932"/>
                  <a:pt x="2731301" y="128441"/>
                  <a:pt x="2739615" y="165974"/>
                </a:cubicBezTo>
                <a:cubicBezTo>
                  <a:pt x="2743614" y="184780"/>
                  <a:pt x="2749040" y="203254"/>
                  <a:pt x="2753467" y="217027"/>
                </a:cubicBezTo>
                <a:lnTo>
                  <a:pt x="2753920" y="218372"/>
                </a:lnTo>
                <a:lnTo>
                  <a:pt x="2789410" y="218372"/>
                </a:lnTo>
                <a:lnTo>
                  <a:pt x="2791912" y="188136"/>
                </a:lnTo>
                <a:cubicBezTo>
                  <a:pt x="2794387" y="148808"/>
                  <a:pt x="2793625" y="109128"/>
                  <a:pt x="2793625" y="109128"/>
                </a:cubicBezTo>
                <a:cubicBezTo>
                  <a:pt x="2793625" y="109128"/>
                  <a:pt x="2809175" y="147325"/>
                  <a:pt x="2821678" y="186302"/>
                </a:cubicBezTo>
                <a:cubicBezTo>
                  <a:pt x="2824026" y="193325"/>
                  <a:pt x="2826247" y="200348"/>
                  <a:pt x="2828278" y="207175"/>
                </a:cubicBezTo>
                <a:lnTo>
                  <a:pt x="2843066" y="44869"/>
                </a:lnTo>
                <a:lnTo>
                  <a:pt x="2879943" y="218372"/>
                </a:lnTo>
                <a:lnTo>
                  <a:pt x="2898970" y="218372"/>
                </a:lnTo>
                <a:lnTo>
                  <a:pt x="2899425" y="214081"/>
                </a:lnTo>
                <a:cubicBezTo>
                  <a:pt x="2901456" y="181191"/>
                  <a:pt x="2896886" y="147754"/>
                  <a:pt x="2896886" y="147754"/>
                </a:cubicBezTo>
                <a:cubicBezTo>
                  <a:pt x="2896886" y="147754"/>
                  <a:pt x="2901646" y="155440"/>
                  <a:pt x="2908056" y="167301"/>
                </a:cubicBezTo>
                <a:cubicBezTo>
                  <a:pt x="2914530" y="179123"/>
                  <a:pt x="2922400" y="195159"/>
                  <a:pt x="2929127" y="211546"/>
                </a:cubicBezTo>
                <a:lnTo>
                  <a:pt x="2931509" y="218372"/>
                </a:lnTo>
                <a:lnTo>
                  <a:pt x="2946730" y="218372"/>
                </a:lnTo>
                <a:lnTo>
                  <a:pt x="2946835" y="216539"/>
                </a:lnTo>
                <a:cubicBezTo>
                  <a:pt x="2947279" y="210921"/>
                  <a:pt x="2947279" y="202962"/>
                  <a:pt x="2948421" y="193364"/>
                </a:cubicBezTo>
                <a:cubicBezTo>
                  <a:pt x="2950071" y="174246"/>
                  <a:pt x="2954197" y="148846"/>
                  <a:pt x="2959909" y="123837"/>
                </a:cubicBezTo>
                <a:cubicBezTo>
                  <a:pt x="2966129" y="98867"/>
                  <a:pt x="2973998" y="74248"/>
                  <a:pt x="2981234" y="56105"/>
                </a:cubicBezTo>
                <a:cubicBezTo>
                  <a:pt x="2984534" y="46975"/>
                  <a:pt x="2988215" y="39524"/>
                  <a:pt x="2990373" y="34256"/>
                </a:cubicBezTo>
                <a:cubicBezTo>
                  <a:pt x="2992658" y="29028"/>
                  <a:pt x="2993927" y="26024"/>
                  <a:pt x="2993927" y="26024"/>
                </a:cubicBezTo>
                <a:cubicBezTo>
                  <a:pt x="2993927" y="26024"/>
                  <a:pt x="2993546" y="29145"/>
                  <a:pt x="2992912" y="34607"/>
                </a:cubicBezTo>
                <a:cubicBezTo>
                  <a:pt x="2992404" y="40070"/>
                  <a:pt x="2990944" y="47756"/>
                  <a:pt x="2990500" y="57120"/>
                </a:cubicBezTo>
                <a:cubicBezTo>
                  <a:pt x="2988786" y="75730"/>
                  <a:pt x="2988469" y="100506"/>
                  <a:pt x="2989738" y="125086"/>
                </a:cubicBezTo>
                <a:cubicBezTo>
                  <a:pt x="2991579" y="149705"/>
                  <a:pt x="2995006" y="174051"/>
                  <a:pt x="2998941" y="192155"/>
                </a:cubicBezTo>
                <a:cubicBezTo>
                  <a:pt x="3000528" y="201206"/>
                  <a:pt x="3002812" y="208697"/>
                  <a:pt x="3003955" y="213925"/>
                </a:cubicBezTo>
                <a:lnTo>
                  <a:pt x="3005052" y="218372"/>
                </a:lnTo>
                <a:lnTo>
                  <a:pt x="3044889" y="218372"/>
                </a:lnTo>
                <a:lnTo>
                  <a:pt x="3045197" y="217067"/>
                </a:lnTo>
                <a:cubicBezTo>
                  <a:pt x="3049434" y="198692"/>
                  <a:pt x="3058632" y="156620"/>
                  <a:pt x="3064439" y="114044"/>
                </a:cubicBezTo>
                <a:cubicBezTo>
                  <a:pt x="3072690" y="57354"/>
                  <a:pt x="3074721" y="0"/>
                  <a:pt x="3074721" y="0"/>
                </a:cubicBezTo>
                <a:cubicBezTo>
                  <a:pt x="3074721" y="0"/>
                  <a:pt x="3087604" y="56652"/>
                  <a:pt x="3094332" y="114161"/>
                </a:cubicBezTo>
                <a:cubicBezTo>
                  <a:pt x="3097982" y="142897"/>
                  <a:pt x="3100060" y="171778"/>
                  <a:pt x="3101226" y="193476"/>
                </a:cubicBezTo>
                <a:lnTo>
                  <a:pt x="3102315" y="218372"/>
                </a:lnTo>
                <a:lnTo>
                  <a:pt x="3131032" y="218372"/>
                </a:lnTo>
                <a:lnTo>
                  <a:pt x="3131914" y="215700"/>
                </a:lnTo>
                <a:cubicBezTo>
                  <a:pt x="3137454" y="199143"/>
                  <a:pt x="3150437" y="161381"/>
                  <a:pt x="3165669" y="124188"/>
                </a:cubicBezTo>
                <a:cubicBezTo>
                  <a:pt x="3185026" y="76355"/>
                  <a:pt x="3208065" y="29574"/>
                  <a:pt x="3209778" y="26180"/>
                </a:cubicBezTo>
                <a:cubicBezTo>
                  <a:pt x="3209461" y="27936"/>
                  <a:pt x="3207113" y="41123"/>
                  <a:pt x="3204130" y="60007"/>
                </a:cubicBezTo>
                <a:cubicBezTo>
                  <a:pt x="3206415" y="46859"/>
                  <a:pt x="3208001" y="38509"/>
                  <a:pt x="3208001" y="38509"/>
                </a:cubicBezTo>
                <a:cubicBezTo>
                  <a:pt x="3208001" y="38509"/>
                  <a:pt x="3214538" y="84431"/>
                  <a:pt x="3223424" y="130002"/>
                </a:cubicBezTo>
                <a:cubicBezTo>
                  <a:pt x="3229993" y="164180"/>
                  <a:pt x="3237883" y="198138"/>
                  <a:pt x="3241417" y="212982"/>
                </a:cubicBezTo>
                <a:lnTo>
                  <a:pt x="3242716" y="218372"/>
                </a:lnTo>
                <a:lnTo>
                  <a:pt x="3258397" y="218372"/>
                </a:lnTo>
                <a:lnTo>
                  <a:pt x="3259346" y="198436"/>
                </a:lnTo>
                <a:cubicBezTo>
                  <a:pt x="3259536" y="163712"/>
                  <a:pt x="3253634" y="128597"/>
                  <a:pt x="3253634" y="128597"/>
                </a:cubicBezTo>
                <a:cubicBezTo>
                  <a:pt x="3253634" y="128597"/>
                  <a:pt x="3274007" y="161020"/>
                  <a:pt x="3288922" y="195393"/>
                </a:cubicBezTo>
                <a:lnTo>
                  <a:pt x="3297610" y="218372"/>
                </a:lnTo>
                <a:lnTo>
                  <a:pt x="3340482" y="218372"/>
                </a:lnTo>
                <a:lnTo>
                  <a:pt x="3343313" y="210843"/>
                </a:lnTo>
                <a:cubicBezTo>
                  <a:pt x="3349850" y="192935"/>
                  <a:pt x="3357085" y="168784"/>
                  <a:pt x="3362924" y="144282"/>
                </a:cubicBezTo>
                <a:cubicBezTo>
                  <a:pt x="3368382" y="119741"/>
                  <a:pt x="3372380" y="94965"/>
                  <a:pt x="3374221" y="76237"/>
                </a:cubicBezTo>
                <a:cubicBezTo>
                  <a:pt x="3375427" y="66874"/>
                  <a:pt x="3375617" y="59071"/>
                  <a:pt x="3376125" y="53569"/>
                </a:cubicBezTo>
                <a:cubicBezTo>
                  <a:pt x="3376506" y="48068"/>
                  <a:pt x="3376696" y="44947"/>
                  <a:pt x="3376696" y="44947"/>
                </a:cubicBezTo>
                <a:cubicBezTo>
                  <a:pt x="3376696" y="44947"/>
                  <a:pt x="3377458" y="48029"/>
                  <a:pt x="3378664" y="53452"/>
                </a:cubicBezTo>
                <a:cubicBezTo>
                  <a:pt x="3379806" y="58914"/>
                  <a:pt x="3381964" y="66679"/>
                  <a:pt x="3383551" y="76043"/>
                </a:cubicBezTo>
                <a:cubicBezTo>
                  <a:pt x="3387359" y="94770"/>
                  <a:pt x="3390786" y="119935"/>
                  <a:pt x="3392817" y="145335"/>
                </a:cubicBezTo>
                <a:cubicBezTo>
                  <a:pt x="3394404" y="170696"/>
                  <a:pt x="3394531" y="196290"/>
                  <a:pt x="3393388" y="215486"/>
                </a:cubicBezTo>
                <a:lnTo>
                  <a:pt x="3393203" y="218372"/>
                </a:lnTo>
                <a:lnTo>
                  <a:pt x="3451708" y="218372"/>
                </a:lnTo>
                <a:lnTo>
                  <a:pt x="3450698" y="206300"/>
                </a:lnTo>
                <a:cubicBezTo>
                  <a:pt x="3449981" y="195722"/>
                  <a:pt x="3449414" y="184449"/>
                  <a:pt x="3449176" y="173193"/>
                </a:cubicBezTo>
                <a:cubicBezTo>
                  <a:pt x="3447906" y="128090"/>
                  <a:pt x="3451905" y="83495"/>
                  <a:pt x="3451905" y="83495"/>
                </a:cubicBezTo>
                <a:cubicBezTo>
                  <a:pt x="3451905" y="83495"/>
                  <a:pt x="3462884" y="127583"/>
                  <a:pt x="3478815" y="170501"/>
                </a:cubicBezTo>
                <a:cubicBezTo>
                  <a:pt x="3482734" y="181269"/>
                  <a:pt x="3486955" y="191947"/>
                  <a:pt x="3491081" y="201907"/>
                </a:cubicBezTo>
                <a:lnTo>
                  <a:pt x="3498191" y="218372"/>
                </a:lnTo>
                <a:lnTo>
                  <a:pt x="3556656" y="218372"/>
                </a:lnTo>
                <a:lnTo>
                  <a:pt x="3557450" y="211428"/>
                </a:lnTo>
                <a:cubicBezTo>
                  <a:pt x="3559037" y="195276"/>
                  <a:pt x="3559545" y="173661"/>
                  <a:pt x="3558656" y="151851"/>
                </a:cubicBezTo>
                <a:cubicBezTo>
                  <a:pt x="3557260" y="130119"/>
                  <a:pt x="3554404" y="108231"/>
                  <a:pt x="3550913" y="91844"/>
                </a:cubicBezTo>
                <a:cubicBezTo>
                  <a:pt x="3549580" y="83612"/>
                  <a:pt x="3547486" y="76901"/>
                  <a:pt x="3546471" y="72102"/>
                </a:cubicBezTo>
                <a:cubicBezTo>
                  <a:pt x="3545455" y="67888"/>
                  <a:pt x="3544820" y="65274"/>
                  <a:pt x="3544693" y="64689"/>
                </a:cubicBezTo>
                <a:cubicBezTo>
                  <a:pt x="3545074" y="65235"/>
                  <a:pt x="3546534" y="67693"/>
                  <a:pt x="3548945" y="71595"/>
                </a:cubicBezTo>
                <a:cubicBezTo>
                  <a:pt x="3551548" y="76082"/>
                  <a:pt x="3555864" y="82441"/>
                  <a:pt x="3559989" y="90284"/>
                </a:cubicBezTo>
                <a:cubicBezTo>
                  <a:pt x="3568938" y="105812"/>
                  <a:pt x="3579283" y="127036"/>
                  <a:pt x="3588232" y="148730"/>
                </a:cubicBezTo>
                <a:cubicBezTo>
                  <a:pt x="3596673" y="170423"/>
                  <a:pt x="3603781" y="192622"/>
                  <a:pt x="3607843" y="209438"/>
                </a:cubicBezTo>
                <a:lnTo>
                  <a:pt x="3609872" y="218372"/>
                </a:lnTo>
                <a:lnTo>
                  <a:pt x="3665952" y="218372"/>
                </a:lnTo>
                <a:lnTo>
                  <a:pt x="3669723" y="205264"/>
                </a:lnTo>
                <a:cubicBezTo>
                  <a:pt x="3680005" y="167106"/>
                  <a:pt x="3687938" y="128402"/>
                  <a:pt x="3687938" y="128402"/>
                </a:cubicBezTo>
                <a:cubicBezTo>
                  <a:pt x="3687938" y="128402"/>
                  <a:pt x="3694983" y="167145"/>
                  <a:pt x="3699616" y="206239"/>
                </a:cubicBezTo>
                <a:lnTo>
                  <a:pt x="3700830" y="218372"/>
                </a:lnTo>
                <a:lnTo>
                  <a:pt x="3714682" y="218372"/>
                </a:lnTo>
                <a:lnTo>
                  <a:pt x="3714690" y="217583"/>
                </a:lnTo>
                <a:cubicBezTo>
                  <a:pt x="3714864" y="200650"/>
                  <a:pt x="3715102" y="178070"/>
                  <a:pt x="3715356" y="155479"/>
                </a:cubicBezTo>
                <a:cubicBezTo>
                  <a:pt x="3715039" y="110221"/>
                  <a:pt x="3714785" y="65001"/>
                  <a:pt x="3714785" y="65001"/>
                </a:cubicBezTo>
                <a:cubicBezTo>
                  <a:pt x="3714785" y="65001"/>
                  <a:pt x="3729953" y="109089"/>
                  <a:pt x="3745058" y="153177"/>
                </a:cubicBezTo>
                <a:cubicBezTo>
                  <a:pt x="3752262" y="175319"/>
                  <a:pt x="3759482" y="197451"/>
                  <a:pt x="3764900" y="214048"/>
                </a:cubicBezTo>
                <a:lnTo>
                  <a:pt x="3766313" y="218372"/>
                </a:lnTo>
                <a:lnTo>
                  <a:pt x="3795172" y="218372"/>
                </a:lnTo>
                <a:lnTo>
                  <a:pt x="3793903" y="198810"/>
                </a:lnTo>
                <a:cubicBezTo>
                  <a:pt x="3793317" y="188338"/>
                  <a:pt x="3792802" y="177172"/>
                  <a:pt x="3792468" y="166014"/>
                </a:cubicBezTo>
                <a:cubicBezTo>
                  <a:pt x="3790945" y="121379"/>
                  <a:pt x="3792405" y="76940"/>
                  <a:pt x="3792405" y="76940"/>
                </a:cubicBezTo>
                <a:cubicBezTo>
                  <a:pt x="3792405" y="76940"/>
                  <a:pt x="3805860" y="120443"/>
                  <a:pt x="3822107" y="163244"/>
                </a:cubicBezTo>
                <a:cubicBezTo>
                  <a:pt x="3826122" y="173963"/>
                  <a:pt x="3830306" y="184632"/>
                  <a:pt x="3834326" y="194605"/>
                </a:cubicBezTo>
                <a:lnTo>
                  <a:pt x="3844139" y="218372"/>
                </a:lnTo>
                <a:lnTo>
                  <a:pt x="3906964" y="218372"/>
                </a:lnTo>
                <a:lnTo>
                  <a:pt x="3907470" y="210570"/>
                </a:lnTo>
                <a:cubicBezTo>
                  <a:pt x="3909057" y="212443"/>
                  <a:pt x="3910580" y="214316"/>
                  <a:pt x="3912167" y="216188"/>
                </a:cubicBezTo>
                <a:lnTo>
                  <a:pt x="3914032" y="218372"/>
                </a:lnTo>
                <a:lnTo>
                  <a:pt x="4022706" y="218372"/>
                </a:lnTo>
                <a:lnTo>
                  <a:pt x="4029517" y="149315"/>
                </a:lnTo>
                <a:lnTo>
                  <a:pt x="4033642" y="135308"/>
                </a:lnTo>
                <a:lnTo>
                  <a:pt x="4037704" y="149315"/>
                </a:lnTo>
                <a:lnTo>
                  <a:pt x="4044548" y="218372"/>
                </a:lnTo>
                <a:lnTo>
                  <a:pt x="4153254" y="218372"/>
                </a:lnTo>
                <a:lnTo>
                  <a:pt x="4155118" y="216188"/>
                </a:lnTo>
                <a:cubicBezTo>
                  <a:pt x="4156641" y="214354"/>
                  <a:pt x="4158228" y="212482"/>
                  <a:pt x="4159751" y="210648"/>
                </a:cubicBezTo>
                <a:lnTo>
                  <a:pt x="4160283" y="218372"/>
                </a:lnTo>
                <a:lnTo>
                  <a:pt x="4223123" y="218372"/>
                </a:lnTo>
                <a:lnTo>
                  <a:pt x="4232934" y="194605"/>
                </a:lnTo>
                <a:cubicBezTo>
                  <a:pt x="4236956" y="184632"/>
                  <a:pt x="4241148" y="173963"/>
                  <a:pt x="4245178" y="163244"/>
                </a:cubicBezTo>
                <a:cubicBezTo>
                  <a:pt x="4261426" y="120443"/>
                  <a:pt x="4274881" y="76940"/>
                  <a:pt x="4274881" y="76940"/>
                </a:cubicBezTo>
                <a:cubicBezTo>
                  <a:pt x="4274881" y="76940"/>
                  <a:pt x="4276277" y="121379"/>
                  <a:pt x="4274817" y="166014"/>
                </a:cubicBezTo>
                <a:cubicBezTo>
                  <a:pt x="4274484" y="177172"/>
                  <a:pt x="4273969" y="188338"/>
                  <a:pt x="4273382" y="198810"/>
                </a:cubicBezTo>
                <a:lnTo>
                  <a:pt x="4272114" y="218372"/>
                </a:lnTo>
                <a:lnTo>
                  <a:pt x="4302946" y="218372"/>
                </a:lnTo>
                <a:lnTo>
                  <a:pt x="4345964" y="90946"/>
                </a:lnTo>
                <a:lnTo>
                  <a:pt x="4350088" y="218372"/>
                </a:lnTo>
                <a:lnTo>
                  <a:pt x="4366405" y="218372"/>
                </a:lnTo>
                <a:lnTo>
                  <a:pt x="4367606" y="206239"/>
                </a:lnTo>
                <a:cubicBezTo>
                  <a:pt x="4372303" y="167145"/>
                  <a:pt x="4379347" y="128402"/>
                  <a:pt x="4379347" y="128402"/>
                </a:cubicBezTo>
                <a:cubicBezTo>
                  <a:pt x="4379347" y="128402"/>
                  <a:pt x="4387282" y="167106"/>
                  <a:pt x="4397499" y="205264"/>
                </a:cubicBezTo>
                <a:lnTo>
                  <a:pt x="4401285" y="218372"/>
                </a:lnTo>
                <a:lnTo>
                  <a:pt x="4457415" y="218372"/>
                </a:lnTo>
                <a:lnTo>
                  <a:pt x="4459442" y="209438"/>
                </a:lnTo>
                <a:cubicBezTo>
                  <a:pt x="4463505" y="192622"/>
                  <a:pt x="4470550" y="170423"/>
                  <a:pt x="4479054" y="148730"/>
                </a:cubicBezTo>
                <a:cubicBezTo>
                  <a:pt x="4488003" y="127036"/>
                  <a:pt x="4498349" y="105812"/>
                  <a:pt x="4507296" y="90284"/>
                </a:cubicBezTo>
                <a:cubicBezTo>
                  <a:pt x="4511422" y="82441"/>
                  <a:pt x="4515738" y="76082"/>
                  <a:pt x="4518340" y="71595"/>
                </a:cubicBezTo>
                <a:cubicBezTo>
                  <a:pt x="4520751" y="67693"/>
                  <a:pt x="4522212" y="65235"/>
                  <a:pt x="4522592" y="64689"/>
                </a:cubicBezTo>
                <a:cubicBezTo>
                  <a:pt x="4522465" y="65274"/>
                  <a:pt x="4521831" y="67888"/>
                  <a:pt x="4520816" y="72102"/>
                </a:cubicBezTo>
                <a:cubicBezTo>
                  <a:pt x="4519801" y="76901"/>
                  <a:pt x="4517705" y="83612"/>
                  <a:pt x="4516309" y="91844"/>
                </a:cubicBezTo>
                <a:cubicBezTo>
                  <a:pt x="4512882" y="108231"/>
                  <a:pt x="4510025" y="130119"/>
                  <a:pt x="4508629" y="151851"/>
                </a:cubicBezTo>
                <a:cubicBezTo>
                  <a:pt x="4507678" y="173661"/>
                  <a:pt x="4508249" y="195276"/>
                  <a:pt x="4509835" y="211428"/>
                </a:cubicBezTo>
                <a:lnTo>
                  <a:pt x="4510629" y="218372"/>
                </a:lnTo>
                <a:lnTo>
                  <a:pt x="4569056" y="218372"/>
                </a:lnTo>
                <a:lnTo>
                  <a:pt x="4576152" y="201907"/>
                </a:lnTo>
                <a:cubicBezTo>
                  <a:pt x="4580272" y="191947"/>
                  <a:pt x="4584489" y="181269"/>
                  <a:pt x="4588408" y="170501"/>
                </a:cubicBezTo>
                <a:cubicBezTo>
                  <a:pt x="4604401" y="127583"/>
                  <a:pt x="4615382" y="83495"/>
                  <a:pt x="4615382" y="83495"/>
                </a:cubicBezTo>
                <a:cubicBezTo>
                  <a:pt x="4615382" y="83495"/>
                  <a:pt x="4619379" y="128090"/>
                  <a:pt x="4618110" y="173193"/>
                </a:cubicBezTo>
                <a:cubicBezTo>
                  <a:pt x="4617872" y="184449"/>
                  <a:pt x="4617301" y="195722"/>
                  <a:pt x="4616578" y="206300"/>
                </a:cubicBezTo>
                <a:lnTo>
                  <a:pt x="4615559" y="218372"/>
                </a:lnTo>
                <a:lnTo>
                  <a:pt x="4674083" y="218372"/>
                </a:lnTo>
                <a:lnTo>
                  <a:pt x="4673897" y="215486"/>
                </a:lnTo>
                <a:cubicBezTo>
                  <a:pt x="4672755" y="196290"/>
                  <a:pt x="4672882" y="170696"/>
                  <a:pt x="4674469" y="145335"/>
                </a:cubicBezTo>
                <a:cubicBezTo>
                  <a:pt x="4676436" y="119935"/>
                  <a:pt x="4679927" y="94770"/>
                  <a:pt x="4683734" y="76043"/>
                </a:cubicBezTo>
                <a:cubicBezTo>
                  <a:pt x="4685258" y="66679"/>
                  <a:pt x="4687479" y="58914"/>
                  <a:pt x="4688623" y="53452"/>
                </a:cubicBezTo>
                <a:cubicBezTo>
                  <a:pt x="4689827" y="48029"/>
                  <a:pt x="4690525" y="44947"/>
                  <a:pt x="4690525" y="44947"/>
                </a:cubicBezTo>
                <a:cubicBezTo>
                  <a:pt x="4690525" y="44947"/>
                  <a:pt x="4690780" y="48068"/>
                  <a:pt x="4691161" y="53569"/>
                </a:cubicBezTo>
                <a:cubicBezTo>
                  <a:pt x="4691668" y="59071"/>
                  <a:pt x="4691795" y="66874"/>
                  <a:pt x="4693064" y="76237"/>
                </a:cubicBezTo>
                <a:cubicBezTo>
                  <a:pt x="4694841" y="94965"/>
                  <a:pt x="4698903" y="119741"/>
                  <a:pt x="4704299" y="144282"/>
                </a:cubicBezTo>
                <a:cubicBezTo>
                  <a:pt x="4710200" y="168784"/>
                  <a:pt x="4717372" y="192935"/>
                  <a:pt x="4723973" y="210843"/>
                </a:cubicBezTo>
                <a:lnTo>
                  <a:pt x="4726805" y="218372"/>
                </a:lnTo>
                <a:lnTo>
                  <a:pt x="4769623" y="218372"/>
                </a:lnTo>
                <a:lnTo>
                  <a:pt x="4778300" y="195393"/>
                </a:lnTo>
                <a:cubicBezTo>
                  <a:pt x="4793278" y="161020"/>
                  <a:pt x="4813651" y="128597"/>
                  <a:pt x="4813651" y="128597"/>
                </a:cubicBezTo>
                <a:cubicBezTo>
                  <a:pt x="4813651" y="128597"/>
                  <a:pt x="4807750" y="163712"/>
                  <a:pt x="4807939" y="198436"/>
                </a:cubicBezTo>
                <a:lnTo>
                  <a:pt x="4808877" y="218372"/>
                </a:lnTo>
                <a:lnTo>
                  <a:pt x="4824571" y="218372"/>
                </a:lnTo>
                <a:lnTo>
                  <a:pt x="4825870" y="212982"/>
                </a:lnTo>
                <a:cubicBezTo>
                  <a:pt x="4829404" y="198138"/>
                  <a:pt x="4837293" y="164180"/>
                  <a:pt x="4843863" y="130002"/>
                </a:cubicBezTo>
                <a:cubicBezTo>
                  <a:pt x="4852748" y="84431"/>
                  <a:pt x="4859284" y="38509"/>
                  <a:pt x="4859284" y="38509"/>
                </a:cubicBezTo>
                <a:cubicBezTo>
                  <a:pt x="4859284" y="38509"/>
                  <a:pt x="4861125" y="48575"/>
                  <a:pt x="4863791" y="64025"/>
                </a:cubicBezTo>
                <a:cubicBezTo>
                  <a:pt x="4860300" y="41552"/>
                  <a:pt x="4857380" y="25985"/>
                  <a:pt x="4857380" y="25985"/>
                </a:cubicBezTo>
                <a:cubicBezTo>
                  <a:pt x="4857380" y="25985"/>
                  <a:pt x="4881498" y="74521"/>
                  <a:pt x="4901617" y="124188"/>
                </a:cubicBezTo>
                <a:cubicBezTo>
                  <a:pt x="4916849" y="161381"/>
                  <a:pt x="4929797" y="199143"/>
                  <a:pt x="4935318" y="215700"/>
                </a:cubicBezTo>
                <a:lnTo>
                  <a:pt x="4936197" y="218372"/>
                </a:lnTo>
                <a:lnTo>
                  <a:pt x="4964971" y="218372"/>
                </a:lnTo>
                <a:lnTo>
                  <a:pt x="4966060" y="193476"/>
                </a:lnTo>
                <a:cubicBezTo>
                  <a:pt x="4967226" y="171778"/>
                  <a:pt x="4969304" y="142897"/>
                  <a:pt x="4972953" y="114161"/>
                </a:cubicBezTo>
                <a:cubicBezTo>
                  <a:pt x="4979681" y="56652"/>
                  <a:pt x="4992565" y="0"/>
                  <a:pt x="4992565" y="0"/>
                </a:cubicBezTo>
                <a:cubicBezTo>
                  <a:pt x="4992565" y="0"/>
                  <a:pt x="4994596" y="57354"/>
                  <a:pt x="5002846" y="114044"/>
                </a:cubicBezTo>
                <a:cubicBezTo>
                  <a:pt x="5008654" y="156620"/>
                  <a:pt x="5017853" y="198692"/>
                  <a:pt x="5022089" y="217067"/>
                </a:cubicBezTo>
                <a:lnTo>
                  <a:pt x="5022398" y="218372"/>
                </a:lnTo>
                <a:lnTo>
                  <a:pt x="5062234" y="218372"/>
                </a:lnTo>
                <a:lnTo>
                  <a:pt x="5063332" y="213925"/>
                </a:lnTo>
                <a:cubicBezTo>
                  <a:pt x="5064474" y="208697"/>
                  <a:pt x="5066758" y="201206"/>
                  <a:pt x="5068344" y="192155"/>
                </a:cubicBezTo>
                <a:cubicBezTo>
                  <a:pt x="5072279" y="174051"/>
                  <a:pt x="5075706" y="149705"/>
                  <a:pt x="5077547" y="125086"/>
                </a:cubicBezTo>
                <a:cubicBezTo>
                  <a:pt x="5078816" y="100506"/>
                  <a:pt x="5078499" y="75730"/>
                  <a:pt x="5076786" y="57120"/>
                </a:cubicBezTo>
                <a:cubicBezTo>
                  <a:pt x="5076341" y="47756"/>
                  <a:pt x="5074881" y="40070"/>
                  <a:pt x="5074374" y="34607"/>
                </a:cubicBezTo>
                <a:cubicBezTo>
                  <a:pt x="5073739" y="29145"/>
                  <a:pt x="5073359" y="26024"/>
                  <a:pt x="5073359" y="26024"/>
                </a:cubicBezTo>
                <a:cubicBezTo>
                  <a:pt x="5073359" y="26024"/>
                  <a:pt x="5074628" y="29028"/>
                  <a:pt x="5076912" y="34256"/>
                </a:cubicBezTo>
                <a:cubicBezTo>
                  <a:pt x="5079008" y="39524"/>
                  <a:pt x="5082751" y="46975"/>
                  <a:pt x="5086053" y="56105"/>
                </a:cubicBezTo>
                <a:cubicBezTo>
                  <a:pt x="5093287" y="74248"/>
                  <a:pt x="5101158" y="98867"/>
                  <a:pt x="5107376" y="123837"/>
                </a:cubicBezTo>
                <a:cubicBezTo>
                  <a:pt x="5113088" y="148846"/>
                  <a:pt x="5117214" y="174246"/>
                  <a:pt x="5118801" y="193364"/>
                </a:cubicBezTo>
                <a:cubicBezTo>
                  <a:pt x="5120007" y="202962"/>
                  <a:pt x="5120007" y="210921"/>
                  <a:pt x="5120451" y="216539"/>
                </a:cubicBezTo>
                <a:lnTo>
                  <a:pt x="5120556" y="218372"/>
                </a:lnTo>
                <a:lnTo>
                  <a:pt x="5135777" y="218372"/>
                </a:lnTo>
                <a:lnTo>
                  <a:pt x="5138159" y="211546"/>
                </a:lnTo>
                <a:cubicBezTo>
                  <a:pt x="5144822" y="195159"/>
                  <a:pt x="5152755" y="179123"/>
                  <a:pt x="5159229" y="167301"/>
                </a:cubicBezTo>
                <a:cubicBezTo>
                  <a:pt x="5165639" y="155440"/>
                  <a:pt x="5170399" y="147754"/>
                  <a:pt x="5170399" y="147754"/>
                </a:cubicBezTo>
                <a:cubicBezTo>
                  <a:pt x="5170399" y="147754"/>
                  <a:pt x="5165830" y="181191"/>
                  <a:pt x="5167860" y="214081"/>
                </a:cubicBezTo>
                <a:lnTo>
                  <a:pt x="5168316" y="218372"/>
                </a:lnTo>
                <a:lnTo>
                  <a:pt x="5187343" y="218372"/>
                </a:lnTo>
                <a:lnTo>
                  <a:pt x="5224219" y="44869"/>
                </a:lnTo>
                <a:lnTo>
                  <a:pt x="5238944" y="207175"/>
                </a:lnTo>
                <a:cubicBezTo>
                  <a:pt x="5241039" y="200348"/>
                  <a:pt x="5243259" y="193325"/>
                  <a:pt x="5245608" y="186302"/>
                </a:cubicBezTo>
                <a:cubicBezTo>
                  <a:pt x="5258047" y="147325"/>
                  <a:pt x="5273660" y="109128"/>
                  <a:pt x="5273660" y="109128"/>
                </a:cubicBezTo>
                <a:cubicBezTo>
                  <a:pt x="5273660" y="109128"/>
                  <a:pt x="5272898" y="148808"/>
                  <a:pt x="5275374" y="188136"/>
                </a:cubicBezTo>
                <a:lnTo>
                  <a:pt x="5277877" y="218372"/>
                </a:lnTo>
                <a:lnTo>
                  <a:pt x="5313344" y="218372"/>
                </a:lnTo>
                <a:lnTo>
                  <a:pt x="5313796" y="217027"/>
                </a:lnTo>
                <a:cubicBezTo>
                  <a:pt x="5318214" y="203254"/>
                  <a:pt x="5323640" y="184780"/>
                  <a:pt x="5327670" y="165974"/>
                </a:cubicBezTo>
                <a:cubicBezTo>
                  <a:pt x="5335984" y="128441"/>
                  <a:pt x="5338396" y="89932"/>
                  <a:pt x="5338396" y="89932"/>
                </a:cubicBezTo>
                <a:cubicBezTo>
                  <a:pt x="5338396" y="89932"/>
                  <a:pt x="5350962" y="127466"/>
                  <a:pt x="5357563" y="166209"/>
                </a:cubicBezTo>
                <a:cubicBezTo>
                  <a:pt x="5360451" y="182166"/>
                  <a:pt x="5362292" y="198261"/>
                  <a:pt x="5363466" y="211663"/>
                </a:cubicBezTo>
                <a:lnTo>
                  <a:pt x="5363961" y="218372"/>
                </a:lnTo>
                <a:lnTo>
                  <a:pt x="5366689" y="218372"/>
                </a:lnTo>
                <a:lnTo>
                  <a:pt x="5366838" y="216393"/>
                </a:lnTo>
                <a:cubicBezTo>
                  <a:pt x="5367195" y="212706"/>
                  <a:pt x="5367464" y="210609"/>
                  <a:pt x="5367464" y="210609"/>
                </a:cubicBezTo>
                <a:cubicBezTo>
                  <a:pt x="5367464" y="210609"/>
                  <a:pt x="5371464" y="176860"/>
                  <a:pt x="5383521" y="144945"/>
                </a:cubicBezTo>
                <a:cubicBezTo>
                  <a:pt x="5389614" y="128948"/>
                  <a:pt x="5396850" y="113420"/>
                  <a:pt x="5403260" y="102067"/>
                </a:cubicBezTo>
                <a:cubicBezTo>
                  <a:pt x="5409606" y="90713"/>
                  <a:pt x="5414303" y="83378"/>
                  <a:pt x="5414303" y="83378"/>
                </a:cubicBezTo>
                <a:cubicBezTo>
                  <a:pt x="5414303" y="83378"/>
                  <a:pt x="5409733" y="115527"/>
                  <a:pt x="5413351" y="146779"/>
                </a:cubicBezTo>
                <a:cubicBezTo>
                  <a:pt x="5415191" y="162424"/>
                  <a:pt x="5418175" y="177797"/>
                  <a:pt x="5421411" y="189150"/>
                </a:cubicBezTo>
                <a:cubicBezTo>
                  <a:pt x="5424584" y="200504"/>
                  <a:pt x="5427187" y="207917"/>
                  <a:pt x="5427187" y="207917"/>
                </a:cubicBezTo>
                <a:cubicBezTo>
                  <a:pt x="5427187" y="207917"/>
                  <a:pt x="5427785" y="209660"/>
                  <a:pt x="5428935" y="212690"/>
                </a:cubicBezTo>
                <a:lnTo>
                  <a:pt x="5431232" y="218372"/>
                </a:lnTo>
                <a:lnTo>
                  <a:pt x="5472367" y="218372"/>
                </a:lnTo>
                <a:lnTo>
                  <a:pt x="5473010" y="216813"/>
                </a:lnTo>
                <a:cubicBezTo>
                  <a:pt x="5473010" y="216813"/>
                  <a:pt x="5484434" y="188955"/>
                  <a:pt x="5493509" y="160356"/>
                </a:cubicBezTo>
                <a:cubicBezTo>
                  <a:pt x="5502712" y="131874"/>
                  <a:pt x="5509440" y="102730"/>
                  <a:pt x="5509440" y="102730"/>
                </a:cubicBezTo>
                <a:cubicBezTo>
                  <a:pt x="5509440" y="102730"/>
                  <a:pt x="5517627" y="131641"/>
                  <a:pt x="5523402" y="161176"/>
                </a:cubicBezTo>
                <a:cubicBezTo>
                  <a:pt x="5527830" y="183269"/>
                  <a:pt x="5530793" y="205647"/>
                  <a:pt x="5531998" y="215455"/>
                </a:cubicBezTo>
                <a:lnTo>
                  <a:pt x="5532342" y="218372"/>
                </a:lnTo>
                <a:lnTo>
                  <a:pt x="5535689" y="218372"/>
                </a:lnTo>
                <a:lnTo>
                  <a:pt x="5537834" y="213428"/>
                </a:lnTo>
                <a:cubicBezTo>
                  <a:pt x="5538936" y="210814"/>
                  <a:pt x="5539523" y="209361"/>
                  <a:pt x="5539523" y="209361"/>
                </a:cubicBezTo>
                <a:cubicBezTo>
                  <a:pt x="5539523" y="209361"/>
                  <a:pt x="5556024" y="169681"/>
                  <a:pt x="5566179" y="128441"/>
                </a:cubicBezTo>
                <a:cubicBezTo>
                  <a:pt x="5576651" y="87358"/>
                  <a:pt x="5580460" y="45064"/>
                  <a:pt x="5580460" y="45064"/>
                </a:cubicBezTo>
                <a:cubicBezTo>
                  <a:pt x="5580460" y="45064"/>
                  <a:pt x="5591629" y="86655"/>
                  <a:pt x="5596072" y="129417"/>
                </a:cubicBezTo>
                <a:cubicBezTo>
                  <a:pt x="5600832" y="172061"/>
                  <a:pt x="5598738" y="215408"/>
                  <a:pt x="5598738" y="215408"/>
                </a:cubicBezTo>
                <a:lnTo>
                  <a:pt x="5598560" y="218372"/>
                </a:lnTo>
                <a:lnTo>
                  <a:pt x="5599732" y="218372"/>
                </a:lnTo>
                <a:lnTo>
                  <a:pt x="5606941" y="196071"/>
                </a:lnTo>
                <a:cubicBezTo>
                  <a:pt x="5610384" y="185854"/>
                  <a:pt x="5614319" y="174675"/>
                  <a:pt x="5618539" y="163555"/>
                </a:cubicBezTo>
                <a:cubicBezTo>
                  <a:pt x="5632566" y="126218"/>
                  <a:pt x="5649765" y="89854"/>
                  <a:pt x="5649765" y="89854"/>
                </a:cubicBezTo>
                <a:cubicBezTo>
                  <a:pt x="5649765" y="89854"/>
                  <a:pt x="5647290" y="128090"/>
                  <a:pt x="5648242" y="166014"/>
                </a:cubicBezTo>
                <a:cubicBezTo>
                  <a:pt x="5648655" y="184995"/>
                  <a:pt x="5649892" y="203869"/>
                  <a:pt x="5651027" y="217998"/>
                </a:cubicBezTo>
                <a:lnTo>
                  <a:pt x="5651060" y="218372"/>
                </a:lnTo>
                <a:lnTo>
                  <a:pt x="5700101" y="218372"/>
                </a:lnTo>
                <a:lnTo>
                  <a:pt x="5701852" y="212027"/>
                </a:lnTo>
                <a:cubicBezTo>
                  <a:pt x="5703066" y="207407"/>
                  <a:pt x="5703712" y="204757"/>
                  <a:pt x="5703712" y="204757"/>
                </a:cubicBezTo>
                <a:cubicBezTo>
                  <a:pt x="5703712" y="204757"/>
                  <a:pt x="5714438" y="162424"/>
                  <a:pt x="5719643" y="119117"/>
                </a:cubicBezTo>
                <a:cubicBezTo>
                  <a:pt x="5725164" y="75926"/>
                  <a:pt x="5725164" y="32110"/>
                  <a:pt x="5725164" y="32110"/>
                </a:cubicBezTo>
                <a:cubicBezTo>
                  <a:pt x="5725164" y="32110"/>
                  <a:pt x="5740078" y="74677"/>
                  <a:pt x="5749535" y="118453"/>
                </a:cubicBezTo>
                <a:cubicBezTo>
                  <a:pt x="5759309" y="162151"/>
                  <a:pt x="5763498" y="206708"/>
                  <a:pt x="5763498" y="206708"/>
                </a:cubicBezTo>
                <a:cubicBezTo>
                  <a:pt x="5763498" y="206708"/>
                  <a:pt x="5763661" y="208288"/>
                  <a:pt x="5763916" y="211154"/>
                </a:cubicBezTo>
                <a:lnTo>
                  <a:pt x="5764492" y="218372"/>
                </a:lnTo>
                <a:lnTo>
                  <a:pt x="5781430" y="218372"/>
                </a:lnTo>
                <a:lnTo>
                  <a:pt x="5793518" y="175182"/>
                </a:lnTo>
                <a:cubicBezTo>
                  <a:pt x="5803164" y="136127"/>
                  <a:pt x="5808877" y="96331"/>
                  <a:pt x="5808877" y="96331"/>
                </a:cubicBezTo>
                <a:cubicBezTo>
                  <a:pt x="5808877" y="96331"/>
                  <a:pt x="5818143" y="135776"/>
                  <a:pt x="5823410" y="175923"/>
                </a:cubicBezTo>
                <a:cubicBezTo>
                  <a:pt x="5824791" y="185951"/>
                  <a:pt x="5825913" y="196012"/>
                  <a:pt x="5826821" y="205464"/>
                </a:cubicBezTo>
                <a:lnTo>
                  <a:pt x="5827878" y="218372"/>
                </a:lnTo>
                <a:lnTo>
                  <a:pt x="5854340" y="218372"/>
                </a:lnTo>
                <a:lnTo>
                  <a:pt x="5860856" y="206122"/>
                </a:lnTo>
                <a:cubicBezTo>
                  <a:pt x="5868472" y="192193"/>
                  <a:pt x="5880023" y="174051"/>
                  <a:pt x="5892590" y="156454"/>
                </a:cubicBezTo>
                <a:cubicBezTo>
                  <a:pt x="5905600" y="138975"/>
                  <a:pt x="5919690" y="122043"/>
                  <a:pt x="5931114" y="109830"/>
                </a:cubicBezTo>
                <a:cubicBezTo>
                  <a:pt x="5941713" y="98438"/>
                  <a:pt x="5949456" y="90830"/>
                  <a:pt x="5950535" y="89815"/>
                </a:cubicBezTo>
                <a:cubicBezTo>
                  <a:pt x="5949393" y="91961"/>
                  <a:pt x="5931052" y="127193"/>
                  <a:pt x="5920896" y="163088"/>
                </a:cubicBezTo>
                <a:cubicBezTo>
                  <a:pt x="5915693" y="181659"/>
                  <a:pt x="5911820" y="200192"/>
                  <a:pt x="5909979" y="214121"/>
                </a:cubicBezTo>
                <a:lnTo>
                  <a:pt x="5909469" y="218372"/>
                </a:lnTo>
                <a:lnTo>
                  <a:pt x="5930597" y="218372"/>
                </a:lnTo>
                <a:lnTo>
                  <a:pt x="5979984" y="141356"/>
                </a:lnTo>
                <a:lnTo>
                  <a:pt x="5969615" y="218372"/>
                </a:lnTo>
                <a:lnTo>
                  <a:pt x="5990637" y="218372"/>
                </a:lnTo>
                <a:lnTo>
                  <a:pt x="5993946" y="199763"/>
                </a:lnTo>
                <a:cubicBezTo>
                  <a:pt x="5996421" y="181971"/>
                  <a:pt x="5999150" y="158093"/>
                  <a:pt x="5998579" y="134099"/>
                </a:cubicBezTo>
                <a:cubicBezTo>
                  <a:pt x="5997754" y="110221"/>
                  <a:pt x="5995152" y="85992"/>
                  <a:pt x="5989757" y="68240"/>
                </a:cubicBezTo>
                <a:cubicBezTo>
                  <a:pt x="5987853" y="59149"/>
                  <a:pt x="5984554" y="51930"/>
                  <a:pt x="5982903" y="46703"/>
                </a:cubicBezTo>
                <a:cubicBezTo>
                  <a:pt x="5981253" y="42137"/>
                  <a:pt x="5980237" y="39289"/>
                  <a:pt x="5980047" y="38665"/>
                </a:cubicBezTo>
                <a:cubicBezTo>
                  <a:pt x="5980555" y="39329"/>
                  <a:pt x="5982332" y="41943"/>
                  <a:pt x="5985315" y="46078"/>
                </a:cubicBezTo>
                <a:cubicBezTo>
                  <a:pt x="5988552" y="50955"/>
                  <a:pt x="5994073" y="57744"/>
                  <a:pt x="5998706" y="66445"/>
                </a:cubicBezTo>
                <a:cubicBezTo>
                  <a:pt x="6009623" y="83456"/>
                  <a:pt x="6019842" y="107334"/>
                  <a:pt x="6028282" y="131680"/>
                </a:cubicBezTo>
                <a:cubicBezTo>
                  <a:pt x="6032851" y="145179"/>
                  <a:pt x="6036279" y="158757"/>
                  <a:pt x="6039071" y="171437"/>
                </a:cubicBezTo>
                <a:cubicBezTo>
                  <a:pt x="6039642" y="168082"/>
                  <a:pt x="6040214" y="164726"/>
                  <a:pt x="6040848" y="161332"/>
                </a:cubicBezTo>
                <a:cubicBezTo>
                  <a:pt x="6045862" y="138741"/>
                  <a:pt x="6052463" y="116502"/>
                  <a:pt x="6058746" y="100155"/>
                </a:cubicBezTo>
                <a:cubicBezTo>
                  <a:pt x="6061539" y="91922"/>
                  <a:pt x="6064839" y="85211"/>
                  <a:pt x="6066679" y="80452"/>
                </a:cubicBezTo>
                <a:cubicBezTo>
                  <a:pt x="6068710" y="75730"/>
                  <a:pt x="6069789" y="73038"/>
                  <a:pt x="6069789" y="73038"/>
                </a:cubicBezTo>
                <a:cubicBezTo>
                  <a:pt x="6069789" y="73038"/>
                  <a:pt x="6069599" y="75848"/>
                  <a:pt x="6069218" y="80764"/>
                </a:cubicBezTo>
                <a:cubicBezTo>
                  <a:pt x="6069028" y="85679"/>
                  <a:pt x="6068012" y="92625"/>
                  <a:pt x="6068012" y="101013"/>
                </a:cubicBezTo>
                <a:cubicBezTo>
                  <a:pt x="6067314" y="117751"/>
                  <a:pt x="6068266" y="139990"/>
                  <a:pt x="6070806" y="161956"/>
                </a:cubicBezTo>
                <a:cubicBezTo>
                  <a:pt x="6072297" y="172959"/>
                  <a:pt x="6074201" y="183873"/>
                  <a:pt x="6076319" y="194042"/>
                </a:cubicBezTo>
                <a:lnTo>
                  <a:pt x="6082310" y="218372"/>
                </a:lnTo>
                <a:lnTo>
                  <a:pt x="6118430" y="218372"/>
                </a:lnTo>
                <a:lnTo>
                  <a:pt x="6108060" y="141356"/>
                </a:lnTo>
                <a:lnTo>
                  <a:pt x="6157447" y="218372"/>
                </a:lnTo>
                <a:lnTo>
                  <a:pt x="6178574" y="218372"/>
                </a:lnTo>
                <a:lnTo>
                  <a:pt x="6178064" y="214121"/>
                </a:lnTo>
                <a:cubicBezTo>
                  <a:pt x="6176160" y="200192"/>
                  <a:pt x="6172288" y="181659"/>
                  <a:pt x="6167084" y="163088"/>
                </a:cubicBezTo>
                <a:cubicBezTo>
                  <a:pt x="6156930" y="127193"/>
                  <a:pt x="6138651" y="91961"/>
                  <a:pt x="6137509" y="89815"/>
                </a:cubicBezTo>
                <a:cubicBezTo>
                  <a:pt x="6138587" y="90830"/>
                  <a:pt x="6146330" y="98438"/>
                  <a:pt x="6156866" y="109830"/>
                </a:cubicBezTo>
                <a:cubicBezTo>
                  <a:pt x="6168353" y="122043"/>
                  <a:pt x="6182379" y="138975"/>
                  <a:pt x="6195390" y="156454"/>
                </a:cubicBezTo>
                <a:cubicBezTo>
                  <a:pt x="6208020" y="174051"/>
                  <a:pt x="6219508" y="192193"/>
                  <a:pt x="6227124" y="206122"/>
                </a:cubicBezTo>
                <a:lnTo>
                  <a:pt x="6233681" y="218372"/>
                </a:lnTo>
                <a:lnTo>
                  <a:pt x="6260148" y="218372"/>
                </a:lnTo>
                <a:lnTo>
                  <a:pt x="6261196" y="205464"/>
                </a:lnTo>
                <a:cubicBezTo>
                  <a:pt x="6262094" y="196012"/>
                  <a:pt x="6263205" y="185951"/>
                  <a:pt x="6264569" y="175923"/>
                </a:cubicBezTo>
                <a:cubicBezTo>
                  <a:pt x="6269837" y="135776"/>
                  <a:pt x="6279167" y="96331"/>
                  <a:pt x="6279167" y="96331"/>
                </a:cubicBezTo>
                <a:cubicBezTo>
                  <a:pt x="6279167" y="96331"/>
                  <a:pt x="6284815" y="136127"/>
                  <a:pt x="6294526" y="175182"/>
                </a:cubicBezTo>
                <a:lnTo>
                  <a:pt x="6306569" y="218372"/>
                </a:lnTo>
                <a:lnTo>
                  <a:pt x="6323511" y="218372"/>
                </a:lnTo>
                <a:lnTo>
                  <a:pt x="6324075" y="211154"/>
                </a:lnTo>
                <a:cubicBezTo>
                  <a:pt x="6324324" y="208288"/>
                  <a:pt x="6324482" y="206708"/>
                  <a:pt x="6324482" y="206708"/>
                </a:cubicBezTo>
                <a:cubicBezTo>
                  <a:pt x="6324482" y="206708"/>
                  <a:pt x="6328671" y="162151"/>
                  <a:pt x="6338445" y="118453"/>
                </a:cubicBezTo>
                <a:cubicBezTo>
                  <a:pt x="6347711" y="75770"/>
                  <a:pt x="6362118" y="34256"/>
                  <a:pt x="6362879" y="32188"/>
                </a:cubicBezTo>
                <a:cubicBezTo>
                  <a:pt x="6362879" y="34062"/>
                  <a:pt x="6362943" y="76901"/>
                  <a:pt x="6368401" y="119117"/>
                </a:cubicBezTo>
                <a:cubicBezTo>
                  <a:pt x="6373605" y="162424"/>
                  <a:pt x="6384268" y="204757"/>
                  <a:pt x="6384268" y="204757"/>
                </a:cubicBezTo>
                <a:cubicBezTo>
                  <a:pt x="6384268" y="204757"/>
                  <a:pt x="6384919" y="207407"/>
                  <a:pt x="6386138" y="212027"/>
                </a:cubicBezTo>
                <a:lnTo>
                  <a:pt x="6387896" y="218372"/>
                </a:lnTo>
                <a:lnTo>
                  <a:pt x="6436976" y="218372"/>
                </a:lnTo>
                <a:lnTo>
                  <a:pt x="6437009" y="217998"/>
                </a:lnTo>
                <a:cubicBezTo>
                  <a:pt x="6438136" y="203869"/>
                  <a:pt x="6439358" y="184995"/>
                  <a:pt x="6439738" y="166014"/>
                </a:cubicBezTo>
                <a:cubicBezTo>
                  <a:pt x="6440754" y="128090"/>
                  <a:pt x="6438278" y="89854"/>
                  <a:pt x="6438278" y="89854"/>
                </a:cubicBezTo>
                <a:cubicBezTo>
                  <a:pt x="6438278" y="89854"/>
                  <a:pt x="6455478" y="126218"/>
                  <a:pt x="6469441" y="163555"/>
                </a:cubicBezTo>
                <a:cubicBezTo>
                  <a:pt x="6473693" y="174675"/>
                  <a:pt x="6477628" y="185854"/>
                  <a:pt x="6481063" y="196071"/>
                </a:cubicBezTo>
                <a:lnTo>
                  <a:pt x="6488253" y="218372"/>
                </a:lnTo>
                <a:lnTo>
                  <a:pt x="6489459" y="218372"/>
                </a:lnTo>
                <a:lnTo>
                  <a:pt x="6489306" y="215408"/>
                </a:lnTo>
                <a:cubicBezTo>
                  <a:pt x="6489306" y="215408"/>
                  <a:pt x="6487148" y="172061"/>
                  <a:pt x="6491971" y="129417"/>
                </a:cubicBezTo>
                <a:cubicBezTo>
                  <a:pt x="6496351" y="86655"/>
                  <a:pt x="6507584" y="45064"/>
                  <a:pt x="6507584" y="45064"/>
                </a:cubicBezTo>
                <a:cubicBezTo>
                  <a:pt x="6507584" y="45064"/>
                  <a:pt x="6511392" y="87358"/>
                  <a:pt x="6521864" y="128441"/>
                </a:cubicBezTo>
                <a:cubicBezTo>
                  <a:pt x="6531956" y="169681"/>
                  <a:pt x="6548457" y="209361"/>
                  <a:pt x="6548457" y="209361"/>
                </a:cubicBezTo>
                <a:cubicBezTo>
                  <a:pt x="6548457" y="209361"/>
                  <a:pt x="6549060" y="210814"/>
                  <a:pt x="6550179" y="213428"/>
                </a:cubicBezTo>
                <a:lnTo>
                  <a:pt x="6552337" y="218372"/>
                </a:lnTo>
                <a:lnTo>
                  <a:pt x="6555643" y="218372"/>
                </a:lnTo>
                <a:lnTo>
                  <a:pt x="6555993" y="215455"/>
                </a:lnTo>
                <a:cubicBezTo>
                  <a:pt x="6557216" y="205647"/>
                  <a:pt x="6560215" y="183269"/>
                  <a:pt x="6564641" y="161176"/>
                </a:cubicBezTo>
                <a:cubicBezTo>
                  <a:pt x="6570353" y="131641"/>
                  <a:pt x="6578604" y="102730"/>
                  <a:pt x="6578604" y="102730"/>
                </a:cubicBezTo>
                <a:cubicBezTo>
                  <a:pt x="6578604" y="102730"/>
                  <a:pt x="6585331" y="131874"/>
                  <a:pt x="6594534" y="160356"/>
                </a:cubicBezTo>
                <a:cubicBezTo>
                  <a:pt x="6603546" y="188955"/>
                  <a:pt x="6614970" y="216813"/>
                  <a:pt x="6614970" y="216813"/>
                </a:cubicBezTo>
                <a:lnTo>
                  <a:pt x="6615614" y="218372"/>
                </a:lnTo>
                <a:lnTo>
                  <a:pt x="6656796" y="218372"/>
                </a:lnTo>
                <a:lnTo>
                  <a:pt x="6659100" y="212690"/>
                </a:lnTo>
                <a:cubicBezTo>
                  <a:pt x="6660254" y="209660"/>
                  <a:pt x="6660857" y="207917"/>
                  <a:pt x="6660857" y="207917"/>
                </a:cubicBezTo>
                <a:cubicBezTo>
                  <a:pt x="6660857" y="207917"/>
                  <a:pt x="6663459" y="200504"/>
                  <a:pt x="6666633" y="189150"/>
                </a:cubicBezTo>
                <a:cubicBezTo>
                  <a:pt x="6669806" y="177797"/>
                  <a:pt x="6672852" y="162424"/>
                  <a:pt x="6674693" y="146779"/>
                </a:cubicBezTo>
                <a:cubicBezTo>
                  <a:pt x="6678310" y="115527"/>
                  <a:pt x="6673741" y="83378"/>
                  <a:pt x="6673741" y="83378"/>
                </a:cubicBezTo>
                <a:cubicBezTo>
                  <a:pt x="6673741" y="83378"/>
                  <a:pt x="6678437" y="90713"/>
                  <a:pt x="6684784" y="102067"/>
                </a:cubicBezTo>
                <a:cubicBezTo>
                  <a:pt x="6691194" y="113420"/>
                  <a:pt x="6698430" y="128948"/>
                  <a:pt x="6704522" y="144945"/>
                </a:cubicBezTo>
                <a:cubicBezTo>
                  <a:pt x="6716581" y="176860"/>
                  <a:pt x="6720579" y="210609"/>
                  <a:pt x="6720579" y="210609"/>
                </a:cubicBezTo>
                <a:cubicBezTo>
                  <a:pt x="6720579" y="210609"/>
                  <a:pt x="6720849" y="212706"/>
                  <a:pt x="6721206" y="216393"/>
                </a:cubicBezTo>
                <a:lnTo>
                  <a:pt x="6721355" y="218372"/>
                </a:lnTo>
                <a:lnTo>
                  <a:pt x="6724058" y="218372"/>
                </a:lnTo>
                <a:lnTo>
                  <a:pt x="6724555" y="211663"/>
                </a:lnTo>
                <a:cubicBezTo>
                  <a:pt x="6725737" y="198261"/>
                  <a:pt x="6727593" y="182166"/>
                  <a:pt x="6730480" y="166209"/>
                </a:cubicBezTo>
                <a:cubicBezTo>
                  <a:pt x="6737081" y="127466"/>
                  <a:pt x="6749583" y="89932"/>
                  <a:pt x="6749583" y="89932"/>
                </a:cubicBezTo>
                <a:cubicBezTo>
                  <a:pt x="6749583" y="89932"/>
                  <a:pt x="6751995" y="128441"/>
                  <a:pt x="6760373" y="165974"/>
                </a:cubicBezTo>
                <a:cubicBezTo>
                  <a:pt x="6764372" y="184780"/>
                  <a:pt x="6769782" y="203254"/>
                  <a:pt x="6774193" y="217027"/>
                </a:cubicBezTo>
                <a:lnTo>
                  <a:pt x="6774644" y="218372"/>
                </a:lnTo>
                <a:lnTo>
                  <a:pt x="6810105" y="218372"/>
                </a:lnTo>
                <a:lnTo>
                  <a:pt x="6812607" y="188136"/>
                </a:lnTo>
                <a:cubicBezTo>
                  <a:pt x="6815145" y="148808"/>
                  <a:pt x="6814320" y="109128"/>
                  <a:pt x="6814320" y="109128"/>
                </a:cubicBezTo>
                <a:cubicBezTo>
                  <a:pt x="6814320" y="109128"/>
                  <a:pt x="6829933" y="147325"/>
                  <a:pt x="6842436" y="186302"/>
                </a:cubicBezTo>
                <a:cubicBezTo>
                  <a:pt x="6844784" y="193325"/>
                  <a:pt x="6846942" y="200348"/>
                  <a:pt x="6849036" y="207175"/>
                </a:cubicBezTo>
                <a:lnTo>
                  <a:pt x="6863824" y="44869"/>
                </a:lnTo>
                <a:lnTo>
                  <a:pt x="6900702" y="218372"/>
                </a:lnTo>
                <a:lnTo>
                  <a:pt x="6919664" y="218372"/>
                </a:lnTo>
                <a:lnTo>
                  <a:pt x="6920119" y="214081"/>
                </a:lnTo>
                <a:cubicBezTo>
                  <a:pt x="6922151" y="181191"/>
                  <a:pt x="6917644" y="147754"/>
                  <a:pt x="6917644" y="147754"/>
                </a:cubicBezTo>
                <a:cubicBezTo>
                  <a:pt x="6917644" y="147754"/>
                  <a:pt x="6922404" y="155440"/>
                  <a:pt x="6928751" y="167301"/>
                </a:cubicBezTo>
                <a:cubicBezTo>
                  <a:pt x="6935288" y="179123"/>
                  <a:pt x="6943158" y="195159"/>
                  <a:pt x="6949822" y="211546"/>
                </a:cubicBezTo>
                <a:lnTo>
                  <a:pt x="6952204" y="218372"/>
                </a:lnTo>
                <a:lnTo>
                  <a:pt x="6967487" y="218372"/>
                </a:lnTo>
                <a:lnTo>
                  <a:pt x="6967592" y="216539"/>
                </a:lnTo>
                <a:cubicBezTo>
                  <a:pt x="6968037" y="210921"/>
                  <a:pt x="6968037" y="202962"/>
                  <a:pt x="6969179" y="193364"/>
                </a:cubicBezTo>
                <a:cubicBezTo>
                  <a:pt x="6970829" y="174246"/>
                  <a:pt x="6974891" y="148846"/>
                  <a:pt x="6980603" y="123837"/>
                </a:cubicBezTo>
                <a:cubicBezTo>
                  <a:pt x="6986886" y="98867"/>
                  <a:pt x="6994756" y="74248"/>
                  <a:pt x="7001992" y="56105"/>
                </a:cubicBezTo>
                <a:cubicBezTo>
                  <a:pt x="7005292" y="46975"/>
                  <a:pt x="7008973" y="39524"/>
                  <a:pt x="7011131" y="34256"/>
                </a:cubicBezTo>
                <a:cubicBezTo>
                  <a:pt x="7013352" y="29028"/>
                  <a:pt x="7014685" y="26024"/>
                  <a:pt x="7014685" y="26024"/>
                </a:cubicBezTo>
                <a:cubicBezTo>
                  <a:pt x="7014685" y="26024"/>
                  <a:pt x="7014305" y="29145"/>
                  <a:pt x="7013606" y="34607"/>
                </a:cubicBezTo>
                <a:cubicBezTo>
                  <a:pt x="7013098" y="40070"/>
                  <a:pt x="7011702" y="47756"/>
                  <a:pt x="7011258" y="57120"/>
                </a:cubicBezTo>
                <a:cubicBezTo>
                  <a:pt x="7009545" y="75730"/>
                  <a:pt x="7009227" y="100506"/>
                  <a:pt x="7010496" y="125086"/>
                </a:cubicBezTo>
                <a:cubicBezTo>
                  <a:pt x="7012337" y="149705"/>
                  <a:pt x="7015764" y="174051"/>
                  <a:pt x="7019636" y="192155"/>
                </a:cubicBezTo>
                <a:cubicBezTo>
                  <a:pt x="7021286" y="201206"/>
                  <a:pt x="7023571" y="208697"/>
                  <a:pt x="7024713" y="213925"/>
                </a:cubicBezTo>
                <a:lnTo>
                  <a:pt x="7025810" y="218372"/>
                </a:lnTo>
                <a:lnTo>
                  <a:pt x="7065645" y="218372"/>
                </a:lnTo>
                <a:lnTo>
                  <a:pt x="7065953" y="217067"/>
                </a:lnTo>
                <a:cubicBezTo>
                  <a:pt x="7070187" y="198692"/>
                  <a:pt x="7079374" y="156620"/>
                  <a:pt x="7085133" y="114044"/>
                </a:cubicBezTo>
                <a:cubicBezTo>
                  <a:pt x="7093384" y="57354"/>
                  <a:pt x="7095478" y="0"/>
                  <a:pt x="7095478" y="0"/>
                </a:cubicBezTo>
                <a:cubicBezTo>
                  <a:pt x="7095478" y="0"/>
                  <a:pt x="7108362" y="56652"/>
                  <a:pt x="7115090" y="114161"/>
                </a:cubicBezTo>
                <a:cubicBezTo>
                  <a:pt x="7118708" y="142897"/>
                  <a:pt x="7120770" y="171778"/>
                  <a:pt x="7121928" y="193476"/>
                </a:cubicBezTo>
                <a:lnTo>
                  <a:pt x="7123010" y="218372"/>
                </a:lnTo>
                <a:lnTo>
                  <a:pt x="7151790" y="218372"/>
                </a:lnTo>
                <a:lnTo>
                  <a:pt x="7152672" y="215700"/>
                </a:lnTo>
                <a:cubicBezTo>
                  <a:pt x="7158212" y="199143"/>
                  <a:pt x="7171195" y="161381"/>
                  <a:pt x="7186427" y="124188"/>
                </a:cubicBezTo>
                <a:cubicBezTo>
                  <a:pt x="7205784" y="76355"/>
                  <a:pt x="7228822" y="29574"/>
                  <a:pt x="7230536" y="26180"/>
                </a:cubicBezTo>
                <a:cubicBezTo>
                  <a:pt x="7230219" y="27936"/>
                  <a:pt x="7227870" y="41123"/>
                  <a:pt x="7224888" y="60007"/>
                </a:cubicBezTo>
                <a:cubicBezTo>
                  <a:pt x="7227172" y="46859"/>
                  <a:pt x="7228695" y="38509"/>
                  <a:pt x="7228695" y="38509"/>
                </a:cubicBezTo>
                <a:cubicBezTo>
                  <a:pt x="7228695" y="38509"/>
                  <a:pt x="7235296" y="84431"/>
                  <a:pt x="7244182" y="130002"/>
                </a:cubicBezTo>
                <a:cubicBezTo>
                  <a:pt x="7250751" y="164180"/>
                  <a:pt x="7258641" y="198138"/>
                  <a:pt x="7262175" y="212982"/>
                </a:cubicBezTo>
                <a:lnTo>
                  <a:pt x="7263474" y="218372"/>
                </a:lnTo>
                <a:lnTo>
                  <a:pt x="7279143" y="218372"/>
                </a:lnTo>
                <a:lnTo>
                  <a:pt x="7280104" y="198436"/>
                </a:lnTo>
                <a:cubicBezTo>
                  <a:pt x="7280294" y="163712"/>
                  <a:pt x="7274392" y="128597"/>
                  <a:pt x="7274392" y="128597"/>
                </a:cubicBezTo>
                <a:cubicBezTo>
                  <a:pt x="7274392" y="128597"/>
                  <a:pt x="7294765" y="161020"/>
                  <a:pt x="7309679" y="195393"/>
                </a:cubicBezTo>
                <a:lnTo>
                  <a:pt x="7318357" y="218372"/>
                </a:lnTo>
                <a:lnTo>
                  <a:pt x="7361240" y="218372"/>
                </a:lnTo>
                <a:lnTo>
                  <a:pt x="7364071" y="210843"/>
                </a:lnTo>
                <a:cubicBezTo>
                  <a:pt x="7370607" y="192935"/>
                  <a:pt x="7377843" y="168784"/>
                  <a:pt x="7383682" y="144282"/>
                </a:cubicBezTo>
                <a:cubicBezTo>
                  <a:pt x="7389076" y="119741"/>
                  <a:pt x="7393138" y="94965"/>
                  <a:pt x="7394979" y="76237"/>
                </a:cubicBezTo>
                <a:cubicBezTo>
                  <a:pt x="7396185" y="66874"/>
                  <a:pt x="7396375" y="59071"/>
                  <a:pt x="7396883" y="53569"/>
                </a:cubicBezTo>
                <a:cubicBezTo>
                  <a:pt x="7397264" y="48068"/>
                  <a:pt x="7397455" y="44947"/>
                  <a:pt x="7397455" y="44947"/>
                </a:cubicBezTo>
                <a:cubicBezTo>
                  <a:pt x="7397455" y="44947"/>
                  <a:pt x="7398153" y="48029"/>
                  <a:pt x="7399422" y="53452"/>
                </a:cubicBezTo>
                <a:cubicBezTo>
                  <a:pt x="7400564" y="58914"/>
                  <a:pt x="7402722" y="66679"/>
                  <a:pt x="7404309" y="76043"/>
                </a:cubicBezTo>
                <a:cubicBezTo>
                  <a:pt x="7408117" y="94770"/>
                  <a:pt x="7411544" y="119935"/>
                  <a:pt x="7413575" y="145335"/>
                </a:cubicBezTo>
                <a:cubicBezTo>
                  <a:pt x="7415161" y="170696"/>
                  <a:pt x="7415225" y="196290"/>
                  <a:pt x="7414083" y="215486"/>
                </a:cubicBezTo>
                <a:lnTo>
                  <a:pt x="7413918" y="218372"/>
                </a:lnTo>
                <a:lnTo>
                  <a:pt x="7472465" y="218372"/>
                </a:lnTo>
                <a:lnTo>
                  <a:pt x="7471455" y="206300"/>
                </a:lnTo>
                <a:cubicBezTo>
                  <a:pt x="7470738" y="195722"/>
                  <a:pt x="7470171" y="184449"/>
                  <a:pt x="7469933" y="173193"/>
                </a:cubicBezTo>
                <a:cubicBezTo>
                  <a:pt x="7468664" y="128090"/>
                  <a:pt x="7472663" y="83495"/>
                  <a:pt x="7472663" y="83495"/>
                </a:cubicBezTo>
                <a:cubicBezTo>
                  <a:pt x="7472663" y="83495"/>
                  <a:pt x="7483642" y="127583"/>
                  <a:pt x="7499573" y="170501"/>
                </a:cubicBezTo>
                <a:cubicBezTo>
                  <a:pt x="7503492" y="181269"/>
                  <a:pt x="7507713" y="191947"/>
                  <a:pt x="7511839" y="201907"/>
                </a:cubicBezTo>
                <a:lnTo>
                  <a:pt x="7518949" y="218372"/>
                </a:lnTo>
                <a:lnTo>
                  <a:pt x="7577392" y="218372"/>
                </a:lnTo>
                <a:lnTo>
                  <a:pt x="7578208" y="211428"/>
                </a:lnTo>
                <a:cubicBezTo>
                  <a:pt x="7579795" y="195276"/>
                  <a:pt x="7580302" y="173661"/>
                  <a:pt x="7579414" y="151851"/>
                </a:cubicBezTo>
                <a:cubicBezTo>
                  <a:pt x="7578018" y="130119"/>
                  <a:pt x="7575098" y="108231"/>
                  <a:pt x="7571671" y="91844"/>
                </a:cubicBezTo>
                <a:cubicBezTo>
                  <a:pt x="7570275" y="83612"/>
                  <a:pt x="7568244" y="76901"/>
                  <a:pt x="7567229" y="72102"/>
                </a:cubicBezTo>
                <a:cubicBezTo>
                  <a:pt x="7566213" y="67888"/>
                  <a:pt x="7565578" y="65274"/>
                  <a:pt x="7565451" y="64689"/>
                </a:cubicBezTo>
                <a:cubicBezTo>
                  <a:pt x="7565832" y="65235"/>
                  <a:pt x="7567292" y="67693"/>
                  <a:pt x="7569703" y="71595"/>
                </a:cubicBezTo>
                <a:cubicBezTo>
                  <a:pt x="7572306" y="76082"/>
                  <a:pt x="7576622" y="82441"/>
                  <a:pt x="7580747" y="90284"/>
                </a:cubicBezTo>
                <a:cubicBezTo>
                  <a:pt x="7589695" y="105812"/>
                  <a:pt x="7599977" y="127036"/>
                  <a:pt x="7608926" y="148730"/>
                </a:cubicBezTo>
                <a:cubicBezTo>
                  <a:pt x="7617430" y="170423"/>
                  <a:pt x="7624539" y="192622"/>
                  <a:pt x="7628601" y="209438"/>
                </a:cubicBezTo>
                <a:lnTo>
                  <a:pt x="7630630" y="218372"/>
                </a:lnTo>
                <a:lnTo>
                  <a:pt x="7686702" y="218372"/>
                </a:lnTo>
                <a:lnTo>
                  <a:pt x="7690481" y="205264"/>
                </a:lnTo>
                <a:cubicBezTo>
                  <a:pt x="7690799" y="204132"/>
                  <a:pt x="7691053" y="203040"/>
                  <a:pt x="7691370" y="201908"/>
                </a:cubicBezTo>
                <a:lnTo>
                  <a:pt x="7698148" y="218372"/>
                </a:lnTo>
                <a:lnTo>
                  <a:pt x="7838682" y="218372"/>
                </a:lnTo>
                <a:lnTo>
                  <a:pt x="7843881" y="165858"/>
                </a:lnTo>
                <a:cubicBezTo>
                  <a:pt x="7847832" y="176343"/>
                  <a:pt x="7851922" y="186731"/>
                  <a:pt x="7855834" y="196415"/>
                </a:cubicBezTo>
                <a:lnTo>
                  <a:pt x="7864912" y="218372"/>
                </a:lnTo>
                <a:lnTo>
                  <a:pt x="7949815" y="218372"/>
                </a:lnTo>
                <a:lnTo>
                  <a:pt x="7951965" y="212091"/>
                </a:lnTo>
                <a:lnTo>
                  <a:pt x="7954144" y="218372"/>
                </a:lnTo>
                <a:lnTo>
                  <a:pt x="8039018" y="218372"/>
                </a:lnTo>
                <a:lnTo>
                  <a:pt x="8048097" y="196415"/>
                </a:lnTo>
                <a:cubicBezTo>
                  <a:pt x="8052009" y="186731"/>
                  <a:pt x="8056099" y="176343"/>
                  <a:pt x="8060049" y="165858"/>
                </a:cubicBezTo>
                <a:lnTo>
                  <a:pt x="8065249" y="218372"/>
                </a:lnTo>
                <a:lnTo>
                  <a:pt x="8205783" y="218372"/>
                </a:lnTo>
                <a:lnTo>
                  <a:pt x="8212560" y="201908"/>
                </a:lnTo>
                <a:cubicBezTo>
                  <a:pt x="8212878" y="203040"/>
                  <a:pt x="8213131" y="204132"/>
                  <a:pt x="8213449" y="205264"/>
                </a:cubicBezTo>
                <a:lnTo>
                  <a:pt x="8217235" y="218372"/>
                </a:lnTo>
                <a:lnTo>
                  <a:pt x="8273329" y="218372"/>
                </a:lnTo>
                <a:lnTo>
                  <a:pt x="8275329" y="209438"/>
                </a:lnTo>
                <a:cubicBezTo>
                  <a:pt x="8279391" y="192622"/>
                  <a:pt x="8286499" y="170423"/>
                  <a:pt x="8295004" y="148730"/>
                </a:cubicBezTo>
                <a:cubicBezTo>
                  <a:pt x="8303953" y="127036"/>
                  <a:pt x="8314298" y="105812"/>
                  <a:pt x="8323183" y="90284"/>
                </a:cubicBezTo>
                <a:cubicBezTo>
                  <a:pt x="8327372" y="82441"/>
                  <a:pt x="8331624" y="76082"/>
                  <a:pt x="8334290" y="71595"/>
                </a:cubicBezTo>
                <a:cubicBezTo>
                  <a:pt x="8336702" y="67693"/>
                  <a:pt x="8338161" y="65235"/>
                  <a:pt x="8338478" y="64689"/>
                </a:cubicBezTo>
                <a:cubicBezTo>
                  <a:pt x="8338352" y="65274"/>
                  <a:pt x="8337780" y="67888"/>
                  <a:pt x="8336702" y="72102"/>
                </a:cubicBezTo>
                <a:cubicBezTo>
                  <a:pt x="8335686" y="76901"/>
                  <a:pt x="8333656" y="83612"/>
                  <a:pt x="8332259" y="91844"/>
                </a:cubicBezTo>
                <a:cubicBezTo>
                  <a:pt x="8328832" y="108231"/>
                  <a:pt x="8325975" y="130119"/>
                  <a:pt x="8324579" y="151851"/>
                </a:cubicBezTo>
                <a:cubicBezTo>
                  <a:pt x="8323627" y="173661"/>
                  <a:pt x="8324135" y="195276"/>
                  <a:pt x="8325785" y="211428"/>
                </a:cubicBezTo>
                <a:lnTo>
                  <a:pt x="8326579" y="218372"/>
                </a:lnTo>
                <a:lnTo>
                  <a:pt x="8385005" y="218372"/>
                </a:lnTo>
                <a:lnTo>
                  <a:pt x="8392101" y="201907"/>
                </a:lnTo>
                <a:cubicBezTo>
                  <a:pt x="8396222" y="191947"/>
                  <a:pt x="8400438" y="181269"/>
                  <a:pt x="8404357" y="170501"/>
                </a:cubicBezTo>
                <a:cubicBezTo>
                  <a:pt x="8420287" y="127583"/>
                  <a:pt x="8431330" y="83495"/>
                  <a:pt x="8431330" y="83495"/>
                </a:cubicBezTo>
                <a:cubicBezTo>
                  <a:pt x="8431330" y="83495"/>
                  <a:pt x="8435265" y="128090"/>
                  <a:pt x="8433996" y="173193"/>
                </a:cubicBezTo>
                <a:cubicBezTo>
                  <a:pt x="8433774" y="184449"/>
                  <a:pt x="8433214" y="195722"/>
                  <a:pt x="8432500" y="206300"/>
                </a:cubicBezTo>
                <a:lnTo>
                  <a:pt x="8431489" y="218372"/>
                </a:lnTo>
                <a:lnTo>
                  <a:pt x="8490012" y="218372"/>
                </a:lnTo>
                <a:lnTo>
                  <a:pt x="8489847" y="215486"/>
                </a:lnTo>
                <a:cubicBezTo>
                  <a:pt x="8488705" y="196290"/>
                  <a:pt x="8488832" y="170696"/>
                  <a:pt x="8490355" y="145335"/>
                </a:cubicBezTo>
                <a:cubicBezTo>
                  <a:pt x="8492385" y="119935"/>
                  <a:pt x="8495813" y="94770"/>
                  <a:pt x="8499621" y="76043"/>
                </a:cubicBezTo>
                <a:cubicBezTo>
                  <a:pt x="8501207" y="66679"/>
                  <a:pt x="8503366" y="58914"/>
                  <a:pt x="8504508" y="53452"/>
                </a:cubicBezTo>
                <a:cubicBezTo>
                  <a:pt x="8505778" y="48029"/>
                  <a:pt x="8506476" y="44947"/>
                  <a:pt x="8506476" y="44947"/>
                </a:cubicBezTo>
                <a:cubicBezTo>
                  <a:pt x="8506476" y="44947"/>
                  <a:pt x="8506729" y="48068"/>
                  <a:pt x="8507110" y="53569"/>
                </a:cubicBezTo>
                <a:cubicBezTo>
                  <a:pt x="8507618" y="59071"/>
                  <a:pt x="8507745" y="66874"/>
                  <a:pt x="8508951" y="76237"/>
                </a:cubicBezTo>
                <a:cubicBezTo>
                  <a:pt x="8510791" y="94965"/>
                  <a:pt x="8514853" y="119741"/>
                  <a:pt x="8520247" y="144282"/>
                </a:cubicBezTo>
                <a:cubicBezTo>
                  <a:pt x="8526087" y="168784"/>
                  <a:pt x="8533322" y="192935"/>
                  <a:pt x="8539859" y="210843"/>
                </a:cubicBezTo>
                <a:lnTo>
                  <a:pt x="8542690" y="218372"/>
                </a:lnTo>
                <a:lnTo>
                  <a:pt x="8585573" y="218372"/>
                </a:lnTo>
                <a:lnTo>
                  <a:pt x="8594250" y="195393"/>
                </a:lnTo>
                <a:cubicBezTo>
                  <a:pt x="8609165" y="161020"/>
                  <a:pt x="8629538" y="128597"/>
                  <a:pt x="8629538" y="128597"/>
                </a:cubicBezTo>
                <a:cubicBezTo>
                  <a:pt x="8629538" y="128597"/>
                  <a:pt x="8623699" y="163712"/>
                  <a:pt x="8623826" y="198436"/>
                </a:cubicBezTo>
                <a:lnTo>
                  <a:pt x="8624788" y="218372"/>
                </a:lnTo>
                <a:lnTo>
                  <a:pt x="8640457" y="218372"/>
                </a:lnTo>
                <a:lnTo>
                  <a:pt x="8641755" y="212982"/>
                </a:lnTo>
                <a:cubicBezTo>
                  <a:pt x="8645290" y="198138"/>
                  <a:pt x="8653179" y="164180"/>
                  <a:pt x="8659748" y="130002"/>
                </a:cubicBezTo>
                <a:cubicBezTo>
                  <a:pt x="8668697" y="84431"/>
                  <a:pt x="8675234" y="38509"/>
                  <a:pt x="8675234" y="38509"/>
                </a:cubicBezTo>
                <a:cubicBezTo>
                  <a:pt x="8675234" y="38509"/>
                  <a:pt x="8676757" y="46859"/>
                  <a:pt x="8679042" y="60046"/>
                </a:cubicBezTo>
                <a:cubicBezTo>
                  <a:pt x="8675869" y="39758"/>
                  <a:pt x="8673330" y="25985"/>
                  <a:pt x="8673330" y="25985"/>
                </a:cubicBezTo>
                <a:cubicBezTo>
                  <a:pt x="8673330" y="25985"/>
                  <a:pt x="8697384" y="74521"/>
                  <a:pt x="8717503" y="124188"/>
                </a:cubicBezTo>
                <a:cubicBezTo>
                  <a:pt x="8732783" y="161381"/>
                  <a:pt x="8745742" y="199143"/>
                  <a:pt x="8751267" y="215700"/>
                </a:cubicBezTo>
                <a:lnTo>
                  <a:pt x="8752146" y="218372"/>
                </a:lnTo>
                <a:lnTo>
                  <a:pt x="8780919" y="218372"/>
                </a:lnTo>
                <a:lnTo>
                  <a:pt x="8782001" y="193476"/>
                </a:lnTo>
                <a:cubicBezTo>
                  <a:pt x="8783160" y="171778"/>
                  <a:pt x="8785222" y="142897"/>
                  <a:pt x="8788840" y="114161"/>
                </a:cubicBezTo>
                <a:cubicBezTo>
                  <a:pt x="8795567" y="56652"/>
                  <a:pt x="8808451" y="0"/>
                  <a:pt x="8808451" y="0"/>
                </a:cubicBezTo>
                <a:cubicBezTo>
                  <a:pt x="8808451" y="0"/>
                  <a:pt x="8810545" y="57354"/>
                  <a:pt x="8818796" y="114044"/>
                </a:cubicBezTo>
                <a:cubicBezTo>
                  <a:pt x="8824555" y="156620"/>
                  <a:pt x="8833742" y="198692"/>
                  <a:pt x="8837976" y="217067"/>
                </a:cubicBezTo>
                <a:lnTo>
                  <a:pt x="8838284" y="218372"/>
                </a:lnTo>
                <a:lnTo>
                  <a:pt x="8878119" y="218372"/>
                </a:lnTo>
                <a:lnTo>
                  <a:pt x="8879217" y="213925"/>
                </a:lnTo>
                <a:cubicBezTo>
                  <a:pt x="8880359" y="208697"/>
                  <a:pt x="8882707" y="201206"/>
                  <a:pt x="8884294" y="192155"/>
                </a:cubicBezTo>
                <a:cubicBezTo>
                  <a:pt x="8888229" y="174051"/>
                  <a:pt x="8891656" y="149705"/>
                  <a:pt x="8893433" y="125086"/>
                </a:cubicBezTo>
                <a:cubicBezTo>
                  <a:pt x="8894766" y="100506"/>
                  <a:pt x="8894386" y="75730"/>
                  <a:pt x="8892735" y="57120"/>
                </a:cubicBezTo>
                <a:cubicBezTo>
                  <a:pt x="8892227" y="47756"/>
                  <a:pt x="8890831" y="40070"/>
                  <a:pt x="8890324" y="34607"/>
                </a:cubicBezTo>
                <a:cubicBezTo>
                  <a:pt x="8889626" y="29145"/>
                  <a:pt x="8889244" y="26024"/>
                  <a:pt x="8889244" y="26024"/>
                </a:cubicBezTo>
                <a:cubicBezTo>
                  <a:pt x="8889244" y="26024"/>
                  <a:pt x="8890578" y="29028"/>
                  <a:pt x="8892862" y="34256"/>
                </a:cubicBezTo>
                <a:cubicBezTo>
                  <a:pt x="8894957" y="39524"/>
                  <a:pt x="8898701" y="46975"/>
                  <a:pt x="8901938" y="56105"/>
                </a:cubicBezTo>
                <a:cubicBezTo>
                  <a:pt x="8909237" y="74248"/>
                  <a:pt x="8917043" y="98867"/>
                  <a:pt x="8923326" y="123837"/>
                </a:cubicBezTo>
                <a:cubicBezTo>
                  <a:pt x="8929038" y="148846"/>
                  <a:pt x="8933100" y="174246"/>
                  <a:pt x="8934750" y="193364"/>
                </a:cubicBezTo>
                <a:cubicBezTo>
                  <a:pt x="8935956" y="202962"/>
                  <a:pt x="8935892" y="210921"/>
                  <a:pt x="8936401" y="216539"/>
                </a:cubicBezTo>
                <a:lnTo>
                  <a:pt x="8936493" y="218372"/>
                </a:lnTo>
                <a:lnTo>
                  <a:pt x="8951725" y="218372"/>
                </a:lnTo>
                <a:lnTo>
                  <a:pt x="8954107" y="211546"/>
                </a:lnTo>
                <a:cubicBezTo>
                  <a:pt x="8960772" y="195159"/>
                  <a:pt x="8968642" y="179123"/>
                  <a:pt x="8975179" y="167301"/>
                </a:cubicBezTo>
                <a:cubicBezTo>
                  <a:pt x="8981526" y="155440"/>
                  <a:pt x="8986286" y="147754"/>
                  <a:pt x="8986286" y="147754"/>
                </a:cubicBezTo>
                <a:cubicBezTo>
                  <a:pt x="8986286" y="147754"/>
                  <a:pt x="8981780" y="181191"/>
                  <a:pt x="8983810" y="214081"/>
                </a:cubicBezTo>
                <a:lnTo>
                  <a:pt x="8984266" y="218372"/>
                </a:lnTo>
                <a:lnTo>
                  <a:pt x="9003229" y="218372"/>
                </a:lnTo>
                <a:lnTo>
                  <a:pt x="9040105" y="44869"/>
                </a:lnTo>
                <a:lnTo>
                  <a:pt x="9054893" y="207175"/>
                </a:lnTo>
                <a:cubicBezTo>
                  <a:pt x="9056988" y="200348"/>
                  <a:pt x="9059209" y="193325"/>
                  <a:pt x="9061494" y="186302"/>
                </a:cubicBezTo>
                <a:cubicBezTo>
                  <a:pt x="9073997" y="147325"/>
                  <a:pt x="9089610" y="109128"/>
                  <a:pt x="9089610" y="109128"/>
                </a:cubicBezTo>
                <a:cubicBezTo>
                  <a:pt x="9089610" y="109128"/>
                  <a:pt x="9088785" y="148808"/>
                  <a:pt x="9091323" y="188136"/>
                </a:cubicBezTo>
                <a:lnTo>
                  <a:pt x="9093825" y="218372"/>
                </a:lnTo>
                <a:lnTo>
                  <a:pt x="9129285" y="218372"/>
                </a:lnTo>
                <a:lnTo>
                  <a:pt x="9129737" y="217027"/>
                </a:lnTo>
                <a:cubicBezTo>
                  <a:pt x="9134148" y="203254"/>
                  <a:pt x="9139558" y="184780"/>
                  <a:pt x="9143557" y="165974"/>
                </a:cubicBezTo>
                <a:cubicBezTo>
                  <a:pt x="9151934" y="128441"/>
                  <a:pt x="9154346" y="89932"/>
                  <a:pt x="9154346" y="89932"/>
                </a:cubicBezTo>
                <a:cubicBezTo>
                  <a:pt x="9154346" y="89932"/>
                  <a:pt x="9166849" y="127466"/>
                  <a:pt x="9173513" y="166209"/>
                </a:cubicBezTo>
                <a:cubicBezTo>
                  <a:pt x="9176369" y="182166"/>
                  <a:pt x="9178209" y="198261"/>
                  <a:pt x="9179384" y="211663"/>
                </a:cubicBezTo>
                <a:lnTo>
                  <a:pt x="9179877" y="218372"/>
                </a:lnTo>
                <a:lnTo>
                  <a:pt x="9182596" y="218372"/>
                </a:lnTo>
                <a:lnTo>
                  <a:pt x="9182747" y="216393"/>
                </a:lnTo>
                <a:cubicBezTo>
                  <a:pt x="9183096" y="212706"/>
                  <a:pt x="9183350" y="210609"/>
                  <a:pt x="9183350" y="210609"/>
                </a:cubicBezTo>
                <a:cubicBezTo>
                  <a:pt x="9183350" y="210609"/>
                  <a:pt x="9187412" y="176860"/>
                  <a:pt x="9199471" y="144945"/>
                </a:cubicBezTo>
                <a:cubicBezTo>
                  <a:pt x="9205563" y="128948"/>
                  <a:pt x="9212799" y="113420"/>
                  <a:pt x="9219145" y="102067"/>
                </a:cubicBezTo>
                <a:cubicBezTo>
                  <a:pt x="9225492" y="90713"/>
                  <a:pt x="9230189" y="83378"/>
                  <a:pt x="9230189" y="83378"/>
                </a:cubicBezTo>
                <a:cubicBezTo>
                  <a:pt x="9230189" y="83378"/>
                  <a:pt x="9225619" y="115527"/>
                  <a:pt x="9229237" y="146779"/>
                </a:cubicBezTo>
                <a:cubicBezTo>
                  <a:pt x="9231077" y="162424"/>
                  <a:pt x="9234124" y="177797"/>
                  <a:pt x="9237360" y="189150"/>
                </a:cubicBezTo>
                <a:cubicBezTo>
                  <a:pt x="9240470" y="200504"/>
                  <a:pt x="9243073" y="207917"/>
                  <a:pt x="9243073" y="207917"/>
                </a:cubicBezTo>
                <a:cubicBezTo>
                  <a:pt x="9243073" y="207917"/>
                  <a:pt x="9243676" y="209660"/>
                  <a:pt x="9244830" y="212690"/>
                </a:cubicBezTo>
                <a:lnTo>
                  <a:pt x="9247134" y="218372"/>
                </a:lnTo>
                <a:lnTo>
                  <a:pt x="9288315" y="218372"/>
                </a:lnTo>
                <a:lnTo>
                  <a:pt x="9288959" y="216813"/>
                </a:lnTo>
                <a:cubicBezTo>
                  <a:pt x="9288959" y="216813"/>
                  <a:pt x="9300383" y="188955"/>
                  <a:pt x="9309396" y="160356"/>
                </a:cubicBezTo>
                <a:cubicBezTo>
                  <a:pt x="9318598" y="131874"/>
                  <a:pt x="9325326" y="102730"/>
                  <a:pt x="9325326" y="102730"/>
                </a:cubicBezTo>
                <a:cubicBezTo>
                  <a:pt x="9325326" y="102730"/>
                  <a:pt x="9333577" y="131641"/>
                  <a:pt x="9339289" y="161176"/>
                </a:cubicBezTo>
                <a:cubicBezTo>
                  <a:pt x="9343716" y="183269"/>
                  <a:pt x="9346714" y="205647"/>
                  <a:pt x="9347937" y="215455"/>
                </a:cubicBezTo>
                <a:lnTo>
                  <a:pt x="9348288" y="218372"/>
                </a:lnTo>
                <a:lnTo>
                  <a:pt x="9351606" y="218372"/>
                </a:lnTo>
                <a:lnTo>
                  <a:pt x="9353775" y="213428"/>
                </a:lnTo>
                <a:cubicBezTo>
                  <a:pt x="9354886" y="210814"/>
                  <a:pt x="9355473" y="209361"/>
                  <a:pt x="9355473" y="209361"/>
                </a:cubicBezTo>
                <a:cubicBezTo>
                  <a:pt x="9355473" y="209361"/>
                  <a:pt x="9371974" y="169681"/>
                  <a:pt x="9382065" y="128441"/>
                </a:cubicBezTo>
                <a:cubicBezTo>
                  <a:pt x="9392601" y="87358"/>
                  <a:pt x="9396345" y="45064"/>
                  <a:pt x="9396345" y="45064"/>
                </a:cubicBezTo>
                <a:cubicBezTo>
                  <a:pt x="9396345" y="45064"/>
                  <a:pt x="9407579" y="86655"/>
                  <a:pt x="9411958" y="129417"/>
                </a:cubicBezTo>
                <a:cubicBezTo>
                  <a:pt x="9416782" y="172061"/>
                  <a:pt x="9414624" y="215408"/>
                  <a:pt x="9414624" y="215408"/>
                </a:cubicBezTo>
                <a:lnTo>
                  <a:pt x="9414472" y="218372"/>
                </a:lnTo>
                <a:lnTo>
                  <a:pt x="9415681" y="218372"/>
                </a:lnTo>
                <a:lnTo>
                  <a:pt x="9422890" y="196071"/>
                </a:lnTo>
                <a:cubicBezTo>
                  <a:pt x="9426334" y="185854"/>
                  <a:pt x="9430269" y="174675"/>
                  <a:pt x="9434489" y="163555"/>
                </a:cubicBezTo>
                <a:cubicBezTo>
                  <a:pt x="9448452" y="126218"/>
                  <a:pt x="9465652" y="89854"/>
                  <a:pt x="9465652" y="89854"/>
                </a:cubicBezTo>
                <a:cubicBezTo>
                  <a:pt x="9465652" y="89854"/>
                  <a:pt x="9463240" y="128090"/>
                  <a:pt x="9464191" y="166014"/>
                </a:cubicBezTo>
                <a:cubicBezTo>
                  <a:pt x="9464573" y="184995"/>
                  <a:pt x="9465810" y="203869"/>
                  <a:pt x="9466953" y="217998"/>
                </a:cubicBezTo>
                <a:lnTo>
                  <a:pt x="9466986" y="218372"/>
                </a:lnTo>
                <a:lnTo>
                  <a:pt x="9516051" y="218372"/>
                </a:lnTo>
                <a:lnTo>
                  <a:pt x="9517802" y="212027"/>
                </a:lnTo>
                <a:cubicBezTo>
                  <a:pt x="9519016" y="207407"/>
                  <a:pt x="9519662" y="204757"/>
                  <a:pt x="9519662" y="204757"/>
                </a:cubicBezTo>
                <a:cubicBezTo>
                  <a:pt x="9519662" y="204757"/>
                  <a:pt x="9530324" y="162424"/>
                  <a:pt x="9535592" y="119117"/>
                </a:cubicBezTo>
                <a:cubicBezTo>
                  <a:pt x="9540987" y="76901"/>
                  <a:pt x="9541050" y="34062"/>
                  <a:pt x="9541050" y="32188"/>
                </a:cubicBezTo>
                <a:cubicBezTo>
                  <a:pt x="9541812" y="34256"/>
                  <a:pt x="9556282" y="75770"/>
                  <a:pt x="9565485" y="118453"/>
                </a:cubicBezTo>
                <a:cubicBezTo>
                  <a:pt x="9575258" y="162151"/>
                  <a:pt x="9579447" y="206708"/>
                  <a:pt x="9579447" y="206708"/>
                </a:cubicBezTo>
                <a:cubicBezTo>
                  <a:pt x="9579447" y="206708"/>
                  <a:pt x="9579606" y="208288"/>
                  <a:pt x="9579856" y="211154"/>
                </a:cubicBezTo>
                <a:lnTo>
                  <a:pt x="9580423" y="218372"/>
                </a:lnTo>
                <a:lnTo>
                  <a:pt x="9597379" y="218372"/>
                </a:lnTo>
                <a:lnTo>
                  <a:pt x="9609467" y="175182"/>
                </a:lnTo>
                <a:cubicBezTo>
                  <a:pt x="9619114" y="136127"/>
                  <a:pt x="9624763" y="96331"/>
                  <a:pt x="9624763" y="96331"/>
                </a:cubicBezTo>
                <a:cubicBezTo>
                  <a:pt x="9624763" y="96331"/>
                  <a:pt x="9634092" y="135776"/>
                  <a:pt x="9639361" y="175923"/>
                </a:cubicBezTo>
                <a:cubicBezTo>
                  <a:pt x="9640726" y="185951"/>
                  <a:pt x="9641836" y="196012"/>
                  <a:pt x="9642735" y="205464"/>
                </a:cubicBezTo>
                <a:lnTo>
                  <a:pt x="9643782" y="218372"/>
                </a:lnTo>
                <a:lnTo>
                  <a:pt x="9670266" y="218372"/>
                </a:lnTo>
                <a:lnTo>
                  <a:pt x="9676805" y="206122"/>
                </a:lnTo>
                <a:cubicBezTo>
                  <a:pt x="9684422" y="192193"/>
                  <a:pt x="9695909" y="174051"/>
                  <a:pt x="9708539" y="156454"/>
                </a:cubicBezTo>
                <a:cubicBezTo>
                  <a:pt x="9721550" y="138975"/>
                  <a:pt x="9735576" y="122043"/>
                  <a:pt x="9747064" y="109830"/>
                </a:cubicBezTo>
                <a:cubicBezTo>
                  <a:pt x="9757600" y="98438"/>
                  <a:pt x="9765342" y="90830"/>
                  <a:pt x="9766422" y="89815"/>
                </a:cubicBezTo>
                <a:cubicBezTo>
                  <a:pt x="9765279" y="91961"/>
                  <a:pt x="9747000" y="127193"/>
                  <a:pt x="9736846" y="163088"/>
                </a:cubicBezTo>
                <a:cubicBezTo>
                  <a:pt x="9731641" y="181659"/>
                  <a:pt x="9727770" y="200192"/>
                  <a:pt x="9725930" y="214121"/>
                </a:cubicBezTo>
                <a:lnTo>
                  <a:pt x="9725406" y="218372"/>
                </a:lnTo>
                <a:lnTo>
                  <a:pt x="9746483" y="218372"/>
                </a:lnTo>
                <a:lnTo>
                  <a:pt x="9795870" y="141356"/>
                </a:lnTo>
                <a:lnTo>
                  <a:pt x="9785500" y="218372"/>
                </a:lnTo>
                <a:lnTo>
                  <a:pt x="9806524" y="218372"/>
                </a:lnTo>
                <a:lnTo>
                  <a:pt x="9809833" y="199763"/>
                </a:lnTo>
                <a:cubicBezTo>
                  <a:pt x="9812372" y="181971"/>
                  <a:pt x="9815100" y="158093"/>
                  <a:pt x="9814466" y="134099"/>
                </a:cubicBezTo>
                <a:cubicBezTo>
                  <a:pt x="9813704" y="110221"/>
                  <a:pt x="9811038" y="85992"/>
                  <a:pt x="9805644" y="68240"/>
                </a:cubicBezTo>
                <a:cubicBezTo>
                  <a:pt x="9803803" y="59149"/>
                  <a:pt x="9800503" y="51930"/>
                  <a:pt x="9798790" y="46703"/>
                </a:cubicBezTo>
                <a:cubicBezTo>
                  <a:pt x="9797203" y="42137"/>
                  <a:pt x="9796124" y="39289"/>
                  <a:pt x="9795933" y="38665"/>
                </a:cubicBezTo>
                <a:cubicBezTo>
                  <a:pt x="9796441" y="39329"/>
                  <a:pt x="9798281" y="41943"/>
                  <a:pt x="9801201" y="46078"/>
                </a:cubicBezTo>
                <a:cubicBezTo>
                  <a:pt x="9804438" y="50955"/>
                  <a:pt x="9810023" y="57744"/>
                  <a:pt x="9814656" y="66445"/>
                </a:cubicBezTo>
                <a:cubicBezTo>
                  <a:pt x="9825572" y="83456"/>
                  <a:pt x="9835790" y="107334"/>
                  <a:pt x="9844231" y="131680"/>
                </a:cubicBezTo>
                <a:cubicBezTo>
                  <a:pt x="9848738" y="145179"/>
                  <a:pt x="9852228" y="158757"/>
                  <a:pt x="9854958" y="171437"/>
                </a:cubicBezTo>
                <a:cubicBezTo>
                  <a:pt x="9855592" y="168082"/>
                  <a:pt x="9856100" y="164726"/>
                  <a:pt x="9856798" y="161332"/>
                </a:cubicBezTo>
                <a:cubicBezTo>
                  <a:pt x="9861812" y="138741"/>
                  <a:pt x="9868413" y="116502"/>
                  <a:pt x="9874696" y="100155"/>
                </a:cubicBezTo>
                <a:cubicBezTo>
                  <a:pt x="9877489" y="91922"/>
                  <a:pt x="9880788" y="85211"/>
                  <a:pt x="9882629" y="80452"/>
                </a:cubicBezTo>
                <a:cubicBezTo>
                  <a:pt x="9884597" y="75730"/>
                  <a:pt x="9885739" y="73038"/>
                  <a:pt x="9885739" y="73038"/>
                </a:cubicBezTo>
                <a:cubicBezTo>
                  <a:pt x="9885739" y="73038"/>
                  <a:pt x="9885548" y="75848"/>
                  <a:pt x="9885168" y="80764"/>
                </a:cubicBezTo>
                <a:cubicBezTo>
                  <a:pt x="9884914" y="85679"/>
                  <a:pt x="9883962" y="92625"/>
                  <a:pt x="9883962" y="101013"/>
                </a:cubicBezTo>
                <a:cubicBezTo>
                  <a:pt x="9883264" y="117751"/>
                  <a:pt x="9884216" y="139990"/>
                  <a:pt x="9886691" y="161956"/>
                </a:cubicBezTo>
                <a:cubicBezTo>
                  <a:pt x="9888214" y="172959"/>
                  <a:pt x="9890118" y="183873"/>
                  <a:pt x="9892236" y="194042"/>
                </a:cubicBezTo>
                <a:lnTo>
                  <a:pt x="9898256" y="218372"/>
                </a:lnTo>
                <a:lnTo>
                  <a:pt x="9934341" y="218372"/>
                </a:lnTo>
                <a:lnTo>
                  <a:pt x="9924010" y="141356"/>
                </a:lnTo>
                <a:lnTo>
                  <a:pt x="9973397" y="218372"/>
                </a:lnTo>
                <a:lnTo>
                  <a:pt x="9994468" y="218372"/>
                </a:lnTo>
                <a:lnTo>
                  <a:pt x="9993950" y="214121"/>
                </a:lnTo>
                <a:cubicBezTo>
                  <a:pt x="9992110" y="200192"/>
                  <a:pt x="9988238" y="181659"/>
                  <a:pt x="9983033" y="163088"/>
                </a:cubicBezTo>
                <a:cubicBezTo>
                  <a:pt x="9972879" y="127193"/>
                  <a:pt x="9954600" y="91961"/>
                  <a:pt x="9953458" y="89815"/>
                </a:cubicBezTo>
                <a:cubicBezTo>
                  <a:pt x="9954537" y="90830"/>
                  <a:pt x="9962217" y="98438"/>
                  <a:pt x="9972815" y="109830"/>
                </a:cubicBezTo>
                <a:cubicBezTo>
                  <a:pt x="9984240" y="122043"/>
                  <a:pt x="9998329" y="138975"/>
                  <a:pt x="10011340" y="156454"/>
                </a:cubicBezTo>
                <a:cubicBezTo>
                  <a:pt x="10023907" y="174051"/>
                  <a:pt x="10035457" y="192193"/>
                  <a:pt x="10043074" y="206122"/>
                </a:cubicBezTo>
                <a:lnTo>
                  <a:pt x="10049590" y="218372"/>
                </a:lnTo>
                <a:lnTo>
                  <a:pt x="10076072" y="218372"/>
                </a:lnTo>
                <a:lnTo>
                  <a:pt x="10077119" y="205464"/>
                </a:lnTo>
                <a:cubicBezTo>
                  <a:pt x="10078020" y="196012"/>
                  <a:pt x="10079139" y="185951"/>
                  <a:pt x="10080519" y="175923"/>
                </a:cubicBezTo>
                <a:cubicBezTo>
                  <a:pt x="10085787" y="135776"/>
                  <a:pt x="10095053" y="96331"/>
                  <a:pt x="10095053" y="96331"/>
                </a:cubicBezTo>
                <a:cubicBezTo>
                  <a:pt x="10095053" y="96331"/>
                  <a:pt x="10100765" y="136127"/>
                  <a:pt x="10110412" y="175182"/>
                </a:cubicBezTo>
                <a:lnTo>
                  <a:pt x="10122500" y="218372"/>
                </a:lnTo>
                <a:lnTo>
                  <a:pt x="10139456" y="218372"/>
                </a:lnTo>
                <a:lnTo>
                  <a:pt x="10140023" y="211154"/>
                </a:lnTo>
                <a:cubicBezTo>
                  <a:pt x="10140273" y="208288"/>
                  <a:pt x="10140432" y="206708"/>
                  <a:pt x="10140432" y="206708"/>
                </a:cubicBezTo>
                <a:cubicBezTo>
                  <a:pt x="10140432" y="206708"/>
                  <a:pt x="10144621" y="162151"/>
                  <a:pt x="10154394" y="118453"/>
                </a:cubicBezTo>
                <a:cubicBezTo>
                  <a:pt x="10163597" y="75770"/>
                  <a:pt x="10178068" y="34256"/>
                  <a:pt x="10178830" y="32188"/>
                </a:cubicBezTo>
                <a:cubicBezTo>
                  <a:pt x="10178830" y="34062"/>
                  <a:pt x="10178893" y="76901"/>
                  <a:pt x="10184288" y="119117"/>
                </a:cubicBezTo>
                <a:cubicBezTo>
                  <a:pt x="10189555" y="162424"/>
                  <a:pt x="10200218" y="204757"/>
                  <a:pt x="10200218" y="204757"/>
                </a:cubicBezTo>
                <a:cubicBezTo>
                  <a:pt x="10200218" y="204757"/>
                  <a:pt x="10200865" y="207407"/>
                  <a:pt x="10202078" y="212027"/>
                </a:cubicBezTo>
                <a:lnTo>
                  <a:pt x="10203829" y="218372"/>
                </a:lnTo>
                <a:lnTo>
                  <a:pt x="10252893" y="218372"/>
                </a:lnTo>
                <a:lnTo>
                  <a:pt x="10252927" y="217998"/>
                </a:lnTo>
                <a:cubicBezTo>
                  <a:pt x="10254069" y="203869"/>
                  <a:pt x="10255307" y="184995"/>
                  <a:pt x="10255688" y="166014"/>
                </a:cubicBezTo>
                <a:cubicBezTo>
                  <a:pt x="10256640" y="128090"/>
                  <a:pt x="10254228" y="89854"/>
                  <a:pt x="10254228" y="89854"/>
                </a:cubicBezTo>
                <a:cubicBezTo>
                  <a:pt x="10254228" y="89854"/>
                  <a:pt x="10271364" y="126218"/>
                  <a:pt x="10285390" y="163555"/>
                </a:cubicBezTo>
                <a:cubicBezTo>
                  <a:pt x="10289611" y="174675"/>
                  <a:pt x="10293546" y="185854"/>
                  <a:pt x="10296989" y="196071"/>
                </a:cubicBezTo>
                <a:lnTo>
                  <a:pt x="10304198" y="218372"/>
                </a:lnTo>
                <a:lnTo>
                  <a:pt x="10305369" y="218372"/>
                </a:lnTo>
                <a:lnTo>
                  <a:pt x="10305192" y="215408"/>
                </a:lnTo>
                <a:cubicBezTo>
                  <a:pt x="10305192" y="215408"/>
                  <a:pt x="10303098" y="172061"/>
                  <a:pt x="10307921" y="129417"/>
                </a:cubicBezTo>
                <a:cubicBezTo>
                  <a:pt x="10312300" y="86655"/>
                  <a:pt x="10323534" y="45064"/>
                  <a:pt x="10323534" y="45064"/>
                </a:cubicBezTo>
                <a:cubicBezTo>
                  <a:pt x="10323534" y="45064"/>
                  <a:pt x="10327279" y="87358"/>
                  <a:pt x="10337814" y="128441"/>
                </a:cubicBezTo>
                <a:cubicBezTo>
                  <a:pt x="10347906" y="169681"/>
                  <a:pt x="10364407" y="209361"/>
                  <a:pt x="10364407" y="209361"/>
                </a:cubicBezTo>
                <a:cubicBezTo>
                  <a:pt x="10364407" y="209361"/>
                  <a:pt x="10364994" y="210814"/>
                  <a:pt x="10366097" y="213428"/>
                </a:cubicBezTo>
                <a:lnTo>
                  <a:pt x="10368241" y="218372"/>
                </a:lnTo>
                <a:lnTo>
                  <a:pt x="10371592" y="218372"/>
                </a:lnTo>
                <a:lnTo>
                  <a:pt x="10371942" y="215455"/>
                </a:lnTo>
                <a:cubicBezTo>
                  <a:pt x="10373162" y="205647"/>
                  <a:pt x="10376148" y="183269"/>
                  <a:pt x="10380527" y="161176"/>
                </a:cubicBezTo>
                <a:cubicBezTo>
                  <a:pt x="10386303" y="131641"/>
                  <a:pt x="10394554" y="102730"/>
                  <a:pt x="10394554" y="102730"/>
                </a:cubicBezTo>
                <a:cubicBezTo>
                  <a:pt x="10394554" y="102730"/>
                  <a:pt x="10401281" y="131874"/>
                  <a:pt x="10410420" y="160356"/>
                </a:cubicBezTo>
                <a:cubicBezTo>
                  <a:pt x="10419496" y="188955"/>
                  <a:pt x="10430920" y="216813"/>
                  <a:pt x="10430920" y="216813"/>
                </a:cubicBezTo>
                <a:lnTo>
                  <a:pt x="10431563" y="218372"/>
                </a:lnTo>
                <a:lnTo>
                  <a:pt x="10472741" y="218372"/>
                </a:lnTo>
                <a:lnTo>
                  <a:pt x="10475049" y="212690"/>
                </a:lnTo>
                <a:cubicBezTo>
                  <a:pt x="10476204" y="209660"/>
                  <a:pt x="10476807" y="207917"/>
                  <a:pt x="10476807" y="207917"/>
                </a:cubicBezTo>
                <a:cubicBezTo>
                  <a:pt x="10476807" y="207917"/>
                  <a:pt x="10479409" y="200504"/>
                  <a:pt x="10482519" y="189150"/>
                </a:cubicBezTo>
                <a:cubicBezTo>
                  <a:pt x="10485756" y="177797"/>
                  <a:pt x="10488738" y="162424"/>
                  <a:pt x="10490643" y="146779"/>
                </a:cubicBezTo>
                <a:cubicBezTo>
                  <a:pt x="10494260" y="115527"/>
                  <a:pt x="10489627" y="83378"/>
                  <a:pt x="10489627" y="83378"/>
                </a:cubicBezTo>
                <a:cubicBezTo>
                  <a:pt x="10489627" y="83378"/>
                  <a:pt x="10494387" y="90713"/>
                  <a:pt x="10500670" y="102067"/>
                </a:cubicBezTo>
                <a:cubicBezTo>
                  <a:pt x="10507080" y="113420"/>
                  <a:pt x="10514316" y="128948"/>
                  <a:pt x="10520408" y="144945"/>
                </a:cubicBezTo>
                <a:cubicBezTo>
                  <a:pt x="10532467" y="176860"/>
                  <a:pt x="10536466" y="210609"/>
                  <a:pt x="10536466" y="210609"/>
                </a:cubicBezTo>
                <a:cubicBezTo>
                  <a:pt x="10536466" y="210609"/>
                  <a:pt x="10536736" y="212706"/>
                  <a:pt x="10537093" y="216393"/>
                </a:cubicBezTo>
                <a:lnTo>
                  <a:pt x="10537241" y="218372"/>
                </a:lnTo>
                <a:lnTo>
                  <a:pt x="10539984" y="218372"/>
                </a:lnTo>
                <a:lnTo>
                  <a:pt x="10540472" y="211663"/>
                </a:lnTo>
                <a:cubicBezTo>
                  <a:pt x="10541638" y="198261"/>
                  <a:pt x="10543478" y="182166"/>
                  <a:pt x="10546366" y="166209"/>
                </a:cubicBezTo>
                <a:cubicBezTo>
                  <a:pt x="10552967" y="127466"/>
                  <a:pt x="10565533" y="89932"/>
                  <a:pt x="10565533" y="89932"/>
                </a:cubicBezTo>
                <a:cubicBezTo>
                  <a:pt x="10565533" y="89932"/>
                  <a:pt x="10567945" y="128441"/>
                  <a:pt x="10576323" y="165974"/>
                </a:cubicBezTo>
                <a:cubicBezTo>
                  <a:pt x="10580321" y="184780"/>
                  <a:pt x="10585732" y="203254"/>
                  <a:pt x="10590143" y="217027"/>
                </a:cubicBezTo>
                <a:lnTo>
                  <a:pt x="10590594" y="218372"/>
                </a:lnTo>
                <a:lnTo>
                  <a:pt x="10626054" y="218372"/>
                </a:lnTo>
                <a:lnTo>
                  <a:pt x="10628556" y="188136"/>
                </a:lnTo>
                <a:cubicBezTo>
                  <a:pt x="10631032" y="148808"/>
                  <a:pt x="10630270" y="109128"/>
                  <a:pt x="10630270" y="109128"/>
                </a:cubicBezTo>
                <a:cubicBezTo>
                  <a:pt x="10630270" y="109128"/>
                  <a:pt x="10645883" y="147325"/>
                  <a:pt x="10658385" y="186302"/>
                </a:cubicBezTo>
                <a:cubicBezTo>
                  <a:pt x="10660670" y="193325"/>
                  <a:pt x="10662892" y="200348"/>
                  <a:pt x="10664986" y="207175"/>
                </a:cubicBezTo>
                <a:lnTo>
                  <a:pt x="10679710" y="44869"/>
                </a:lnTo>
                <a:lnTo>
                  <a:pt x="10716644" y="218372"/>
                </a:lnTo>
                <a:lnTo>
                  <a:pt x="10735613" y="218372"/>
                </a:lnTo>
                <a:lnTo>
                  <a:pt x="10736069" y="214081"/>
                </a:lnTo>
                <a:cubicBezTo>
                  <a:pt x="10738100" y="181191"/>
                  <a:pt x="10733530" y="147754"/>
                  <a:pt x="10733530" y="147754"/>
                </a:cubicBezTo>
                <a:cubicBezTo>
                  <a:pt x="10733530" y="147754"/>
                  <a:pt x="10738290" y="155440"/>
                  <a:pt x="10744700" y="167301"/>
                </a:cubicBezTo>
                <a:cubicBezTo>
                  <a:pt x="10751238" y="179123"/>
                  <a:pt x="10759107" y="195159"/>
                  <a:pt x="10765772" y="211546"/>
                </a:cubicBezTo>
                <a:lnTo>
                  <a:pt x="10768154" y="218372"/>
                </a:lnTo>
                <a:lnTo>
                  <a:pt x="10783387" y="218372"/>
                </a:lnTo>
                <a:lnTo>
                  <a:pt x="10783479" y="216539"/>
                </a:lnTo>
                <a:cubicBezTo>
                  <a:pt x="10783923" y="210921"/>
                  <a:pt x="10783923" y="202962"/>
                  <a:pt x="10785129" y="193364"/>
                </a:cubicBezTo>
                <a:cubicBezTo>
                  <a:pt x="10786779" y="174246"/>
                  <a:pt x="10790841" y="148846"/>
                  <a:pt x="10796553" y="123837"/>
                </a:cubicBezTo>
                <a:cubicBezTo>
                  <a:pt x="10802773" y="98867"/>
                  <a:pt x="10810643" y="74248"/>
                  <a:pt x="10817941" y="56105"/>
                </a:cubicBezTo>
                <a:cubicBezTo>
                  <a:pt x="10821178" y="46975"/>
                  <a:pt x="10824923" y="39524"/>
                  <a:pt x="10827018" y="34256"/>
                </a:cubicBezTo>
                <a:cubicBezTo>
                  <a:pt x="10829302" y="29028"/>
                  <a:pt x="10830635" y="26024"/>
                  <a:pt x="10830635" y="26024"/>
                </a:cubicBezTo>
                <a:cubicBezTo>
                  <a:pt x="10830635" y="26024"/>
                  <a:pt x="10830254" y="29145"/>
                  <a:pt x="10829556" y="34607"/>
                </a:cubicBezTo>
                <a:cubicBezTo>
                  <a:pt x="10829048" y="40070"/>
                  <a:pt x="10827652" y="47756"/>
                  <a:pt x="10827144" y="57120"/>
                </a:cubicBezTo>
                <a:cubicBezTo>
                  <a:pt x="10825431" y="75730"/>
                  <a:pt x="10825113" y="100506"/>
                  <a:pt x="10826446" y="125086"/>
                </a:cubicBezTo>
                <a:cubicBezTo>
                  <a:pt x="10828223" y="149705"/>
                  <a:pt x="10831651" y="174051"/>
                  <a:pt x="10835585" y="192155"/>
                </a:cubicBezTo>
                <a:cubicBezTo>
                  <a:pt x="10837172" y="201206"/>
                  <a:pt x="10839457" y="208697"/>
                  <a:pt x="10840662" y="213925"/>
                </a:cubicBezTo>
                <a:lnTo>
                  <a:pt x="10841760" y="218372"/>
                </a:lnTo>
                <a:lnTo>
                  <a:pt x="10881540" y="218372"/>
                </a:lnTo>
                <a:lnTo>
                  <a:pt x="10881850" y="217067"/>
                </a:lnTo>
                <a:cubicBezTo>
                  <a:pt x="10886101" y="198692"/>
                  <a:pt x="10895324" y="156620"/>
                  <a:pt x="10901083" y="114044"/>
                </a:cubicBezTo>
                <a:cubicBezTo>
                  <a:pt x="10909334" y="57354"/>
                  <a:pt x="10911428" y="0"/>
                  <a:pt x="10911428" y="0"/>
                </a:cubicBezTo>
                <a:cubicBezTo>
                  <a:pt x="10911428" y="0"/>
                  <a:pt x="10924312" y="56652"/>
                  <a:pt x="10930976" y="114161"/>
                </a:cubicBezTo>
                <a:cubicBezTo>
                  <a:pt x="10934625" y="142897"/>
                  <a:pt x="10936704" y="171778"/>
                  <a:pt x="10937870" y="193476"/>
                </a:cubicBezTo>
                <a:lnTo>
                  <a:pt x="10938958" y="218372"/>
                </a:lnTo>
                <a:lnTo>
                  <a:pt x="10967734" y="218372"/>
                </a:lnTo>
                <a:lnTo>
                  <a:pt x="10968613" y="215700"/>
                </a:lnTo>
                <a:cubicBezTo>
                  <a:pt x="10974137" y="199143"/>
                  <a:pt x="10987096" y="161381"/>
                  <a:pt x="11002377" y="124188"/>
                </a:cubicBezTo>
                <a:cubicBezTo>
                  <a:pt x="11021670" y="76355"/>
                  <a:pt x="11044772" y="29574"/>
                  <a:pt x="11046486" y="26180"/>
                </a:cubicBezTo>
                <a:cubicBezTo>
                  <a:pt x="11046168" y="27936"/>
                  <a:pt x="11043820" y="41123"/>
                  <a:pt x="11040837" y="60007"/>
                </a:cubicBezTo>
                <a:cubicBezTo>
                  <a:pt x="11043122" y="46859"/>
                  <a:pt x="11044645" y="38509"/>
                  <a:pt x="11044645" y="38509"/>
                </a:cubicBezTo>
                <a:cubicBezTo>
                  <a:pt x="11044645" y="38509"/>
                  <a:pt x="11051182" y="84431"/>
                  <a:pt x="11060132" y="130002"/>
                </a:cubicBezTo>
                <a:cubicBezTo>
                  <a:pt x="11066700" y="164180"/>
                  <a:pt x="11074554" y="198138"/>
                  <a:pt x="11078071" y="212982"/>
                </a:cubicBezTo>
                <a:lnTo>
                  <a:pt x="11079362" y="218372"/>
                </a:lnTo>
                <a:lnTo>
                  <a:pt x="11095052" y="218372"/>
                </a:lnTo>
                <a:lnTo>
                  <a:pt x="11095990" y="198436"/>
                </a:lnTo>
                <a:cubicBezTo>
                  <a:pt x="11096180" y="163712"/>
                  <a:pt x="11090342" y="128597"/>
                  <a:pt x="11090342" y="128597"/>
                </a:cubicBezTo>
                <a:cubicBezTo>
                  <a:pt x="11090342" y="128597"/>
                  <a:pt x="11110714" y="161020"/>
                  <a:pt x="11125629" y="195393"/>
                </a:cubicBezTo>
                <a:lnTo>
                  <a:pt x="11134306" y="218372"/>
                </a:lnTo>
                <a:lnTo>
                  <a:pt x="11177178" y="218372"/>
                </a:lnTo>
                <a:lnTo>
                  <a:pt x="11180021" y="210843"/>
                </a:lnTo>
                <a:cubicBezTo>
                  <a:pt x="11186557" y="192935"/>
                  <a:pt x="11193729" y="168784"/>
                  <a:pt x="11199632" y="144282"/>
                </a:cubicBezTo>
                <a:cubicBezTo>
                  <a:pt x="11205026" y="119741"/>
                  <a:pt x="11209088" y="94965"/>
                  <a:pt x="11210866" y="76237"/>
                </a:cubicBezTo>
                <a:cubicBezTo>
                  <a:pt x="11212135" y="66874"/>
                  <a:pt x="11212262" y="59071"/>
                  <a:pt x="11212769" y="53569"/>
                </a:cubicBezTo>
                <a:cubicBezTo>
                  <a:pt x="11213150" y="48068"/>
                  <a:pt x="11213404" y="44947"/>
                  <a:pt x="11213404" y="44947"/>
                </a:cubicBezTo>
                <a:cubicBezTo>
                  <a:pt x="11213404" y="44947"/>
                  <a:pt x="11214102" y="48029"/>
                  <a:pt x="11215371" y="53452"/>
                </a:cubicBezTo>
                <a:cubicBezTo>
                  <a:pt x="11216451" y="58914"/>
                  <a:pt x="11218672" y="66679"/>
                  <a:pt x="11220258" y="76043"/>
                </a:cubicBezTo>
                <a:cubicBezTo>
                  <a:pt x="11224066" y="94770"/>
                  <a:pt x="11227494" y="119935"/>
                  <a:pt x="11229524" y="145335"/>
                </a:cubicBezTo>
                <a:cubicBezTo>
                  <a:pt x="11231048" y="170696"/>
                  <a:pt x="11231175" y="196290"/>
                  <a:pt x="11230033" y="215486"/>
                </a:cubicBezTo>
                <a:lnTo>
                  <a:pt x="11229847" y="218372"/>
                </a:lnTo>
                <a:lnTo>
                  <a:pt x="11288371" y="218372"/>
                </a:lnTo>
                <a:lnTo>
                  <a:pt x="11287352" y="206300"/>
                </a:lnTo>
                <a:cubicBezTo>
                  <a:pt x="11286629" y="195722"/>
                  <a:pt x="11286058" y="184449"/>
                  <a:pt x="11285820" y="173193"/>
                </a:cubicBezTo>
                <a:cubicBezTo>
                  <a:pt x="11284551" y="128090"/>
                  <a:pt x="11288549" y="83495"/>
                  <a:pt x="11288549" y="83495"/>
                </a:cubicBezTo>
                <a:cubicBezTo>
                  <a:pt x="11288549" y="83495"/>
                  <a:pt x="11299529" y="127583"/>
                  <a:pt x="11315522" y="170501"/>
                </a:cubicBezTo>
                <a:cubicBezTo>
                  <a:pt x="11319441" y="181269"/>
                  <a:pt x="11323658" y="191947"/>
                  <a:pt x="11327778" y="201907"/>
                </a:cubicBezTo>
                <a:lnTo>
                  <a:pt x="11334875" y="218372"/>
                </a:lnTo>
                <a:lnTo>
                  <a:pt x="11393301" y="218372"/>
                </a:lnTo>
                <a:lnTo>
                  <a:pt x="11394095" y="211428"/>
                </a:lnTo>
                <a:cubicBezTo>
                  <a:pt x="11395745" y="195276"/>
                  <a:pt x="11396252" y="173661"/>
                  <a:pt x="11395300" y="151851"/>
                </a:cubicBezTo>
                <a:cubicBezTo>
                  <a:pt x="11393904" y="130119"/>
                  <a:pt x="11391048" y="108231"/>
                  <a:pt x="11387621" y="91844"/>
                </a:cubicBezTo>
                <a:cubicBezTo>
                  <a:pt x="11386225" y="83612"/>
                  <a:pt x="11384193" y="76901"/>
                  <a:pt x="11383115" y="72102"/>
                </a:cubicBezTo>
                <a:cubicBezTo>
                  <a:pt x="11382099" y="67888"/>
                  <a:pt x="11381528" y="65274"/>
                  <a:pt x="11381401" y="64689"/>
                </a:cubicBezTo>
                <a:cubicBezTo>
                  <a:pt x="11381718" y="65235"/>
                  <a:pt x="11383178" y="67693"/>
                  <a:pt x="11385590" y="71595"/>
                </a:cubicBezTo>
                <a:cubicBezTo>
                  <a:pt x="11388192" y="76082"/>
                  <a:pt x="11392508" y="82441"/>
                  <a:pt x="11396697" y="90284"/>
                </a:cubicBezTo>
                <a:cubicBezTo>
                  <a:pt x="11405582" y="105812"/>
                  <a:pt x="11415927" y="127036"/>
                  <a:pt x="11424876" y="148730"/>
                </a:cubicBezTo>
                <a:cubicBezTo>
                  <a:pt x="11433380" y="170423"/>
                  <a:pt x="11440488" y="192622"/>
                  <a:pt x="11444550" y="209438"/>
                </a:cubicBezTo>
                <a:lnTo>
                  <a:pt x="11446551" y="218372"/>
                </a:lnTo>
                <a:lnTo>
                  <a:pt x="11502645" y="218372"/>
                </a:lnTo>
                <a:lnTo>
                  <a:pt x="11506431" y="205264"/>
                </a:lnTo>
                <a:cubicBezTo>
                  <a:pt x="11516712" y="167106"/>
                  <a:pt x="11524582" y="128402"/>
                  <a:pt x="11524582" y="128402"/>
                </a:cubicBezTo>
                <a:cubicBezTo>
                  <a:pt x="11524582" y="128402"/>
                  <a:pt x="11531690" y="167145"/>
                  <a:pt x="11536324" y="206239"/>
                </a:cubicBezTo>
                <a:lnTo>
                  <a:pt x="11537526" y="218372"/>
                </a:lnTo>
                <a:lnTo>
                  <a:pt x="11551326" y="218372"/>
                </a:lnTo>
                <a:lnTo>
                  <a:pt x="11551334" y="217583"/>
                </a:lnTo>
                <a:cubicBezTo>
                  <a:pt x="11551508" y="200650"/>
                  <a:pt x="11551746" y="178070"/>
                  <a:pt x="11552000" y="155479"/>
                </a:cubicBezTo>
                <a:cubicBezTo>
                  <a:pt x="11551746" y="110221"/>
                  <a:pt x="11551492" y="65001"/>
                  <a:pt x="11551492" y="65001"/>
                </a:cubicBezTo>
                <a:cubicBezTo>
                  <a:pt x="11551492" y="65001"/>
                  <a:pt x="11566597" y="109089"/>
                  <a:pt x="11581766" y="153177"/>
                </a:cubicBezTo>
                <a:cubicBezTo>
                  <a:pt x="11588970" y="175319"/>
                  <a:pt x="11596173" y="197451"/>
                  <a:pt x="11601576" y="214048"/>
                </a:cubicBezTo>
                <a:lnTo>
                  <a:pt x="11602984" y="218372"/>
                </a:lnTo>
                <a:lnTo>
                  <a:pt x="11631817" y="218372"/>
                </a:lnTo>
                <a:lnTo>
                  <a:pt x="11630548" y="198810"/>
                </a:lnTo>
                <a:cubicBezTo>
                  <a:pt x="11629962" y="188338"/>
                  <a:pt x="11629446" y="177172"/>
                  <a:pt x="11629113" y="166014"/>
                </a:cubicBezTo>
                <a:cubicBezTo>
                  <a:pt x="11627652" y="121379"/>
                  <a:pt x="11629049" y="76940"/>
                  <a:pt x="11629049" y="76940"/>
                </a:cubicBezTo>
                <a:cubicBezTo>
                  <a:pt x="11629049" y="76940"/>
                  <a:pt x="11642568" y="120443"/>
                  <a:pt x="11658815" y="163244"/>
                </a:cubicBezTo>
                <a:cubicBezTo>
                  <a:pt x="11662829" y="173963"/>
                  <a:pt x="11667014" y="184632"/>
                  <a:pt x="11671033" y="194605"/>
                </a:cubicBezTo>
                <a:lnTo>
                  <a:pt x="11680846" y="218372"/>
                </a:lnTo>
                <a:lnTo>
                  <a:pt x="11743666" y="218372"/>
                </a:lnTo>
                <a:lnTo>
                  <a:pt x="11744495" y="206668"/>
                </a:lnTo>
                <a:cubicBezTo>
                  <a:pt x="11747098" y="209829"/>
                  <a:pt x="11749764" y="213028"/>
                  <a:pt x="11752429" y="216188"/>
                </a:cubicBezTo>
                <a:lnTo>
                  <a:pt x="11754285" y="218372"/>
                </a:lnTo>
                <a:lnTo>
                  <a:pt x="11846181" y="218372"/>
                </a:lnTo>
                <a:lnTo>
                  <a:pt x="11871620" y="130704"/>
                </a:lnTo>
                <a:lnTo>
                  <a:pt x="11872127" y="129182"/>
                </a:lnTo>
                <a:lnTo>
                  <a:pt x="11872572" y="130704"/>
                </a:lnTo>
                <a:lnTo>
                  <a:pt x="11898010" y="218372"/>
                </a:lnTo>
                <a:lnTo>
                  <a:pt x="11989902" y="218372"/>
                </a:lnTo>
                <a:lnTo>
                  <a:pt x="11991762" y="216188"/>
                </a:lnTo>
                <a:cubicBezTo>
                  <a:pt x="11994428" y="213028"/>
                  <a:pt x="11997031" y="209829"/>
                  <a:pt x="11999696" y="206668"/>
                </a:cubicBezTo>
                <a:lnTo>
                  <a:pt x="12000526" y="218372"/>
                </a:lnTo>
                <a:lnTo>
                  <a:pt x="12063384" y="218372"/>
                </a:lnTo>
                <a:lnTo>
                  <a:pt x="12073195" y="194605"/>
                </a:lnTo>
                <a:cubicBezTo>
                  <a:pt x="12077217" y="184632"/>
                  <a:pt x="12081410" y="173963"/>
                  <a:pt x="12085440" y="163244"/>
                </a:cubicBezTo>
                <a:cubicBezTo>
                  <a:pt x="12101624" y="120443"/>
                  <a:pt x="12115142" y="76940"/>
                  <a:pt x="12115142" y="76940"/>
                </a:cubicBezTo>
                <a:cubicBezTo>
                  <a:pt x="12115142" y="76940"/>
                  <a:pt x="12116538" y="121379"/>
                  <a:pt x="12115079" y="166014"/>
                </a:cubicBezTo>
                <a:cubicBezTo>
                  <a:pt x="12114746" y="177172"/>
                  <a:pt x="12114230" y="188338"/>
                  <a:pt x="12113644" y="198810"/>
                </a:cubicBezTo>
                <a:lnTo>
                  <a:pt x="12112375" y="218372"/>
                </a:lnTo>
                <a:lnTo>
                  <a:pt x="12143208" y="218372"/>
                </a:lnTo>
                <a:lnTo>
                  <a:pt x="12186225" y="90946"/>
                </a:lnTo>
                <a:lnTo>
                  <a:pt x="12190350" y="218372"/>
                </a:lnTo>
                <a:lnTo>
                  <a:pt x="12192000" y="218372"/>
                </a:lnTo>
                <a:lnTo>
                  <a:pt x="12192000" y="269100"/>
                </a:lnTo>
                <a:lnTo>
                  <a:pt x="12192001" y="269133"/>
                </a:lnTo>
                <a:lnTo>
                  <a:pt x="12192000" y="269133"/>
                </a:lnTo>
                <a:lnTo>
                  <a:pt x="12192000" y="586467"/>
                </a:lnTo>
                <a:lnTo>
                  <a:pt x="0" y="586467"/>
                </a:lnTo>
                <a:lnTo>
                  <a:pt x="0" y="218372"/>
                </a:lnTo>
                <a:lnTo>
                  <a:pt x="6411" y="218372"/>
                </a:lnTo>
                <a:lnTo>
                  <a:pt x="6411" y="173349"/>
                </a:lnTo>
                <a:lnTo>
                  <a:pt x="10854" y="128402"/>
                </a:lnTo>
                <a:lnTo>
                  <a:pt x="36978" y="218372"/>
                </a:lnTo>
                <a:lnTo>
                  <a:pt x="112885" y="218372"/>
                </a:lnTo>
                <a:lnTo>
                  <a:pt x="126293" y="176753"/>
                </a:lnTo>
                <a:cubicBezTo>
                  <a:pt x="130267" y="163185"/>
                  <a:pt x="132647" y="154075"/>
                  <a:pt x="132647" y="154075"/>
                </a:cubicBezTo>
                <a:cubicBezTo>
                  <a:pt x="132647" y="154075"/>
                  <a:pt x="134012" y="163273"/>
                  <a:pt x="135630" y="177133"/>
                </a:cubicBezTo>
                <a:lnTo>
                  <a:pt x="139271" y="218372"/>
                </a:lnTo>
                <a:lnTo>
                  <a:pt x="202325" y="218372"/>
                </a:lnTo>
                <a:lnTo>
                  <a:pt x="212138" y="194605"/>
                </a:lnTo>
                <a:cubicBezTo>
                  <a:pt x="216157" y="184632"/>
                  <a:pt x="220342" y="173963"/>
                  <a:pt x="224356" y="163244"/>
                </a:cubicBezTo>
                <a:cubicBezTo>
                  <a:pt x="240604" y="120443"/>
                  <a:pt x="254059" y="76940"/>
                  <a:pt x="254059" y="76940"/>
                </a:cubicBezTo>
                <a:cubicBezTo>
                  <a:pt x="254059" y="76940"/>
                  <a:pt x="255519" y="121379"/>
                  <a:pt x="254059" y="166014"/>
                </a:cubicBezTo>
                <a:cubicBezTo>
                  <a:pt x="253726" y="177172"/>
                  <a:pt x="253210" y="188338"/>
                  <a:pt x="252624" y="198810"/>
                </a:cubicBezTo>
                <a:lnTo>
                  <a:pt x="251355" y="218372"/>
                </a:lnTo>
                <a:lnTo>
                  <a:pt x="282201" y="218372"/>
                </a:lnTo>
                <a:lnTo>
                  <a:pt x="325269" y="90946"/>
                </a:lnTo>
                <a:lnTo>
                  <a:pt x="329344" y="218372"/>
                </a:lnTo>
                <a:lnTo>
                  <a:pt x="345697" y="218372"/>
                </a:lnTo>
                <a:lnTo>
                  <a:pt x="346911" y="206239"/>
                </a:lnTo>
                <a:cubicBezTo>
                  <a:pt x="351544" y="167145"/>
                  <a:pt x="358589" y="128402"/>
                  <a:pt x="358589" y="128402"/>
                </a:cubicBezTo>
                <a:cubicBezTo>
                  <a:pt x="358589" y="128402"/>
                  <a:pt x="366522" y="167106"/>
                  <a:pt x="376804" y="205264"/>
                </a:cubicBezTo>
                <a:lnTo>
                  <a:pt x="380576" y="218372"/>
                </a:lnTo>
                <a:lnTo>
                  <a:pt x="436656" y="218372"/>
                </a:lnTo>
                <a:lnTo>
                  <a:pt x="438684" y="209438"/>
                </a:lnTo>
                <a:cubicBezTo>
                  <a:pt x="442746" y="192622"/>
                  <a:pt x="449855" y="170423"/>
                  <a:pt x="458296" y="148730"/>
                </a:cubicBezTo>
                <a:cubicBezTo>
                  <a:pt x="467245" y="127036"/>
                  <a:pt x="477590" y="105812"/>
                  <a:pt x="486538" y="90284"/>
                </a:cubicBezTo>
                <a:cubicBezTo>
                  <a:pt x="490664" y="82441"/>
                  <a:pt x="494980" y="76082"/>
                  <a:pt x="497582" y="71595"/>
                </a:cubicBezTo>
                <a:cubicBezTo>
                  <a:pt x="499993" y="67693"/>
                  <a:pt x="501453" y="65235"/>
                  <a:pt x="501834" y="64689"/>
                </a:cubicBezTo>
                <a:cubicBezTo>
                  <a:pt x="501707" y="65274"/>
                  <a:pt x="501072" y="67888"/>
                  <a:pt x="500057" y="72102"/>
                </a:cubicBezTo>
                <a:cubicBezTo>
                  <a:pt x="499041" y="76901"/>
                  <a:pt x="497011" y="83612"/>
                  <a:pt x="495614" y="91844"/>
                </a:cubicBezTo>
                <a:cubicBezTo>
                  <a:pt x="492124" y="108231"/>
                  <a:pt x="489268" y="130119"/>
                  <a:pt x="487871" y="151851"/>
                </a:cubicBezTo>
                <a:cubicBezTo>
                  <a:pt x="486983" y="173661"/>
                  <a:pt x="487490" y="195276"/>
                  <a:pt x="489077" y="211428"/>
                </a:cubicBezTo>
                <a:lnTo>
                  <a:pt x="489871" y="218372"/>
                </a:lnTo>
                <a:lnTo>
                  <a:pt x="548337" y="218372"/>
                </a:lnTo>
                <a:lnTo>
                  <a:pt x="555447" y="201907"/>
                </a:lnTo>
                <a:cubicBezTo>
                  <a:pt x="559573" y="191947"/>
                  <a:pt x="563794" y="181269"/>
                  <a:pt x="567713" y="170501"/>
                </a:cubicBezTo>
                <a:cubicBezTo>
                  <a:pt x="583643" y="127583"/>
                  <a:pt x="594623" y="83495"/>
                  <a:pt x="594623" y="83495"/>
                </a:cubicBezTo>
                <a:cubicBezTo>
                  <a:pt x="594623" y="83495"/>
                  <a:pt x="598621" y="128090"/>
                  <a:pt x="597352" y="173193"/>
                </a:cubicBezTo>
                <a:cubicBezTo>
                  <a:pt x="597114" y="184449"/>
                  <a:pt x="596547" y="195722"/>
                  <a:pt x="595830" y="206300"/>
                </a:cubicBezTo>
                <a:lnTo>
                  <a:pt x="594820" y="218372"/>
                </a:lnTo>
                <a:lnTo>
                  <a:pt x="653324" y="218372"/>
                </a:lnTo>
                <a:lnTo>
                  <a:pt x="653139" y="215486"/>
                </a:lnTo>
                <a:cubicBezTo>
                  <a:pt x="651997" y="196290"/>
                  <a:pt x="652124" y="170696"/>
                  <a:pt x="653710" y="145335"/>
                </a:cubicBezTo>
                <a:cubicBezTo>
                  <a:pt x="655741" y="119935"/>
                  <a:pt x="659169" y="94770"/>
                  <a:pt x="662977" y="76043"/>
                </a:cubicBezTo>
                <a:cubicBezTo>
                  <a:pt x="664563" y="66679"/>
                  <a:pt x="666721" y="58914"/>
                  <a:pt x="667864" y="53452"/>
                </a:cubicBezTo>
                <a:cubicBezTo>
                  <a:pt x="669069" y="48029"/>
                  <a:pt x="669831" y="44947"/>
                  <a:pt x="669831" y="44947"/>
                </a:cubicBezTo>
                <a:cubicBezTo>
                  <a:pt x="669831" y="44947"/>
                  <a:pt x="670021" y="48068"/>
                  <a:pt x="670402" y="53569"/>
                </a:cubicBezTo>
                <a:cubicBezTo>
                  <a:pt x="670910" y="59071"/>
                  <a:pt x="671100" y="66874"/>
                  <a:pt x="672306" y="76237"/>
                </a:cubicBezTo>
                <a:cubicBezTo>
                  <a:pt x="674147" y="94965"/>
                  <a:pt x="678145" y="119741"/>
                  <a:pt x="683603" y="144282"/>
                </a:cubicBezTo>
                <a:cubicBezTo>
                  <a:pt x="689442" y="168784"/>
                  <a:pt x="696678" y="192935"/>
                  <a:pt x="703215" y="210843"/>
                </a:cubicBezTo>
                <a:lnTo>
                  <a:pt x="706046" y="218372"/>
                </a:lnTo>
                <a:lnTo>
                  <a:pt x="748929" y="218372"/>
                </a:lnTo>
                <a:lnTo>
                  <a:pt x="757606" y="195393"/>
                </a:lnTo>
                <a:cubicBezTo>
                  <a:pt x="772521" y="161020"/>
                  <a:pt x="792893" y="128597"/>
                  <a:pt x="792893" y="128597"/>
                </a:cubicBezTo>
                <a:cubicBezTo>
                  <a:pt x="792893" y="128597"/>
                  <a:pt x="786991" y="163712"/>
                  <a:pt x="787181" y="198436"/>
                </a:cubicBezTo>
                <a:lnTo>
                  <a:pt x="788131" y="218372"/>
                </a:lnTo>
                <a:lnTo>
                  <a:pt x="803813" y="218372"/>
                </a:lnTo>
                <a:lnTo>
                  <a:pt x="805111" y="212982"/>
                </a:lnTo>
                <a:cubicBezTo>
                  <a:pt x="808646" y="198138"/>
                  <a:pt x="816535" y="164180"/>
                  <a:pt x="823104" y="130002"/>
                </a:cubicBezTo>
                <a:cubicBezTo>
                  <a:pt x="831989" y="84431"/>
                  <a:pt x="838526" y="38509"/>
                  <a:pt x="838526" y="38509"/>
                </a:cubicBezTo>
                <a:cubicBezTo>
                  <a:pt x="838526" y="38509"/>
                  <a:pt x="840113" y="46859"/>
                  <a:pt x="842398" y="60046"/>
                </a:cubicBezTo>
                <a:cubicBezTo>
                  <a:pt x="839224" y="39758"/>
                  <a:pt x="836686" y="25985"/>
                  <a:pt x="836686" y="25985"/>
                </a:cubicBezTo>
                <a:cubicBezTo>
                  <a:pt x="836686" y="25985"/>
                  <a:pt x="860740" y="74521"/>
                  <a:pt x="880859" y="124188"/>
                </a:cubicBezTo>
                <a:cubicBezTo>
                  <a:pt x="896091" y="161381"/>
                  <a:pt x="909074" y="199143"/>
                  <a:pt x="914613" y="215700"/>
                </a:cubicBezTo>
                <a:lnTo>
                  <a:pt x="915495" y="218372"/>
                </a:lnTo>
                <a:lnTo>
                  <a:pt x="944266" y="218372"/>
                </a:lnTo>
                <a:lnTo>
                  <a:pt x="945333" y="193476"/>
                </a:lnTo>
                <a:cubicBezTo>
                  <a:pt x="946484" y="171778"/>
                  <a:pt x="948546" y="142897"/>
                  <a:pt x="952195" y="114161"/>
                </a:cubicBezTo>
                <a:cubicBezTo>
                  <a:pt x="958923" y="56652"/>
                  <a:pt x="971807" y="0"/>
                  <a:pt x="971807" y="0"/>
                </a:cubicBezTo>
                <a:close/>
              </a:path>
            </a:pathLst>
          </a:custGeom>
          <a:solidFill>
            <a:srgbClr val="68993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="" xmlns:a16="http://schemas.microsoft.com/office/drawing/2014/main" id="{6959BB98-D6B1-CDAF-946B-40945678CE96}"/>
              </a:ext>
            </a:extLst>
          </p:cNvPr>
          <p:cNvSpPr/>
          <p:nvPr userDrawn="1"/>
        </p:nvSpPr>
        <p:spPr>
          <a:xfrm>
            <a:off x="0" y="6349852"/>
            <a:ext cx="12192001" cy="508148"/>
          </a:xfrm>
          <a:custGeom>
            <a:avLst/>
            <a:gdLst>
              <a:gd name="connsiteX0" fmla="*/ 971807 w 12192001"/>
              <a:gd name="connsiteY0" fmla="*/ 0 h 586467"/>
              <a:gd name="connsiteX1" fmla="*/ 982152 w 12192001"/>
              <a:gd name="connsiteY1" fmla="*/ 114044 h 586467"/>
              <a:gd name="connsiteX2" fmla="*/ 1001332 w 12192001"/>
              <a:gd name="connsiteY2" fmla="*/ 217067 h 586467"/>
              <a:gd name="connsiteX3" fmla="*/ 1001641 w 12192001"/>
              <a:gd name="connsiteY3" fmla="*/ 218372 h 586467"/>
              <a:gd name="connsiteX4" fmla="*/ 1041475 w 12192001"/>
              <a:gd name="connsiteY4" fmla="*/ 218372 h 586467"/>
              <a:gd name="connsiteX5" fmla="*/ 1042572 w 12192001"/>
              <a:gd name="connsiteY5" fmla="*/ 213925 h 586467"/>
              <a:gd name="connsiteX6" fmla="*/ 1047650 w 12192001"/>
              <a:gd name="connsiteY6" fmla="*/ 192155 h 586467"/>
              <a:gd name="connsiteX7" fmla="*/ 1056789 w 12192001"/>
              <a:gd name="connsiteY7" fmla="*/ 125086 h 586467"/>
              <a:gd name="connsiteX8" fmla="*/ 1056027 w 12192001"/>
              <a:gd name="connsiteY8" fmla="*/ 57120 h 586467"/>
              <a:gd name="connsiteX9" fmla="*/ 1053616 w 12192001"/>
              <a:gd name="connsiteY9" fmla="*/ 34607 h 586467"/>
              <a:gd name="connsiteX10" fmla="*/ 1052600 w 12192001"/>
              <a:gd name="connsiteY10" fmla="*/ 26024 h 586467"/>
              <a:gd name="connsiteX11" fmla="*/ 1056154 w 12192001"/>
              <a:gd name="connsiteY11" fmla="*/ 34256 h 586467"/>
              <a:gd name="connsiteX12" fmla="*/ 1065294 w 12192001"/>
              <a:gd name="connsiteY12" fmla="*/ 56105 h 586467"/>
              <a:gd name="connsiteX13" fmla="*/ 1086618 w 12192001"/>
              <a:gd name="connsiteY13" fmla="*/ 123837 h 586467"/>
              <a:gd name="connsiteX14" fmla="*/ 1098106 w 12192001"/>
              <a:gd name="connsiteY14" fmla="*/ 193364 h 586467"/>
              <a:gd name="connsiteX15" fmla="*/ 1099693 w 12192001"/>
              <a:gd name="connsiteY15" fmla="*/ 216539 h 586467"/>
              <a:gd name="connsiteX16" fmla="*/ 1099798 w 12192001"/>
              <a:gd name="connsiteY16" fmla="*/ 218372 h 586467"/>
              <a:gd name="connsiteX17" fmla="*/ 1115028 w 12192001"/>
              <a:gd name="connsiteY17" fmla="*/ 218372 h 586467"/>
              <a:gd name="connsiteX18" fmla="*/ 1117400 w 12192001"/>
              <a:gd name="connsiteY18" fmla="*/ 211546 h 586467"/>
              <a:gd name="connsiteX19" fmla="*/ 1138471 w 12192001"/>
              <a:gd name="connsiteY19" fmla="*/ 167301 h 586467"/>
              <a:gd name="connsiteX20" fmla="*/ 1149641 w 12192001"/>
              <a:gd name="connsiteY20" fmla="*/ 147754 h 586467"/>
              <a:gd name="connsiteX21" fmla="*/ 1147102 w 12192001"/>
              <a:gd name="connsiteY21" fmla="*/ 214081 h 586467"/>
              <a:gd name="connsiteX22" fmla="*/ 1147558 w 12192001"/>
              <a:gd name="connsiteY22" fmla="*/ 218372 h 586467"/>
              <a:gd name="connsiteX23" fmla="*/ 1166585 w 12192001"/>
              <a:gd name="connsiteY23" fmla="*/ 218372 h 586467"/>
              <a:gd name="connsiteX24" fmla="*/ 1203461 w 12192001"/>
              <a:gd name="connsiteY24" fmla="*/ 44869 h 586467"/>
              <a:gd name="connsiteX25" fmla="*/ 1218249 w 12192001"/>
              <a:gd name="connsiteY25" fmla="*/ 207175 h 586467"/>
              <a:gd name="connsiteX26" fmla="*/ 1224849 w 12192001"/>
              <a:gd name="connsiteY26" fmla="*/ 186302 h 586467"/>
              <a:gd name="connsiteX27" fmla="*/ 1252965 w 12192001"/>
              <a:gd name="connsiteY27" fmla="*/ 109128 h 586467"/>
              <a:gd name="connsiteX28" fmla="*/ 1254615 w 12192001"/>
              <a:gd name="connsiteY28" fmla="*/ 188136 h 586467"/>
              <a:gd name="connsiteX29" fmla="*/ 1257131 w 12192001"/>
              <a:gd name="connsiteY29" fmla="*/ 218372 h 586467"/>
              <a:gd name="connsiteX30" fmla="*/ 1292608 w 12192001"/>
              <a:gd name="connsiteY30" fmla="*/ 218372 h 586467"/>
              <a:gd name="connsiteX31" fmla="*/ 1293061 w 12192001"/>
              <a:gd name="connsiteY31" fmla="*/ 217027 h 586467"/>
              <a:gd name="connsiteX32" fmla="*/ 1306912 w 12192001"/>
              <a:gd name="connsiteY32" fmla="*/ 165974 h 586467"/>
              <a:gd name="connsiteX33" fmla="*/ 1317702 w 12192001"/>
              <a:gd name="connsiteY33" fmla="*/ 89932 h 586467"/>
              <a:gd name="connsiteX34" fmla="*/ 1336805 w 12192001"/>
              <a:gd name="connsiteY34" fmla="*/ 166209 h 586467"/>
              <a:gd name="connsiteX35" fmla="*/ 1342732 w 12192001"/>
              <a:gd name="connsiteY35" fmla="*/ 211663 h 586467"/>
              <a:gd name="connsiteX36" fmla="*/ 1343228 w 12192001"/>
              <a:gd name="connsiteY36" fmla="*/ 218372 h 586467"/>
              <a:gd name="connsiteX37" fmla="*/ 1345931 w 12192001"/>
              <a:gd name="connsiteY37" fmla="*/ 218372 h 586467"/>
              <a:gd name="connsiteX38" fmla="*/ 1346080 w 12192001"/>
              <a:gd name="connsiteY38" fmla="*/ 216393 h 586467"/>
              <a:gd name="connsiteX39" fmla="*/ 1346706 w 12192001"/>
              <a:gd name="connsiteY39" fmla="*/ 210609 h 586467"/>
              <a:gd name="connsiteX40" fmla="*/ 1362763 w 12192001"/>
              <a:gd name="connsiteY40" fmla="*/ 144945 h 586467"/>
              <a:gd name="connsiteX41" fmla="*/ 1382501 w 12192001"/>
              <a:gd name="connsiteY41" fmla="*/ 102067 h 586467"/>
              <a:gd name="connsiteX42" fmla="*/ 1393545 w 12192001"/>
              <a:gd name="connsiteY42" fmla="*/ 83378 h 586467"/>
              <a:gd name="connsiteX43" fmla="*/ 1392593 w 12192001"/>
              <a:gd name="connsiteY43" fmla="*/ 146779 h 586467"/>
              <a:gd name="connsiteX44" fmla="*/ 1400653 w 12192001"/>
              <a:gd name="connsiteY44" fmla="*/ 189150 h 586467"/>
              <a:gd name="connsiteX45" fmla="*/ 1406428 w 12192001"/>
              <a:gd name="connsiteY45" fmla="*/ 207917 h 586467"/>
              <a:gd name="connsiteX46" fmla="*/ 1408177 w 12192001"/>
              <a:gd name="connsiteY46" fmla="*/ 212690 h 586467"/>
              <a:gd name="connsiteX47" fmla="*/ 1410474 w 12192001"/>
              <a:gd name="connsiteY47" fmla="*/ 218372 h 586467"/>
              <a:gd name="connsiteX48" fmla="*/ 1451672 w 12192001"/>
              <a:gd name="connsiteY48" fmla="*/ 218372 h 586467"/>
              <a:gd name="connsiteX49" fmla="*/ 1452315 w 12192001"/>
              <a:gd name="connsiteY49" fmla="*/ 216813 h 586467"/>
              <a:gd name="connsiteX50" fmla="*/ 1472751 w 12192001"/>
              <a:gd name="connsiteY50" fmla="*/ 160356 h 586467"/>
              <a:gd name="connsiteX51" fmla="*/ 1488682 w 12192001"/>
              <a:gd name="connsiteY51" fmla="*/ 102730 h 586467"/>
              <a:gd name="connsiteX52" fmla="*/ 1502644 w 12192001"/>
              <a:gd name="connsiteY52" fmla="*/ 161176 h 586467"/>
              <a:gd name="connsiteX53" fmla="*/ 1511239 w 12192001"/>
              <a:gd name="connsiteY53" fmla="*/ 215455 h 586467"/>
              <a:gd name="connsiteX54" fmla="*/ 1511584 w 12192001"/>
              <a:gd name="connsiteY54" fmla="*/ 218372 h 586467"/>
              <a:gd name="connsiteX55" fmla="*/ 1514931 w 12192001"/>
              <a:gd name="connsiteY55" fmla="*/ 218372 h 586467"/>
              <a:gd name="connsiteX56" fmla="*/ 1517075 w 12192001"/>
              <a:gd name="connsiteY56" fmla="*/ 213428 h 586467"/>
              <a:gd name="connsiteX57" fmla="*/ 1518765 w 12192001"/>
              <a:gd name="connsiteY57" fmla="*/ 209361 h 586467"/>
              <a:gd name="connsiteX58" fmla="*/ 1545421 w 12192001"/>
              <a:gd name="connsiteY58" fmla="*/ 128441 h 586467"/>
              <a:gd name="connsiteX59" fmla="*/ 1559701 w 12192001"/>
              <a:gd name="connsiteY59" fmla="*/ 45064 h 586467"/>
              <a:gd name="connsiteX60" fmla="*/ 1575314 w 12192001"/>
              <a:gd name="connsiteY60" fmla="*/ 129417 h 586467"/>
              <a:gd name="connsiteX61" fmla="*/ 1577980 w 12192001"/>
              <a:gd name="connsiteY61" fmla="*/ 215408 h 586467"/>
              <a:gd name="connsiteX62" fmla="*/ 1577828 w 12192001"/>
              <a:gd name="connsiteY62" fmla="*/ 218372 h 586467"/>
              <a:gd name="connsiteX63" fmla="*/ 1579032 w 12192001"/>
              <a:gd name="connsiteY63" fmla="*/ 218372 h 586467"/>
              <a:gd name="connsiteX64" fmla="*/ 1586215 w 12192001"/>
              <a:gd name="connsiteY64" fmla="*/ 196071 h 586467"/>
              <a:gd name="connsiteX65" fmla="*/ 1597781 w 12192001"/>
              <a:gd name="connsiteY65" fmla="*/ 163555 h 586467"/>
              <a:gd name="connsiteX66" fmla="*/ 1629007 w 12192001"/>
              <a:gd name="connsiteY66" fmla="*/ 89854 h 586467"/>
              <a:gd name="connsiteX67" fmla="*/ 1627547 w 12192001"/>
              <a:gd name="connsiteY67" fmla="*/ 166014 h 586467"/>
              <a:gd name="connsiteX68" fmla="*/ 1630276 w 12192001"/>
              <a:gd name="connsiteY68" fmla="*/ 217998 h 586467"/>
              <a:gd name="connsiteX69" fmla="*/ 1630309 w 12192001"/>
              <a:gd name="connsiteY69" fmla="*/ 218372 h 586467"/>
              <a:gd name="connsiteX70" fmla="*/ 1679389 w 12192001"/>
              <a:gd name="connsiteY70" fmla="*/ 218372 h 586467"/>
              <a:gd name="connsiteX71" fmla="*/ 1681147 w 12192001"/>
              <a:gd name="connsiteY71" fmla="*/ 212027 h 586467"/>
              <a:gd name="connsiteX72" fmla="*/ 1683017 w 12192001"/>
              <a:gd name="connsiteY72" fmla="*/ 204757 h 586467"/>
              <a:gd name="connsiteX73" fmla="*/ 1698884 w 12192001"/>
              <a:gd name="connsiteY73" fmla="*/ 119117 h 586467"/>
              <a:gd name="connsiteX74" fmla="*/ 1704406 w 12192001"/>
              <a:gd name="connsiteY74" fmla="*/ 32188 h 586467"/>
              <a:gd name="connsiteX75" fmla="*/ 1728777 w 12192001"/>
              <a:gd name="connsiteY75" fmla="*/ 118453 h 586467"/>
              <a:gd name="connsiteX76" fmla="*/ 1742740 w 12192001"/>
              <a:gd name="connsiteY76" fmla="*/ 206708 h 586467"/>
              <a:gd name="connsiteX77" fmla="*/ 1743158 w 12192001"/>
              <a:gd name="connsiteY77" fmla="*/ 211154 h 586467"/>
              <a:gd name="connsiteX78" fmla="*/ 1743734 w 12192001"/>
              <a:gd name="connsiteY78" fmla="*/ 218372 h 586467"/>
              <a:gd name="connsiteX79" fmla="*/ 1760697 w 12192001"/>
              <a:gd name="connsiteY79" fmla="*/ 218372 h 586467"/>
              <a:gd name="connsiteX80" fmla="*/ 1772760 w 12192001"/>
              <a:gd name="connsiteY80" fmla="*/ 175182 h 586467"/>
              <a:gd name="connsiteX81" fmla="*/ 1788119 w 12192001"/>
              <a:gd name="connsiteY81" fmla="*/ 96331 h 586467"/>
              <a:gd name="connsiteX82" fmla="*/ 1802652 w 12192001"/>
              <a:gd name="connsiteY82" fmla="*/ 175923 h 586467"/>
              <a:gd name="connsiteX83" fmla="*/ 1806063 w 12192001"/>
              <a:gd name="connsiteY83" fmla="*/ 205464 h 586467"/>
              <a:gd name="connsiteX84" fmla="*/ 1807120 w 12192001"/>
              <a:gd name="connsiteY84" fmla="*/ 218372 h 586467"/>
              <a:gd name="connsiteX85" fmla="*/ 1833582 w 12192001"/>
              <a:gd name="connsiteY85" fmla="*/ 218372 h 586467"/>
              <a:gd name="connsiteX86" fmla="*/ 1840098 w 12192001"/>
              <a:gd name="connsiteY86" fmla="*/ 206122 h 586467"/>
              <a:gd name="connsiteX87" fmla="*/ 1871895 w 12192001"/>
              <a:gd name="connsiteY87" fmla="*/ 156454 h 586467"/>
              <a:gd name="connsiteX88" fmla="*/ 1910419 w 12192001"/>
              <a:gd name="connsiteY88" fmla="*/ 109830 h 586467"/>
              <a:gd name="connsiteX89" fmla="*/ 1929777 w 12192001"/>
              <a:gd name="connsiteY89" fmla="*/ 89815 h 586467"/>
              <a:gd name="connsiteX90" fmla="*/ 1900138 w 12192001"/>
              <a:gd name="connsiteY90" fmla="*/ 163088 h 586467"/>
              <a:gd name="connsiteX91" fmla="*/ 1889221 w 12192001"/>
              <a:gd name="connsiteY91" fmla="*/ 214121 h 586467"/>
              <a:gd name="connsiteX92" fmla="*/ 1888711 w 12192001"/>
              <a:gd name="connsiteY92" fmla="*/ 218372 h 586467"/>
              <a:gd name="connsiteX93" fmla="*/ 1909838 w 12192001"/>
              <a:gd name="connsiteY93" fmla="*/ 218372 h 586467"/>
              <a:gd name="connsiteX94" fmla="*/ 1959225 w 12192001"/>
              <a:gd name="connsiteY94" fmla="*/ 141356 h 586467"/>
              <a:gd name="connsiteX95" fmla="*/ 1948856 w 12192001"/>
              <a:gd name="connsiteY95" fmla="*/ 218372 h 586467"/>
              <a:gd name="connsiteX96" fmla="*/ 1969879 w 12192001"/>
              <a:gd name="connsiteY96" fmla="*/ 218372 h 586467"/>
              <a:gd name="connsiteX97" fmla="*/ 1973188 w 12192001"/>
              <a:gd name="connsiteY97" fmla="*/ 199763 h 586467"/>
              <a:gd name="connsiteX98" fmla="*/ 1977821 w 12192001"/>
              <a:gd name="connsiteY98" fmla="*/ 134099 h 586467"/>
              <a:gd name="connsiteX99" fmla="*/ 1968999 w 12192001"/>
              <a:gd name="connsiteY99" fmla="*/ 68240 h 586467"/>
              <a:gd name="connsiteX100" fmla="*/ 1962145 w 12192001"/>
              <a:gd name="connsiteY100" fmla="*/ 46703 h 586467"/>
              <a:gd name="connsiteX101" fmla="*/ 1959289 w 12192001"/>
              <a:gd name="connsiteY101" fmla="*/ 38665 h 586467"/>
              <a:gd name="connsiteX102" fmla="*/ 1964557 w 12192001"/>
              <a:gd name="connsiteY102" fmla="*/ 46078 h 586467"/>
              <a:gd name="connsiteX103" fmla="*/ 1977948 w 12192001"/>
              <a:gd name="connsiteY103" fmla="*/ 66445 h 586467"/>
              <a:gd name="connsiteX104" fmla="*/ 2007524 w 12192001"/>
              <a:gd name="connsiteY104" fmla="*/ 131680 h 586467"/>
              <a:gd name="connsiteX105" fmla="*/ 2018313 w 12192001"/>
              <a:gd name="connsiteY105" fmla="*/ 171437 h 586467"/>
              <a:gd name="connsiteX106" fmla="*/ 2020154 w 12192001"/>
              <a:gd name="connsiteY106" fmla="*/ 161332 h 586467"/>
              <a:gd name="connsiteX107" fmla="*/ 2037988 w 12192001"/>
              <a:gd name="connsiteY107" fmla="*/ 100155 h 586467"/>
              <a:gd name="connsiteX108" fmla="*/ 2045921 w 12192001"/>
              <a:gd name="connsiteY108" fmla="*/ 80452 h 586467"/>
              <a:gd name="connsiteX109" fmla="*/ 2049095 w 12192001"/>
              <a:gd name="connsiteY109" fmla="*/ 73038 h 586467"/>
              <a:gd name="connsiteX110" fmla="*/ 2048460 w 12192001"/>
              <a:gd name="connsiteY110" fmla="*/ 80764 h 586467"/>
              <a:gd name="connsiteX111" fmla="*/ 2047254 w 12192001"/>
              <a:gd name="connsiteY111" fmla="*/ 101013 h 586467"/>
              <a:gd name="connsiteX112" fmla="*/ 2050047 w 12192001"/>
              <a:gd name="connsiteY112" fmla="*/ 161956 h 586467"/>
              <a:gd name="connsiteX113" fmla="*/ 2055585 w 12192001"/>
              <a:gd name="connsiteY113" fmla="*/ 194042 h 586467"/>
              <a:gd name="connsiteX114" fmla="*/ 2061555 w 12192001"/>
              <a:gd name="connsiteY114" fmla="*/ 218372 h 586467"/>
              <a:gd name="connsiteX115" fmla="*/ 2097672 w 12192001"/>
              <a:gd name="connsiteY115" fmla="*/ 218372 h 586467"/>
              <a:gd name="connsiteX116" fmla="*/ 2087302 w 12192001"/>
              <a:gd name="connsiteY116" fmla="*/ 141356 h 586467"/>
              <a:gd name="connsiteX117" fmla="*/ 2136689 w 12192001"/>
              <a:gd name="connsiteY117" fmla="*/ 218372 h 586467"/>
              <a:gd name="connsiteX118" fmla="*/ 2157816 w 12192001"/>
              <a:gd name="connsiteY118" fmla="*/ 218372 h 586467"/>
              <a:gd name="connsiteX119" fmla="*/ 2157306 w 12192001"/>
              <a:gd name="connsiteY119" fmla="*/ 214121 h 586467"/>
              <a:gd name="connsiteX120" fmla="*/ 2146390 w 12192001"/>
              <a:gd name="connsiteY120" fmla="*/ 163088 h 586467"/>
              <a:gd name="connsiteX121" fmla="*/ 2116751 w 12192001"/>
              <a:gd name="connsiteY121" fmla="*/ 89815 h 586467"/>
              <a:gd name="connsiteX122" fmla="*/ 2136108 w 12192001"/>
              <a:gd name="connsiteY122" fmla="*/ 109830 h 586467"/>
              <a:gd name="connsiteX123" fmla="*/ 2174632 w 12192001"/>
              <a:gd name="connsiteY123" fmla="*/ 156454 h 586467"/>
              <a:gd name="connsiteX124" fmla="*/ 2206429 w 12192001"/>
              <a:gd name="connsiteY124" fmla="*/ 206122 h 586467"/>
              <a:gd name="connsiteX125" fmla="*/ 2212945 w 12192001"/>
              <a:gd name="connsiteY125" fmla="*/ 218372 h 586467"/>
              <a:gd name="connsiteX126" fmla="*/ 2239408 w 12192001"/>
              <a:gd name="connsiteY126" fmla="*/ 218372 h 586467"/>
              <a:gd name="connsiteX127" fmla="*/ 2240465 w 12192001"/>
              <a:gd name="connsiteY127" fmla="*/ 205464 h 586467"/>
              <a:gd name="connsiteX128" fmla="*/ 2243875 w 12192001"/>
              <a:gd name="connsiteY128" fmla="*/ 175923 h 586467"/>
              <a:gd name="connsiteX129" fmla="*/ 2258409 w 12192001"/>
              <a:gd name="connsiteY129" fmla="*/ 96331 h 586467"/>
              <a:gd name="connsiteX130" fmla="*/ 2273768 w 12192001"/>
              <a:gd name="connsiteY130" fmla="*/ 175182 h 586467"/>
              <a:gd name="connsiteX131" fmla="*/ 2285830 w 12192001"/>
              <a:gd name="connsiteY131" fmla="*/ 218372 h 586467"/>
              <a:gd name="connsiteX132" fmla="*/ 2302794 w 12192001"/>
              <a:gd name="connsiteY132" fmla="*/ 218372 h 586467"/>
              <a:gd name="connsiteX133" fmla="*/ 2303371 w 12192001"/>
              <a:gd name="connsiteY133" fmla="*/ 211154 h 586467"/>
              <a:gd name="connsiteX134" fmla="*/ 2303788 w 12192001"/>
              <a:gd name="connsiteY134" fmla="*/ 206708 h 586467"/>
              <a:gd name="connsiteX135" fmla="*/ 2317750 w 12192001"/>
              <a:gd name="connsiteY135" fmla="*/ 118453 h 586467"/>
              <a:gd name="connsiteX136" fmla="*/ 2342122 w 12192001"/>
              <a:gd name="connsiteY136" fmla="*/ 32188 h 586467"/>
              <a:gd name="connsiteX137" fmla="*/ 2347643 w 12192001"/>
              <a:gd name="connsiteY137" fmla="*/ 119117 h 586467"/>
              <a:gd name="connsiteX138" fmla="*/ 2363573 w 12192001"/>
              <a:gd name="connsiteY138" fmla="*/ 204757 h 586467"/>
              <a:gd name="connsiteX139" fmla="*/ 2365434 w 12192001"/>
              <a:gd name="connsiteY139" fmla="*/ 212027 h 586467"/>
              <a:gd name="connsiteX140" fmla="*/ 2367185 w 12192001"/>
              <a:gd name="connsiteY140" fmla="*/ 218372 h 586467"/>
              <a:gd name="connsiteX141" fmla="*/ 2416218 w 12192001"/>
              <a:gd name="connsiteY141" fmla="*/ 218372 h 586467"/>
              <a:gd name="connsiteX142" fmla="*/ 2416251 w 12192001"/>
              <a:gd name="connsiteY142" fmla="*/ 217998 h 586467"/>
              <a:gd name="connsiteX143" fmla="*/ 2418980 w 12192001"/>
              <a:gd name="connsiteY143" fmla="*/ 166014 h 586467"/>
              <a:gd name="connsiteX144" fmla="*/ 2417520 w 12192001"/>
              <a:gd name="connsiteY144" fmla="*/ 89854 h 586467"/>
              <a:gd name="connsiteX145" fmla="*/ 2448746 w 12192001"/>
              <a:gd name="connsiteY145" fmla="*/ 163555 h 586467"/>
              <a:gd name="connsiteX146" fmla="*/ 2460313 w 12192001"/>
              <a:gd name="connsiteY146" fmla="*/ 196071 h 586467"/>
              <a:gd name="connsiteX147" fmla="*/ 2467496 w 12192001"/>
              <a:gd name="connsiteY147" fmla="*/ 218372 h 586467"/>
              <a:gd name="connsiteX148" fmla="*/ 2468701 w 12192001"/>
              <a:gd name="connsiteY148" fmla="*/ 218372 h 586467"/>
              <a:gd name="connsiteX149" fmla="*/ 2468548 w 12192001"/>
              <a:gd name="connsiteY149" fmla="*/ 215408 h 586467"/>
              <a:gd name="connsiteX150" fmla="*/ 2471213 w 12192001"/>
              <a:gd name="connsiteY150" fmla="*/ 129417 h 586467"/>
              <a:gd name="connsiteX151" fmla="*/ 2486826 w 12192001"/>
              <a:gd name="connsiteY151" fmla="*/ 45064 h 586467"/>
              <a:gd name="connsiteX152" fmla="*/ 2501106 w 12192001"/>
              <a:gd name="connsiteY152" fmla="*/ 128441 h 586467"/>
              <a:gd name="connsiteX153" fmla="*/ 2527762 w 12192001"/>
              <a:gd name="connsiteY153" fmla="*/ 209361 h 586467"/>
              <a:gd name="connsiteX154" fmla="*/ 2529452 w 12192001"/>
              <a:gd name="connsiteY154" fmla="*/ 213428 h 586467"/>
              <a:gd name="connsiteX155" fmla="*/ 2531596 w 12192001"/>
              <a:gd name="connsiteY155" fmla="*/ 218372 h 586467"/>
              <a:gd name="connsiteX156" fmla="*/ 2534943 w 12192001"/>
              <a:gd name="connsiteY156" fmla="*/ 218372 h 586467"/>
              <a:gd name="connsiteX157" fmla="*/ 2535288 w 12192001"/>
              <a:gd name="connsiteY157" fmla="*/ 215455 h 586467"/>
              <a:gd name="connsiteX158" fmla="*/ 2543883 w 12192001"/>
              <a:gd name="connsiteY158" fmla="*/ 161176 h 586467"/>
              <a:gd name="connsiteX159" fmla="*/ 2557846 w 12192001"/>
              <a:gd name="connsiteY159" fmla="*/ 102730 h 586467"/>
              <a:gd name="connsiteX160" fmla="*/ 2573776 w 12192001"/>
              <a:gd name="connsiteY160" fmla="*/ 160356 h 586467"/>
              <a:gd name="connsiteX161" fmla="*/ 2594276 w 12192001"/>
              <a:gd name="connsiteY161" fmla="*/ 216813 h 586467"/>
              <a:gd name="connsiteX162" fmla="*/ 2594916 w 12192001"/>
              <a:gd name="connsiteY162" fmla="*/ 218372 h 586467"/>
              <a:gd name="connsiteX163" fmla="*/ 2636053 w 12192001"/>
              <a:gd name="connsiteY163" fmla="*/ 218372 h 586467"/>
              <a:gd name="connsiteX164" fmla="*/ 2638351 w 12192001"/>
              <a:gd name="connsiteY164" fmla="*/ 212690 h 586467"/>
              <a:gd name="connsiteX165" fmla="*/ 2640099 w 12192001"/>
              <a:gd name="connsiteY165" fmla="*/ 207917 h 586467"/>
              <a:gd name="connsiteX166" fmla="*/ 2645874 w 12192001"/>
              <a:gd name="connsiteY166" fmla="*/ 189150 h 586467"/>
              <a:gd name="connsiteX167" fmla="*/ 2653935 w 12192001"/>
              <a:gd name="connsiteY167" fmla="*/ 146779 h 586467"/>
              <a:gd name="connsiteX168" fmla="*/ 2652983 w 12192001"/>
              <a:gd name="connsiteY168" fmla="*/ 83378 h 586467"/>
              <a:gd name="connsiteX169" fmla="*/ 2664026 w 12192001"/>
              <a:gd name="connsiteY169" fmla="*/ 102067 h 586467"/>
              <a:gd name="connsiteX170" fmla="*/ 2683764 w 12192001"/>
              <a:gd name="connsiteY170" fmla="*/ 144945 h 586467"/>
              <a:gd name="connsiteX171" fmla="*/ 2699821 w 12192001"/>
              <a:gd name="connsiteY171" fmla="*/ 210609 h 586467"/>
              <a:gd name="connsiteX172" fmla="*/ 2700448 w 12192001"/>
              <a:gd name="connsiteY172" fmla="*/ 216393 h 586467"/>
              <a:gd name="connsiteX173" fmla="*/ 2700597 w 12192001"/>
              <a:gd name="connsiteY173" fmla="*/ 218372 h 586467"/>
              <a:gd name="connsiteX174" fmla="*/ 2703300 w 12192001"/>
              <a:gd name="connsiteY174" fmla="*/ 218372 h 586467"/>
              <a:gd name="connsiteX175" fmla="*/ 2703796 w 12192001"/>
              <a:gd name="connsiteY175" fmla="*/ 211663 h 586467"/>
              <a:gd name="connsiteX176" fmla="*/ 2709722 w 12192001"/>
              <a:gd name="connsiteY176" fmla="*/ 166209 h 586467"/>
              <a:gd name="connsiteX177" fmla="*/ 2728826 w 12192001"/>
              <a:gd name="connsiteY177" fmla="*/ 89932 h 586467"/>
              <a:gd name="connsiteX178" fmla="*/ 2739615 w 12192001"/>
              <a:gd name="connsiteY178" fmla="*/ 165974 h 586467"/>
              <a:gd name="connsiteX179" fmla="*/ 2753467 w 12192001"/>
              <a:gd name="connsiteY179" fmla="*/ 217027 h 586467"/>
              <a:gd name="connsiteX180" fmla="*/ 2753920 w 12192001"/>
              <a:gd name="connsiteY180" fmla="*/ 218372 h 586467"/>
              <a:gd name="connsiteX181" fmla="*/ 2789410 w 12192001"/>
              <a:gd name="connsiteY181" fmla="*/ 218372 h 586467"/>
              <a:gd name="connsiteX182" fmla="*/ 2791912 w 12192001"/>
              <a:gd name="connsiteY182" fmla="*/ 188136 h 586467"/>
              <a:gd name="connsiteX183" fmla="*/ 2793625 w 12192001"/>
              <a:gd name="connsiteY183" fmla="*/ 109128 h 586467"/>
              <a:gd name="connsiteX184" fmla="*/ 2821678 w 12192001"/>
              <a:gd name="connsiteY184" fmla="*/ 186302 h 586467"/>
              <a:gd name="connsiteX185" fmla="*/ 2828278 w 12192001"/>
              <a:gd name="connsiteY185" fmla="*/ 207175 h 586467"/>
              <a:gd name="connsiteX186" fmla="*/ 2843066 w 12192001"/>
              <a:gd name="connsiteY186" fmla="*/ 44869 h 586467"/>
              <a:gd name="connsiteX187" fmla="*/ 2879943 w 12192001"/>
              <a:gd name="connsiteY187" fmla="*/ 218372 h 586467"/>
              <a:gd name="connsiteX188" fmla="*/ 2898970 w 12192001"/>
              <a:gd name="connsiteY188" fmla="*/ 218372 h 586467"/>
              <a:gd name="connsiteX189" fmla="*/ 2899425 w 12192001"/>
              <a:gd name="connsiteY189" fmla="*/ 214081 h 586467"/>
              <a:gd name="connsiteX190" fmla="*/ 2896886 w 12192001"/>
              <a:gd name="connsiteY190" fmla="*/ 147754 h 586467"/>
              <a:gd name="connsiteX191" fmla="*/ 2908056 w 12192001"/>
              <a:gd name="connsiteY191" fmla="*/ 167301 h 586467"/>
              <a:gd name="connsiteX192" fmla="*/ 2929127 w 12192001"/>
              <a:gd name="connsiteY192" fmla="*/ 211546 h 586467"/>
              <a:gd name="connsiteX193" fmla="*/ 2931509 w 12192001"/>
              <a:gd name="connsiteY193" fmla="*/ 218372 h 586467"/>
              <a:gd name="connsiteX194" fmla="*/ 2946730 w 12192001"/>
              <a:gd name="connsiteY194" fmla="*/ 218372 h 586467"/>
              <a:gd name="connsiteX195" fmla="*/ 2946835 w 12192001"/>
              <a:gd name="connsiteY195" fmla="*/ 216539 h 586467"/>
              <a:gd name="connsiteX196" fmla="*/ 2948421 w 12192001"/>
              <a:gd name="connsiteY196" fmla="*/ 193364 h 586467"/>
              <a:gd name="connsiteX197" fmla="*/ 2959909 w 12192001"/>
              <a:gd name="connsiteY197" fmla="*/ 123837 h 586467"/>
              <a:gd name="connsiteX198" fmla="*/ 2981234 w 12192001"/>
              <a:gd name="connsiteY198" fmla="*/ 56105 h 586467"/>
              <a:gd name="connsiteX199" fmla="*/ 2990373 w 12192001"/>
              <a:gd name="connsiteY199" fmla="*/ 34256 h 586467"/>
              <a:gd name="connsiteX200" fmla="*/ 2993927 w 12192001"/>
              <a:gd name="connsiteY200" fmla="*/ 26024 h 586467"/>
              <a:gd name="connsiteX201" fmla="*/ 2992912 w 12192001"/>
              <a:gd name="connsiteY201" fmla="*/ 34607 h 586467"/>
              <a:gd name="connsiteX202" fmla="*/ 2990500 w 12192001"/>
              <a:gd name="connsiteY202" fmla="*/ 57120 h 586467"/>
              <a:gd name="connsiteX203" fmla="*/ 2989738 w 12192001"/>
              <a:gd name="connsiteY203" fmla="*/ 125086 h 586467"/>
              <a:gd name="connsiteX204" fmla="*/ 2998941 w 12192001"/>
              <a:gd name="connsiteY204" fmla="*/ 192155 h 586467"/>
              <a:gd name="connsiteX205" fmla="*/ 3003955 w 12192001"/>
              <a:gd name="connsiteY205" fmla="*/ 213925 h 586467"/>
              <a:gd name="connsiteX206" fmla="*/ 3005052 w 12192001"/>
              <a:gd name="connsiteY206" fmla="*/ 218372 h 586467"/>
              <a:gd name="connsiteX207" fmla="*/ 3044889 w 12192001"/>
              <a:gd name="connsiteY207" fmla="*/ 218372 h 586467"/>
              <a:gd name="connsiteX208" fmla="*/ 3045197 w 12192001"/>
              <a:gd name="connsiteY208" fmla="*/ 217067 h 586467"/>
              <a:gd name="connsiteX209" fmla="*/ 3064439 w 12192001"/>
              <a:gd name="connsiteY209" fmla="*/ 114044 h 586467"/>
              <a:gd name="connsiteX210" fmla="*/ 3074721 w 12192001"/>
              <a:gd name="connsiteY210" fmla="*/ 0 h 586467"/>
              <a:gd name="connsiteX211" fmla="*/ 3094332 w 12192001"/>
              <a:gd name="connsiteY211" fmla="*/ 114161 h 586467"/>
              <a:gd name="connsiteX212" fmla="*/ 3101226 w 12192001"/>
              <a:gd name="connsiteY212" fmla="*/ 193476 h 586467"/>
              <a:gd name="connsiteX213" fmla="*/ 3102315 w 12192001"/>
              <a:gd name="connsiteY213" fmla="*/ 218372 h 586467"/>
              <a:gd name="connsiteX214" fmla="*/ 3131032 w 12192001"/>
              <a:gd name="connsiteY214" fmla="*/ 218372 h 586467"/>
              <a:gd name="connsiteX215" fmla="*/ 3131914 w 12192001"/>
              <a:gd name="connsiteY215" fmla="*/ 215700 h 586467"/>
              <a:gd name="connsiteX216" fmla="*/ 3165669 w 12192001"/>
              <a:gd name="connsiteY216" fmla="*/ 124188 h 586467"/>
              <a:gd name="connsiteX217" fmla="*/ 3209778 w 12192001"/>
              <a:gd name="connsiteY217" fmla="*/ 26180 h 586467"/>
              <a:gd name="connsiteX218" fmla="*/ 3204130 w 12192001"/>
              <a:gd name="connsiteY218" fmla="*/ 60007 h 586467"/>
              <a:gd name="connsiteX219" fmla="*/ 3208001 w 12192001"/>
              <a:gd name="connsiteY219" fmla="*/ 38509 h 586467"/>
              <a:gd name="connsiteX220" fmla="*/ 3223424 w 12192001"/>
              <a:gd name="connsiteY220" fmla="*/ 130002 h 586467"/>
              <a:gd name="connsiteX221" fmla="*/ 3241417 w 12192001"/>
              <a:gd name="connsiteY221" fmla="*/ 212982 h 586467"/>
              <a:gd name="connsiteX222" fmla="*/ 3242716 w 12192001"/>
              <a:gd name="connsiteY222" fmla="*/ 218372 h 586467"/>
              <a:gd name="connsiteX223" fmla="*/ 3258397 w 12192001"/>
              <a:gd name="connsiteY223" fmla="*/ 218372 h 586467"/>
              <a:gd name="connsiteX224" fmla="*/ 3259346 w 12192001"/>
              <a:gd name="connsiteY224" fmla="*/ 198436 h 586467"/>
              <a:gd name="connsiteX225" fmla="*/ 3253634 w 12192001"/>
              <a:gd name="connsiteY225" fmla="*/ 128597 h 586467"/>
              <a:gd name="connsiteX226" fmla="*/ 3288922 w 12192001"/>
              <a:gd name="connsiteY226" fmla="*/ 195393 h 586467"/>
              <a:gd name="connsiteX227" fmla="*/ 3297610 w 12192001"/>
              <a:gd name="connsiteY227" fmla="*/ 218372 h 586467"/>
              <a:gd name="connsiteX228" fmla="*/ 3340482 w 12192001"/>
              <a:gd name="connsiteY228" fmla="*/ 218372 h 586467"/>
              <a:gd name="connsiteX229" fmla="*/ 3343313 w 12192001"/>
              <a:gd name="connsiteY229" fmla="*/ 210843 h 586467"/>
              <a:gd name="connsiteX230" fmla="*/ 3362924 w 12192001"/>
              <a:gd name="connsiteY230" fmla="*/ 144282 h 586467"/>
              <a:gd name="connsiteX231" fmla="*/ 3374221 w 12192001"/>
              <a:gd name="connsiteY231" fmla="*/ 76237 h 586467"/>
              <a:gd name="connsiteX232" fmla="*/ 3376125 w 12192001"/>
              <a:gd name="connsiteY232" fmla="*/ 53569 h 586467"/>
              <a:gd name="connsiteX233" fmla="*/ 3376696 w 12192001"/>
              <a:gd name="connsiteY233" fmla="*/ 44947 h 586467"/>
              <a:gd name="connsiteX234" fmla="*/ 3378664 w 12192001"/>
              <a:gd name="connsiteY234" fmla="*/ 53452 h 586467"/>
              <a:gd name="connsiteX235" fmla="*/ 3383551 w 12192001"/>
              <a:gd name="connsiteY235" fmla="*/ 76043 h 586467"/>
              <a:gd name="connsiteX236" fmla="*/ 3392817 w 12192001"/>
              <a:gd name="connsiteY236" fmla="*/ 145335 h 586467"/>
              <a:gd name="connsiteX237" fmla="*/ 3393388 w 12192001"/>
              <a:gd name="connsiteY237" fmla="*/ 215486 h 586467"/>
              <a:gd name="connsiteX238" fmla="*/ 3393203 w 12192001"/>
              <a:gd name="connsiteY238" fmla="*/ 218372 h 586467"/>
              <a:gd name="connsiteX239" fmla="*/ 3451708 w 12192001"/>
              <a:gd name="connsiteY239" fmla="*/ 218372 h 586467"/>
              <a:gd name="connsiteX240" fmla="*/ 3450698 w 12192001"/>
              <a:gd name="connsiteY240" fmla="*/ 206300 h 586467"/>
              <a:gd name="connsiteX241" fmla="*/ 3449176 w 12192001"/>
              <a:gd name="connsiteY241" fmla="*/ 173193 h 586467"/>
              <a:gd name="connsiteX242" fmla="*/ 3451905 w 12192001"/>
              <a:gd name="connsiteY242" fmla="*/ 83495 h 586467"/>
              <a:gd name="connsiteX243" fmla="*/ 3478815 w 12192001"/>
              <a:gd name="connsiteY243" fmla="*/ 170501 h 586467"/>
              <a:gd name="connsiteX244" fmla="*/ 3491081 w 12192001"/>
              <a:gd name="connsiteY244" fmla="*/ 201907 h 586467"/>
              <a:gd name="connsiteX245" fmla="*/ 3498191 w 12192001"/>
              <a:gd name="connsiteY245" fmla="*/ 218372 h 586467"/>
              <a:gd name="connsiteX246" fmla="*/ 3556656 w 12192001"/>
              <a:gd name="connsiteY246" fmla="*/ 218372 h 586467"/>
              <a:gd name="connsiteX247" fmla="*/ 3557450 w 12192001"/>
              <a:gd name="connsiteY247" fmla="*/ 211428 h 586467"/>
              <a:gd name="connsiteX248" fmla="*/ 3558656 w 12192001"/>
              <a:gd name="connsiteY248" fmla="*/ 151851 h 586467"/>
              <a:gd name="connsiteX249" fmla="*/ 3550913 w 12192001"/>
              <a:gd name="connsiteY249" fmla="*/ 91844 h 586467"/>
              <a:gd name="connsiteX250" fmla="*/ 3546471 w 12192001"/>
              <a:gd name="connsiteY250" fmla="*/ 72102 h 586467"/>
              <a:gd name="connsiteX251" fmla="*/ 3544693 w 12192001"/>
              <a:gd name="connsiteY251" fmla="*/ 64689 h 586467"/>
              <a:gd name="connsiteX252" fmla="*/ 3548945 w 12192001"/>
              <a:gd name="connsiteY252" fmla="*/ 71595 h 586467"/>
              <a:gd name="connsiteX253" fmla="*/ 3559989 w 12192001"/>
              <a:gd name="connsiteY253" fmla="*/ 90284 h 586467"/>
              <a:gd name="connsiteX254" fmla="*/ 3588232 w 12192001"/>
              <a:gd name="connsiteY254" fmla="*/ 148730 h 586467"/>
              <a:gd name="connsiteX255" fmla="*/ 3607843 w 12192001"/>
              <a:gd name="connsiteY255" fmla="*/ 209438 h 586467"/>
              <a:gd name="connsiteX256" fmla="*/ 3609872 w 12192001"/>
              <a:gd name="connsiteY256" fmla="*/ 218372 h 586467"/>
              <a:gd name="connsiteX257" fmla="*/ 3665952 w 12192001"/>
              <a:gd name="connsiteY257" fmla="*/ 218372 h 586467"/>
              <a:gd name="connsiteX258" fmla="*/ 3669723 w 12192001"/>
              <a:gd name="connsiteY258" fmla="*/ 205264 h 586467"/>
              <a:gd name="connsiteX259" fmla="*/ 3687938 w 12192001"/>
              <a:gd name="connsiteY259" fmla="*/ 128402 h 586467"/>
              <a:gd name="connsiteX260" fmla="*/ 3699616 w 12192001"/>
              <a:gd name="connsiteY260" fmla="*/ 206239 h 586467"/>
              <a:gd name="connsiteX261" fmla="*/ 3700830 w 12192001"/>
              <a:gd name="connsiteY261" fmla="*/ 218372 h 586467"/>
              <a:gd name="connsiteX262" fmla="*/ 3714682 w 12192001"/>
              <a:gd name="connsiteY262" fmla="*/ 218372 h 586467"/>
              <a:gd name="connsiteX263" fmla="*/ 3714690 w 12192001"/>
              <a:gd name="connsiteY263" fmla="*/ 217583 h 586467"/>
              <a:gd name="connsiteX264" fmla="*/ 3715356 w 12192001"/>
              <a:gd name="connsiteY264" fmla="*/ 155479 h 586467"/>
              <a:gd name="connsiteX265" fmla="*/ 3714785 w 12192001"/>
              <a:gd name="connsiteY265" fmla="*/ 65001 h 586467"/>
              <a:gd name="connsiteX266" fmla="*/ 3745058 w 12192001"/>
              <a:gd name="connsiteY266" fmla="*/ 153177 h 586467"/>
              <a:gd name="connsiteX267" fmla="*/ 3764900 w 12192001"/>
              <a:gd name="connsiteY267" fmla="*/ 214048 h 586467"/>
              <a:gd name="connsiteX268" fmla="*/ 3766313 w 12192001"/>
              <a:gd name="connsiteY268" fmla="*/ 218372 h 586467"/>
              <a:gd name="connsiteX269" fmla="*/ 3795172 w 12192001"/>
              <a:gd name="connsiteY269" fmla="*/ 218372 h 586467"/>
              <a:gd name="connsiteX270" fmla="*/ 3793903 w 12192001"/>
              <a:gd name="connsiteY270" fmla="*/ 198810 h 586467"/>
              <a:gd name="connsiteX271" fmla="*/ 3792468 w 12192001"/>
              <a:gd name="connsiteY271" fmla="*/ 166014 h 586467"/>
              <a:gd name="connsiteX272" fmla="*/ 3792405 w 12192001"/>
              <a:gd name="connsiteY272" fmla="*/ 76940 h 586467"/>
              <a:gd name="connsiteX273" fmla="*/ 3822107 w 12192001"/>
              <a:gd name="connsiteY273" fmla="*/ 163244 h 586467"/>
              <a:gd name="connsiteX274" fmla="*/ 3834326 w 12192001"/>
              <a:gd name="connsiteY274" fmla="*/ 194605 h 586467"/>
              <a:gd name="connsiteX275" fmla="*/ 3844139 w 12192001"/>
              <a:gd name="connsiteY275" fmla="*/ 218372 h 586467"/>
              <a:gd name="connsiteX276" fmla="*/ 3906964 w 12192001"/>
              <a:gd name="connsiteY276" fmla="*/ 218372 h 586467"/>
              <a:gd name="connsiteX277" fmla="*/ 3907470 w 12192001"/>
              <a:gd name="connsiteY277" fmla="*/ 210570 h 586467"/>
              <a:gd name="connsiteX278" fmla="*/ 3912167 w 12192001"/>
              <a:gd name="connsiteY278" fmla="*/ 216188 h 586467"/>
              <a:gd name="connsiteX279" fmla="*/ 3914032 w 12192001"/>
              <a:gd name="connsiteY279" fmla="*/ 218372 h 586467"/>
              <a:gd name="connsiteX280" fmla="*/ 4022706 w 12192001"/>
              <a:gd name="connsiteY280" fmla="*/ 218372 h 586467"/>
              <a:gd name="connsiteX281" fmla="*/ 4029517 w 12192001"/>
              <a:gd name="connsiteY281" fmla="*/ 149315 h 586467"/>
              <a:gd name="connsiteX282" fmla="*/ 4033642 w 12192001"/>
              <a:gd name="connsiteY282" fmla="*/ 135308 h 586467"/>
              <a:gd name="connsiteX283" fmla="*/ 4037704 w 12192001"/>
              <a:gd name="connsiteY283" fmla="*/ 149315 h 586467"/>
              <a:gd name="connsiteX284" fmla="*/ 4044548 w 12192001"/>
              <a:gd name="connsiteY284" fmla="*/ 218372 h 586467"/>
              <a:gd name="connsiteX285" fmla="*/ 4153254 w 12192001"/>
              <a:gd name="connsiteY285" fmla="*/ 218372 h 586467"/>
              <a:gd name="connsiteX286" fmla="*/ 4155118 w 12192001"/>
              <a:gd name="connsiteY286" fmla="*/ 216188 h 586467"/>
              <a:gd name="connsiteX287" fmla="*/ 4159751 w 12192001"/>
              <a:gd name="connsiteY287" fmla="*/ 210648 h 586467"/>
              <a:gd name="connsiteX288" fmla="*/ 4160283 w 12192001"/>
              <a:gd name="connsiteY288" fmla="*/ 218372 h 586467"/>
              <a:gd name="connsiteX289" fmla="*/ 4223123 w 12192001"/>
              <a:gd name="connsiteY289" fmla="*/ 218372 h 586467"/>
              <a:gd name="connsiteX290" fmla="*/ 4232934 w 12192001"/>
              <a:gd name="connsiteY290" fmla="*/ 194605 h 586467"/>
              <a:gd name="connsiteX291" fmla="*/ 4245178 w 12192001"/>
              <a:gd name="connsiteY291" fmla="*/ 163244 h 586467"/>
              <a:gd name="connsiteX292" fmla="*/ 4274881 w 12192001"/>
              <a:gd name="connsiteY292" fmla="*/ 76940 h 586467"/>
              <a:gd name="connsiteX293" fmla="*/ 4274817 w 12192001"/>
              <a:gd name="connsiteY293" fmla="*/ 166014 h 586467"/>
              <a:gd name="connsiteX294" fmla="*/ 4273382 w 12192001"/>
              <a:gd name="connsiteY294" fmla="*/ 198810 h 586467"/>
              <a:gd name="connsiteX295" fmla="*/ 4272114 w 12192001"/>
              <a:gd name="connsiteY295" fmla="*/ 218372 h 586467"/>
              <a:gd name="connsiteX296" fmla="*/ 4302946 w 12192001"/>
              <a:gd name="connsiteY296" fmla="*/ 218372 h 586467"/>
              <a:gd name="connsiteX297" fmla="*/ 4345964 w 12192001"/>
              <a:gd name="connsiteY297" fmla="*/ 90946 h 586467"/>
              <a:gd name="connsiteX298" fmla="*/ 4350088 w 12192001"/>
              <a:gd name="connsiteY298" fmla="*/ 218372 h 586467"/>
              <a:gd name="connsiteX299" fmla="*/ 4366405 w 12192001"/>
              <a:gd name="connsiteY299" fmla="*/ 218372 h 586467"/>
              <a:gd name="connsiteX300" fmla="*/ 4367606 w 12192001"/>
              <a:gd name="connsiteY300" fmla="*/ 206239 h 586467"/>
              <a:gd name="connsiteX301" fmla="*/ 4379347 w 12192001"/>
              <a:gd name="connsiteY301" fmla="*/ 128402 h 586467"/>
              <a:gd name="connsiteX302" fmla="*/ 4397499 w 12192001"/>
              <a:gd name="connsiteY302" fmla="*/ 205264 h 586467"/>
              <a:gd name="connsiteX303" fmla="*/ 4401285 w 12192001"/>
              <a:gd name="connsiteY303" fmla="*/ 218372 h 586467"/>
              <a:gd name="connsiteX304" fmla="*/ 4457415 w 12192001"/>
              <a:gd name="connsiteY304" fmla="*/ 218372 h 586467"/>
              <a:gd name="connsiteX305" fmla="*/ 4459442 w 12192001"/>
              <a:gd name="connsiteY305" fmla="*/ 209438 h 586467"/>
              <a:gd name="connsiteX306" fmla="*/ 4479054 w 12192001"/>
              <a:gd name="connsiteY306" fmla="*/ 148730 h 586467"/>
              <a:gd name="connsiteX307" fmla="*/ 4507296 w 12192001"/>
              <a:gd name="connsiteY307" fmla="*/ 90284 h 586467"/>
              <a:gd name="connsiteX308" fmla="*/ 4518340 w 12192001"/>
              <a:gd name="connsiteY308" fmla="*/ 71595 h 586467"/>
              <a:gd name="connsiteX309" fmla="*/ 4522592 w 12192001"/>
              <a:gd name="connsiteY309" fmla="*/ 64689 h 586467"/>
              <a:gd name="connsiteX310" fmla="*/ 4520816 w 12192001"/>
              <a:gd name="connsiteY310" fmla="*/ 72102 h 586467"/>
              <a:gd name="connsiteX311" fmla="*/ 4516309 w 12192001"/>
              <a:gd name="connsiteY311" fmla="*/ 91844 h 586467"/>
              <a:gd name="connsiteX312" fmla="*/ 4508629 w 12192001"/>
              <a:gd name="connsiteY312" fmla="*/ 151851 h 586467"/>
              <a:gd name="connsiteX313" fmla="*/ 4509835 w 12192001"/>
              <a:gd name="connsiteY313" fmla="*/ 211428 h 586467"/>
              <a:gd name="connsiteX314" fmla="*/ 4510629 w 12192001"/>
              <a:gd name="connsiteY314" fmla="*/ 218372 h 586467"/>
              <a:gd name="connsiteX315" fmla="*/ 4569056 w 12192001"/>
              <a:gd name="connsiteY315" fmla="*/ 218372 h 586467"/>
              <a:gd name="connsiteX316" fmla="*/ 4576152 w 12192001"/>
              <a:gd name="connsiteY316" fmla="*/ 201907 h 586467"/>
              <a:gd name="connsiteX317" fmla="*/ 4588408 w 12192001"/>
              <a:gd name="connsiteY317" fmla="*/ 170501 h 586467"/>
              <a:gd name="connsiteX318" fmla="*/ 4615382 w 12192001"/>
              <a:gd name="connsiteY318" fmla="*/ 83495 h 586467"/>
              <a:gd name="connsiteX319" fmla="*/ 4618110 w 12192001"/>
              <a:gd name="connsiteY319" fmla="*/ 173193 h 586467"/>
              <a:gd name="connsiteX320" fmla="*/ 4616578 w 12192001"/>
              <a:gd name="connsiteY320" fmla="*/ 206300 h 586467"/>
              <a:gd name="connsiteX321" fmla="*/ 4615559 w 12192001"/>
              <a:gd name="connsiteY321" fmla="*/ 218372 h 586467"/>
              <a:gd name="connsiteX322" fmla="*/ 4674083 w 12192001"/>
              <a:gd name="connsiteY322" fmla="*/ 218372 h 586467"/>
              <a:gd name="connsiteX323" fmla="*/ 4673897 w 12192001"/>
              <a:gd name="connsiteY323" fmla="*/ 215486 h 586467"/>
              <a:gd name="connsiteX324" fmla="*/ 4674469 w 12192001"/>
              <a:gd name="connsiteY324" fmla="*/ 145335 h 586467"/>
              <a:gd name="connsiteX325" fmla="*/ 4683734 w 12192001"/>
              <a:gd name="connsiteY325" fmla="*/ 76043 h 586467"/>
              <a:gd name="connsiteX326" fmla="*/ 4688623 w 12192001"/>
              <a:gd name="connsiteY326" fmla="*/ 53452 h 586467"/>
              <a:gd name="connsiteX327" fmla="*/ 4690525 w 12192001"/>
              <a:gd name="connsiteY327" fmla="*/ 44947 h 586467"/>
              <a:gd name="connsiteX328" fmla="*/ 4691161 w 12192001"/>
              <a:gd name="connsiteY328" fmla="*/ 53569 h 586467"/>
              <a:gd name="connsiteX329" fmla="*/ 4693064 w 12192001"/>
              <a:gd name="connsiteY329" fmla="*/ 76237 h 586467"/>
              <a:gd name="connsiteX330" fmla="*/ 4704299 w 12192001"/>
              <a:gd name="connsiteY330" fmla="*/ 144282 h 586467"/>
              <a:gd name="connsiteX331" fmla="*/ 4723973 w 12192001"/>
              <a:gd name="connsiteY331" fmla="*/ 210843 h 586467"/>
              <a:gd name="connsiteX332" fmla="*/ 4726805 w 12192001"/>
              <a:gd name="connsiteY332" fmla="*/ 218372 h 586467"/>
              <a:gd name="connsiteX333" fmla="*/ 4769623 w 12192001"/>
              <a:gd name="connsiteY333" fmla="*/ 218372 h 586467"/>
              <a:gd name="connsiteX334" fmla="*/ 4778300 w 12192001"/>
              <a:gd name="connsiteY334" fmla="*/ 195393 h 586467"/>
              <a:gd name="connsiteX335" fmla="*/ 4813651 w 12192001"/>
              <a:gd name="connsiteY335" fmla="*/ 128597 h 586467"/>
              <a:gd name="connsiteX336" fmla="*/ 4807939 w 12192001"/>
              <a:gd name="connsiteY336" fmla="*/ 198436 h 586467"/>
              <a:gd name="connsiteX337" fmla="*/ 4808877 w 12192001"/>
              <a:gd name="connsiteY337" fmla="*/ 218372 h 586467"/>
              <a:gd name="connsiteX338" fmla="*/ 4824571 w 12192001"/>
              <a:gd name="connsiteY338" fmla="*/ 218372 h 586467"/>
              <a:gd name="connsiteX339" fmla="*/ 4825870 w 12192001"/>
              <a:gd name="connsiteY339" fmla="*/ 212982 h 586467"/>
              <a:gd name="connsiteX340" fmla="*/ 4843863 w 12192001"/>
              <a:gd name="connsiteY340" fmla="*/ 130002 h 586467"/>
              <a:gd name="connsiteX341" fmla="*/ 4859284 w 12192001"/>
              <a:gd name="connsiteY341" fmla="*/ 38509 h 586467"/>
              <a:gd name="connsiteX342" fmla="*/ 4863791 w 12192001"/>
              <a:gd name="connsiteY342" fmla="*/ 64025 h 586467"/>
              <a:gd name="connsiteX343" fmla="*/ 4857380 w 12192001"/>
              <a:gd name="connsiteY343" fmla="*/ 25985 h 586467"/>
              <a:gd name="connsiteX344" fmla="*/ 4901617 w 12192001"/>
              <a:gd name="connsiteY344" fmla="*/ 124188 h 586467"/>
              <a:gd name="connsiteX345" fmla="*/ 4935318 w 12192001"/>
              <a:gd name="connsiteY345" fmla="*/ 215700 h 586467"/>
              <a:gd name="connsiteX346" fmla="*/ 4936197 w 12192001"/>
              <a:gd name="connsiteY346" fmla="*/ 218372 h 586467"/>
              <a:gd name="connsiteX347" fmla="*/ 4964971 w 12192001"/>
              <a:gd name="connsiteY347" fmla="*/ 218372 h 586467"/>
              <a:gd name="connsiteX348" fmla="*/ 4966060 w 12192001"/>
              <a:gd name="connsiteY348" fmla="*/ 193476 h 586467"/>
              <a:gd name="connsiteX349" fmla="*/ 4972953 w 12192001"/>
              <a:gd name="connsiteY349" fmla="*/ 114161 h 586467"/>
              <a:gd name="connsiteX350" fmla="*/ 4992565 w 12192001"/>
              <a:gd name="connsiteY350" fmla="*/ 0 h 586467"/>
              <a:gd name="connsiteX351" fmla="*/ 5002846 w 12192001"/>
              <a:gd name="connsiteY351" fmla="*/ 114044 h 586467"/>
              <a:gd name="connsiteX352" fmla="*/ 5022089 w 12192001"/>
              <a:gd name="connsiteY352" fmla="*/ 217067 h 586467"/>
              <a:gd name="connsiteX353" fmla="*/ 5022398 w 12192001"/>
              <a:gd name="connsiteY353" fmla="*/ 218372 h 586467"/>
              <a:gd name="connsiteX354" fmla="*/ 5062234 w 12192001"/>
              <a:gd name="connsiteY354" fmla="*/ 218372 h 586467"/>
              <a:gd name="connsiteX355" fmla="*/ 5063332 w 12192001"/>
              <a:gd name="connsiteY355" fmla="*/ 213925 h 586467"/>
              <a:gd name="connsiteX356" fmla="*/ 5068344 w 12192001"/>
              <a:gd name="connsiteY356" fmla="*/ 192155 h 586467"/>
              <a:gd name="connsiteX357" fmla="*/ 5077547 w 12192001"/>
              <a:gd name="connsiteY357" fmla="*/ 125086 h 586467"/>
              <a:gd name="connsiteX358" fmla="*/ 5076786 w 12192001"/>
              <a:gd name="connsiteY358" fmla="*/ 57120 h 586467"/>
              <a:gd name="connsiteX359" fmla="*/ 5074374 w 12192001"/>
              <a:gd name="connsiteY359" fmla="*/ 34607 h 586467"/>
              <a:gd name="connsiteX360" fmla="*/ 5073359 w 12192001"/>
              <a:gd name="connsiteY360" fmla="*/ 26024 h 586467"/>
              <a:gd name="connsiteX361" fmla="*/ 5076912 w 12192001"/>
              <a:gd name="connsiteY361" fmla="*/ 34256 h 586467"/>
              <a:gd name="connsiteX362" fmla="*/ 5086053 w 12192001"/>
              <a:gd name="connsiteY362" fmla="*/ 56105 h 586467"/>
              <a:gd name="connsiteX363" fmla="*/ 5107376 w 12192001"/>
              <a:gd name="connsiteY363" fmla="*/ 123837 h 586467"/>
              <a:gd name="connsiteX364" fmla="*/ 5118801 w 12192001"/>
              <a:gd name="connsiteY364" fmla="*/ 193364 h 586467"/>
              <a:gd name="connsiteX365" fmla="*/ 5120451 w 12192001"/>
              <a:gd name="connsiteY365" fmla="*/ 216539 h 586467"/>
              <a:gd name="connsiteX366" fmla="*/ 5120556 w 12192001"/>
              <a:gd name="connsiteY366" fmla="*/ 218372 h 586467"/>
              <a:gd name="connsiteX367" fmla="*/ 5135777 w 12192001"/>
              <a:gd name="connsiteY367" fmla="*/ 218372 h 586467"/>
              <a:gd name="connsiteX368" fmla="*/ 5138159 w 12192001"/>
              <a:gd name="connsiteY368" fmla="*/ 211546 h 586467"/>
              <a:gd name="connsiteX369" fmla="*/ 5159229 w 12192001"/>
              <a:gd name="connsiteY369" fmla="*/ 167301 h 586467"/>
              <a:gd name="connsiteX370" fmla="*/ 5170399 w 12192001"/>
              <a:gd name="connsiteY370" fmla="*/ 147754 h 586467"/>
              <a:gd name="connsiteX371" fmla="*/ 5167860 w 12192001"/>
              <a:gd name="connsiteY371" fmla="*/ 214081 h 586467"/>
              <a:gd name="connsiteX372" fmla="*/ 5168316 w 12192001"/>
              <a:gd name="connsiteY372" fmla="*/ 218372 h 586467"/>
              <a:gd name="connsiteX373" fmla="*/ 5187343 w 12192001"/>
              <a:gd name="connsiteY373" fmla="*/ 218372 h 586467"/>
              <a:gd name="connsiteX374" fmla="*/ 5224219 w 12192001"/>
              <a:gd name="connsiteY374" fmla="*/ 44869 h 586467"/>
              <a:gd name="connsiteX375" fmla="*/ 5238944 w 12192001"/>
              <a:gd name="connsiteY375" fmla="*/ 207175 h 586467"/>
              <a:gd name="connsiteX376" fmla="*/ 5245608 w 12192001"/>
              <a:gd name="connsiteY376" fmla="*/ 186302 h 586467"/>
              <a:gd name="connsiteX377" fmla="*/ 5273660 w 12192001"/>
              <a:gd name="connsiteY377" fmla="*/ 109128 h 586467"/>
              <a:gd name="connsiteX378" fmla="*/ 5275374 w 12192001"/>
              <a:gd name="connsiteY378" fmla="*/ 188136 h 586467"/>
              <a:gd name="connsiteX379" fmla="*/ 5277877 w 12192001"/>
              <a:gd name="connsiteY379" fmla="*/ 218372 h 586467"/>
              <a:gd name="connsiteX380" fmla="*/ 5313344 w 12192001"/>
              <a:gd name="connsiteY380" fmla="*/ 218372 h 586467"/>
              <a:gd name="connsiteX381" fmla="*/ 5313796 w 12192001"/>
              <a:gd name="connsiteY381" fmla="*/ 217027 h 586467"/>
              <a:gd name="connsiteX382" fmla="*/ 5327670 w 12192001"/>
              <a:gd name="connsiteY382" fmla="*/ 165974 h 586467"/>
              <a:gd name="connsiteX383" fmla="*/ 5338396 w 12192001"/>
              <a:gd name="connsiteY383" fmla="*/ 89932 h 586467"/>
              <a:gd name="connsiteX384" fmla="*/ 5357563 w 12192001"/>
              <a:gd name="connsiteY384" fmla="*/ 166209 h 586467"/>
              <a:gd name="connsiteX385" fmla="*/ 5363466 w 12192001"/>
              <a:gd name="connsiteY385" fmla="*/ 211663 h 586467"/>
              <a:gd name="connsiteX386" fmla="*/ 5363961 w 12192001"/>
              <a:gd name="connsiteY386" fmla="*/ 218372 h 586467"/>
              <a:gd name="connsiteX387" fmla="*/ 5366689 w 12192001"/>
              <a:gd name="connsiteY387" fmla="*/ 218372 h 586467"/>
              <a:gd name="connsiteX388" fmla="*/ 5366838 w 12192001"/>
              <a:gd name="connsiteY388" fmla="*/ 216393 h 586467"/>
              <a:gd name="connsiteX389" fmla="*/ 5367464 w 12192001"/>
              <a:gd name="connsiteY389" fmla="*/ 210609 h 586467"/>
              <a:gd name="connsiteX390" fmla="*/ 5383521 w 12192001"/>
              <a:gd name="connsiteY390" fmla="*/ 144945 h 586467"/>
              <a:gd name="connsiteX391" fmla="*/ 5403260 w 12192001"/>
              <a:gd name="connsiteY391" fmla="*/ 102067 h 586467"/>
              <a:gd name="connsiteX392" fmla="*/ 5414303 w 12192001"/>
              <a:gd name="connsiteY392" fmla="*/ 83378 h 586467"/>
              <a:gd name="connsiteX393" fmla="*/ 5413351 w 12192001"/>
              <a:gd name="connsiteY393" fmla="*/ 146779 h 586467"/>
              <a:gd name="connsiteX394" fmla="*/ 5421411 w 12192001"/>
              <a:gd name="connsiteY394" fmla="*/ 189150 h 586467"/>
              <a:gd name="connsiteX395" fmla="*/ 5427187 w 12192001"/>
              <a:gd name="connsiteY395" fmla="*/ 207917 h 586467"/>
              <a:gd name="connsiteX396" fmla="*/ 5428935 w 12192001"/>
              <a:gd name="connsiteY396" fmla="*/ 212690 h 586467"/>
              <a:gd name="connsiteX397" fmla="*/ 5431232 w 12192001"/>
              <a:gd name="connsiteY397" fmla="*/ 218372 h 586467"/>
              <a:gd name="connsiteX398" fmla="*/ 5472367 w 12192001"/>
              <a:gd name="connsiteY398" fmla="*/ 218372 h 586467"/>
              <a:gd name="connsiteX399" fmla="*/ 5473010 w 12192001"/>
              <a:gd name="connsiteY399" fmla="*/ 216813 h 586467"/>
              <a:gd name="connsiteX400" fmla="*/ 5493509 w 12192001"/>
              <a:gd name="connsiteY400" fmla="*/ 160356 h 586467"/>
              <a:gd name="connsiteX401" fmla="*/ 5509440 w 12192001"/>
              <a:gd name="connsiteY401" fmla="*/ 102730 h 586467"/>
              <a:gd name="connsiteX402" fmla="*/ 5523402 w 12192001"/>
              <a:gd name="connsiteY402" fmla="*/ 161176 h 586467"/>
              <a:gd name="connsiteX403" fmla="*/ 5531998 w 12192001"/>
              <a:gd name="connsiteY403" fmla="*/ 215455 h 586467"/>
              <a:gd name="connsiteX404" fmla="*/ 5532342 w 12192001"/>
              <a:gd name="connsiteY404" fmla="*/ 218372 h 586467"/>
              <a:gd name="connsiteX405" fmla="*/ 5535689 w 12192001"/>
              <a:gd name="connsiteY405" fmla="*/ 218372 h 586467"/>
              <a:gd name="connsiteX406" fmla="*/ 5537834 w 12192001"/>
              <a:gd name="connsiteY406" fmla="*/ 213428 h 586467"/>
              <a:gd name="connsiteX407" fmla="*/ 5539523 w 12192001"/>
              <a:gd name="connsiteY407" fmla="*/ 209361 h 586467"/>
              <a:gd name="connsiteX408" fmla="*/ 5566179 w 12192001"/>
              <a:gd name="connsiteY408" fmla="*/ 128441 h 586467"/>
              <a:gd name="connsiteX409" fmla="*/ 5580460 w 12192001"/>
              <a:gd name="connsiteY409" fmla="*/ 45064 h 586467"/>
              <a:gd name="connsiteX410" fmla="*/ 5596072 w 12192001"/>
              <a:gd name="connsiteY410" fmla="*/ 129417 h 586467"/>
              <a:gd name="connsiteX411" fmla="*/ 5598738 w 12192001"/>
              <a:gd name="connsiteY411" fmla="*/ 215408 h 586467"/>
              <a:gd name="connsiteX412" fmla="*/ 5598560 w 12192001"/>
              <a:gd name="connsiteY412" fmla="*/ 218372 h 586467"/>
              <a:gd name="connsiteX413" fmla="*/ 5599732 w 12192001"/>
              <a:gd name="connsiteY413" fmla="*/ 218372 h 586467"/>
              <a:gd name="connsiteX414" fmla="*/ 5606941 w 12192001"/>
              <a:gd name="connsiteY414" fmla="*/ 196071 h 586467"/>
              <a:gd name="connsiteX415" fmla="*/ 5618539 w 12192001"/>
              <a:gd name="connsiteY415" fmla="*/ 163555 h 586467"/>
              <a:gd name="connsiteX416" fmla="*/ 5649765 w 12192001"/>
              <a:gd name="connsiteY416" fmla="*/ 89854 h 586467"/>
              <a:gd name="connsiteX417" fmla="*/ 5648242 w 12192001"/>
              <a:gd name="connsiteY417" fmla="*/ 166014 h 586467"/>
              <a:gd name="connsiteX418" fmla="*/ 5651027 w 12192001"/>
              <a:gd name="connsiteY418" fmla="*/ 217998 h 586467"/>
              <a:gd name="connsiteX419" fmla="*/ 5651060 w 12192001"/>
              <a:gd name="connsiteY419" fmla="*/ 218372 h 586467"/>
              <a:gd name="connsiteX420" fmla="*/ 5700101 w 12192001"/>
              <a:gd name="connsiteY420" fmla="*/ 218372 h 586467"/>
              <a:gd name="connsiteX421" fmla="*/ 5701852 w 12192001"/>
              <a:gd name="connsiteY421" fmla="*/ 212027 h 586467"/>
              <a:gd name="connsiteX422" fmla="*/ 5703712 w 12192001"/>
              <a:gd name="connsiteY422" fmla="*/ 204757 h 586467"/>
              <a:gd name="connsiteX423" fmla="*/ 5719643 w 12192001"/>
              <a:gd name="connsiteY423" fmla="*/ 119117 h 586467"/>
              <a:gd name="connsiteX424" fmla="*/ 5725164 w 12192001"/>
              <a:gd name="connsiteY424" fmla="*/ 32110 h 586467"/>
              <a:gd name="connsiteX425" fmla="*/ 5749535 w 12192001"/>
              <a:gd name="connsiteY425" fmla="*/ 118453 h 586467"/>
              <a:gd name="connsiteX426" fmla="*/ 5763498 w 12192001"/>
              <a:gd name="connsiteY426" fmla="*/ 206708 h 586467"/>
              <a:gd name="connsiteX427" fmla="*/ 5763916 w 12192001"/>
              <a:gd name="connsiteY427" fmla="*/ 211154 h 586467"/>
              <a:gd name="connsiteX428" fmla="*/ 5764492 w 12192001"/>
              <a:gd name="connsiteY428" fmla="*/ 218372 h 586467"/>
              <a:gd name="connsiteX429" fmla="*/ 5781430 w 12192001"/>
              <a:gd name="connsiteY429" fmla="*/ 218372 h 586467"/>
              <a:gd name="connsiteX430" fmla="*/ 5793518 w 12192001"/>
              <a:gd name="connsiteY430" fmla="*/ 175182 h 586467"/>
              <a:gd name="connsiteX431" fmla="*/ 5808877 w 12192001"/>
              <a:gd name="connsiteY431" fmla="*/ 96331 h 586467"/>
              <a:gd name="connsiteX432" fmla="*/ 5823410 w 12192001"/>
              <a:gd name="connsiteY432" fmla="*/ 175923 h 586467"/>
              <a:gd name="connsiteX433" fmla="*/ 5826821 w 12192001"/>
              <a:gd name="connsiteY433" fmla="*/ 205464 h 586467"/>
              <a:gd name="connsiteX434" fmla="*/ 5827878 w 12192001"/>
              <a:gd name="connsiteY434" fmla="*/ 218372 h 586467"/>
              <a:gd name="connsiteX435" fmla="*/ 5854340 w 12192001"/>
              <a:gd name="connsiteY435" fmla="*/ 218372 h 586467"/>
              <a:gd name="connsiteX436" fmla="*/ 5860856 w 12192001"/>
              <a:gd name="connsiteY436" fmla="*/ 206122 h 586467"/>
              <a:gd name="connsiteX437" fmla="*/ 5892590 w 12192001"/>
              <a:gd name="connsiteY437" fmla="*/ 156454 h 586467"/>
              <a:gd name="connsiteX438" fmla="*/ 5931114 w 12192001"/>
              <a:gd name="connsiteY438" fmla="*/ 109830 h 586467"/>
              <a:gd name="connsiteX439" fmla="*/ 5950535 w 12192001"/>
              <a:gd name="connsiteY439" fmla="*/ 89815 h 586467"/>
              <a:gd name="connsiteX440" fmla="*/ 5920896 w 12192001"/>
              <a:gd name="connsiteY440" fmla="*/ 163088 h 586467"/>
              <a:gd name="connsiteX441" fmla="*/ 5909979 w 12192001"/>
              <a:gd name="connsiteY441" fmla="*/ 214121 h 586467"/>
              <a:gd name="connsiteX442" fmla="*/ 5909469 w 12192001"/>
              <a:gd name="connsiteY442" fmla="*/ 218372 h 586467"/>
              <a:gd name="connsiteX443" fmla="*/ 5930597 w 12192001"/>
              <a:gd name="connsiteY443" fmla="*/ 218372 h 586467"/>
              <a:gd name="connsiteX444" fmla="*/ 5979984 w 12192001"/>
              <a:gd name="connsiteY444" fmla="*/ 141356 h 586467"/>
              <a:gd name="connsiteX445" fmla="*/ 5969615 w 12192001"/>
              <a:gd name="connsiteY445" fmla="*/ 218372 h 586467"/>
              <a:gd name="connsiteX446" fmla="*/ 5990637 w 12192001"/>
              <a:gd name="connsiteY446" fmla="*/ 218372 h 586467"/>
              <a:gd name="connsiteX447" fmla="*/ 5993946 w 12192001"/>
              <a:gd name="connsiteY447" fmla="*/ 199763 h 586467"/>
              <a:gd name="connsiteX448" fmla="*/ 5998579 w 12192001"/>
              <a:gd name="connsiteY448" fmla="*/ 134099 h 586467"/>
              <a:gd name="connsiteX449" fmla="*/ 5989757 w 12192001"/>
              <a:gd name="connsiteY449" fmla="*/ 68240 h 586467"/>
              <a:gd name="connsiteX450" fmla="*/ 5982903 w 12192001"/>
              <a:gd name="connsiteY450" fmla="*/ 46703 h 586467"/>
              <a:gd name="connsiteX451" fmla="*/ 5980047 w 12192001"/>
              <a:gd name="connsiteY451" fmla="*/ 38665 h 586467"/>
              <a:gd name="connsiteX452" fmla="*/ 5985315 w 12192001"/>
              <a:gd name="connsiteY452" fmla="*/ 46078 h 586467"/>
              <a:gd name="connsiteX453" fmla="*/ 5998706 w 12192001"/>
              <a:gd name="connsiteY453" fmla="*/ 66445 h 586467"/>
              <a:gd name="connsiteX454" fmla="*/ 6028282 w 12192001"/>
              <a:gd name="connsiteY454" fmla="*/ 131680 h 586467"/>
              <a:gd name="connsiteX455" fmla="*/ 6039071 w 12192001"/>
              <a:gd name="connsiteY455" fmla="*/ 171437 h 586467"/>
              <a:gd name="connsiteX456" fmla="*/ 6040848 w 12192001"/>
              <a:gd name="connsiteY456" fmla="*/ 161332 h 586467"/>
              <a:gd name="connsiteX457" fmla="*/ 6058746 w 12192001"/>
              <a:gd name="connsiteY457" fmla="*/ 100155 h 586467"/>
              <a:gd name="connsiteX458" fmla="*/ 6066679 w 12192001"/>
              <a:gd name="connsiteY458" fmla="*/ 80452 h 586467"/>
              <a:gd name="connsiteX459" fmla="*/ 6069789 w 12192001"/>
              <a:gd name="connsiteY459" fmla="*/ 73038 h 586467"/>
              <a:gd name="connsiteX460" fmla="*/ 6069218 w 12192001"/>
              <a:gd name="connsiteY460" fmla="*/ 80764 h 586467"/>
              <a:gd name="connsiteX461" fmla="*/ 6068012 w 12192001"/>
              <a:gd name="connsiteY461" fmla="*/ 101013 h 586467"/>
              <a:gd name="connsiteX462" fmla="*/ 6070806 w 12192001"/>
              <a:gd name="connsiteY462" fmla="*/ 161956 h 586467"/>
              <a:gd name="connsiteX463" fmla="*/ 6076319 w 12192001"/>
              <a:gd name="connsiteY463" fmla="*/ 194042 h 586467"/>
              <a:gd name="connsiteX464" fmla="*/ 6082310 w 12192001"/>
              <a:gd name="connsiteY464" fmla="*/ 218372 h 586467"/>
              <a:gd name="connsiteX465" fmla="*/ 6118430 w 12192001"/>
              <a:gd name="connsiteY465" fmla="*/ 218372 h 586467"/>
              <a:gd name="connsiteX466" fmla="*/ 6108060 w 12192001"/>
              <a:gd name="connsiteY466" fmla="*/ 141356 h 586467"/>
              <a:gd name="connsiteX467" fmla="*/ 6157447 w 12192001"/>
              <a:gd name="connsiteY467" fmla="*/ 218372 h 586467"/>
              <a:gd name="connsiteX468" fmla="*/ 6178574 w 12192001"/>
              <a:gd name="connsiteY468" fmla="*/ 218372 h 586467"/>
              <a:gd name="connsiteX469" fmla="*/ 6178064 w 12192001"/>
              <a:gd name="connsiteY469" fmla="*/ 214121 h 586467"/>
              <a:gd name="connsiteX470" fmla="*/ 6167084 w 12192001"/>
              <a:gd name="connsiteY470" fmla="*/ 163088 h 586467"/>
              <a:gd name="connsiteX471" fmla="*/ 6137509 w 12192001"/>
              <a:gd name="connsiteY471" fmla="*/ 89815 h 586467"/>
              <a:gd name="connsiteX472" fmla="*/ 6156866 w 12192001"/>
              <a:gd name="connsiteY472" fmla="*/ 109830 h 586467"/>
              <a:gd name="connsiteX473" fmla="*/ 6195390 w 12192001"/>
              <a:gd name="connsiteY473" fmla="*/ 156454 h 586467"/>
              <a:gd name="connsiteX474" fmla="*/ 6227124 w 12192001"/>
              <a:gd name="connsiteY474" fmla="*/ 206122 h 586467"/>
              <a:gd name="connsiteX475" fmla="*/ 6233681 w 12192001"/>
              <a:gd name="connsiteY475" fmla="*/ 218372 h 586467"/>
              <a:gd name="connsiteX476" fmla="*/ 6260148 w 12192001"/>
              <a:gd name="connsiteY476" fmla="*/ 218372 h 586467"/>
              <a:gd name="connsiteX477" fmla="*/ 6261196 w 12192001"/>
              <a:gd name="connsiteY477" fmla="*/ 205464 h 586467"/>
              <a:gd name="connsiteX478" fmla="*/ 6264569 w 12192001"/>
              <a:gd name="connsiteY478" fmla="*/ 175923 h 586467"/>
              <a:gd name="connsiteX479" fmla="*/ 6279167 w 12192001"/>
              <a:gd name="connsiteY479" fmla="*/ 96331 h 586467"/>
              <a:gd name="connsiteX480" fmla="*/ 6294526 w 12192001"/>
              <a:gd name="connsiteY480" fmla="*/ 175182 h 586467"/>
              <a:gd name="connsiteX481" fmla="*/ 6306569 w 12192001"/>
              <a:gd name="connsiteY481" fmla="*/ 218372 h 586467"/>
              <a:gd name="connsiteX482" fmla="*/ 6323511 w 12192001"/>
              <a:gd name="connsiteY482" fmla="*/ 218372 h 586467"/>
              <a:gd name="connsiteX483" fmla="*/ 6324075 w 12192001"/>
              <a:gd name="connsiteY483" fmla="*/ 211154 h 586467"/>
              <a:gd name="connsiteX484" fmla="*/ 6324482 w 12192001"/>
              <a:gd name="connsiteY484" fmla="*/ 206708 h 586467"/>
              <a:gd name="connsiteX485" fmla="*/ 6338445 w 12192001"/>
              <a:gd name="connsiteY485" fmla="*/ 118453 h 586467"/>
              <a:gd name="connsiteX486" fmla="*/ 6362879 w 12192001"/>
              <a:gd name="connsiteY486" fmla="*/ 32188 h 586467"/>
              <a:gd name="connsiteX487" fmla="*/ 6368401 w 12192001"/>
              <a:gd name="connsiteY487" fmla="*/ 119117 h 586467"/>
              <a:gd name="connsiteX488" fmla="*/ 6384268 w 12192001"/>
              <a:gd name="connsiteY488" fmla="*/ 204757 h 586467"/>
              <a:gd name="connsiteX489" fmla="*/ 6386138 w 12192001"/>
              <a:gd name="connsiteY489" fmla="*/ 212027 h 586467"/>
              <a:gd name="connsiteX490" fmla="*/ 6387896 w 12192001"/>
              <a:gd name="connsiteY490" fmla="*/ 218372 h 586467"/>
              <a:gd name="connsiteX491" fmla="*/ 6436976 w 12192001"/>
              <a:gd name="connsiteY491" fmla="*/ 218372 h 586467"/>
              <a:gd name="connsiteX492" fmla="*/ 6437009 w 12192001"/>
              <a:gd name="connsiteY492" fmla="*/ 217998 h 586467"/>
              <a:gd name="connsiteX493" fmla="*/ 6439738 w 12192001"/>
              <a:gd name="connsiteY493" fmla="*/ 166014 h 586467"/>
              <a:gd name="connsiteX494" fmla="*/ 6438278 w 12192001"/>
              <a:gd name="connsiteY494" fmla="*/ 89854 h 586467"/>
              <a:gd name="connsiteX495" fmla="*/ 6469441 w 12192001"/>
              <a:gd name="connsiteY495" fmla="*/ 163555 h 586467"/>
              <a:gd name="connsiteX496" fmla="*/ 6481063 w 12192001"/>
              <a:gd name="connsiteY496" fmla="*/ 196071 h 586467"/>
              <a:gd name="connsiteX497" fmla="*/ 6488253 w 12192001"/>
              <a:gd name="connsiteY497" fmla="*/ 218372 h 586467"/>
              <a:gd name="connsiteX498" fmla="*/ 6489459 w 12192001"/>
              <a:gd name="connsiteY498" fmla="*/ 218372 h 586467"/>
              <a:gd name="connsiteX499" fmla="*/ 6489306 w 12192001"/>
              <a:gd name="connsiteY499" fmla="*/ 215408 h 586467"/>
              <a:gd name="connsiteX500" fmla="*/ 6491971 w 12192001"/>
              <a:gd name="connsiteY500" fmla="*/ 129417 h 586467"/>
              <a:gd name="connsiteX501" fmla="*/ 6507584 w 12192001"/>
              <a:gd name="connsiteY501" fmla="*/ 45064 h 586467"/>
              <a:gd name="connsiteX502" fmla="*/ 6521864 w 12192001"/>
              <a:gd name="connsiteY502" fmla="*/ 128441 h 586467"/>
              <a:gd name="connsiteX503" fmla="*/ 6548457 w 12192001"/>
              <a:gd name="connsiteY503" fmla="*/ 209361 h 586467"/>
              <a:gd name="connsiteX504" fmla="*/ 6550179 w 12192001"/>
              <a:gd name="connsiteY504" fmla="*/ 213428 h 586467"/>
              <a:gd name="connsiteX505" fmla="*/ 6552337 w 12192001"/>
              <a:gd name="connsiteY505" fmla="*/ 218372 h 586467"/>
              <a:gd name="connsiteX506" fmla="*/ 6555643 w 12192001"/>
              <a:gd name="connsiteY506" fmla="*/ 218372 h 586467"/>
              <a:gd name="connsiteX507" fmla="*/ 6555993 w 12192001"/>
              <a:gd name="connsiteY507" fmla="*/ 215455 h 586467"/>
              <a:gd name="connsiteX508" fmla="*/ 6564641 w 12192001"/>
              <a:gd name="connsiteY508" fmla="*/ 161176 h 586467"/>
              <a:gd name="connsiteX509" fmla="*/ 6578604 w 12192001"/>
              <a:gd name="connsiteY509" fmla="*/ 102730 h 586467"/>
              <a:gd name="connsiteX510" fmla="*/ 6594534 w 12192001"/>
              <a:gd name="connsiteY510" fmla="*/ 160356 h 586467"/>
              <a:gd name="connsiteX511" fmla="*/ 6614970 w 12192001"/>
              <a:gd name="connsiteY511" fmla="*/ 216813 h 586467"/>
              <a:gd name="connsiteX512" fmla="*/ 6615614 w 12192001"/>
              <a:gd name="connsiteY512" fmla="*/ 218372 h 586467"/>
              <a:gd name="connsiteX513" fmla="*/ 6656796 w 12192001"/>
              <a:gd name="connsiteY513" fmla="*/ 218372 h 586467"/>
              <a:gd name="connsiteX514" fmla="*/ 6659100 w 12192001"/>
              <a:gd name="connsiteY514" fmla="*/ 212690 h 586467"/>
              <a:gd name="connsiteX515" fmla="*/ 6660857 w 12192001"/>
              <a:gd name="connsiteY515" fmla="*/ 207917 h 586467"/>
              <a:gd name="connsiteX516" fmla="*/ 6666633 w 12192001"/>
              <a:gd name="connsiteY516" fmla="*/ 189150 h 586467"/>
              <a:gd name="connsiteX517" fmla="*/ 6674693 w 12192001"/>
              <a:gd name="connsiteY517" fmla="*/ 146779 h 586467"/>
              <a:gd name="connsiteX518" fmla="*/ 6673741 w 12192001"/>
              <a:gd name="connsiteY518" fmla="*/ 83378 h 586467"/>
              <a:gd name="connsiteX519" fmla="*/ 6684784 w 12192001"/>
              <a:gd name="connsiteY519" fmla="*/ 102067 h 586467"/>
              <a:gd name="connsiteX520" fmla="*/ 6704522 w 12192001"/>
              <a:gd name="connsiteY520" fmla="*/ 144945 h 586467"/>
              <a:gd name="connsiteX521" fmla="*/ 6720579 w 12192001"/>
              <a:gd name="connsiteY521" fmla="*/ 210609 h 586467"/>
              <a:gd name="connsiteX522" fmla="*/ 6721206 w 12192001"/>
              <a:gd name="connsiteY522" fmla="*/ 216393 h 586467"/>
              <a:gd name="connsiteX523" fmla="*/ 6721355 w 12192001"/>
              <a:gd name="connsiteY523" fmla="*/ 218372 h 586467"/>
              <a:gd name="connsiteX524" fmla="*/ 6724058 w 12192001"/>
              <a:gd name="connsiteY524" fmla="*/ 218372 h 586467"/>
              <a:gd name="connsiteX525" fmla="*/ 6724555 w 12192001"/>
              <a:gd name="connsiteY525" fmla="*/ 211663 h 586467"/>
              <a:gd name="connsiteX526" fmla="*/ 6730480 w 12192001"/>
              <a:gd name="connsiteY526" fmla="*/ 166209 h 586467"/>
              <a:gd name="connsiteX527" fmla="*/ 6749583 w 12192001"/>
              <a:gd name="connsiteY527" fmla="*/ 89932 h 586467"/>
              <a:gd name="connsiteX528" fmla="*/ 6760373 w 12192001"/>
              <a:gd name="connsiteY528" fmla="*/ 165974 h 586467"/>
              <a:gd name="connsiteX529" fmla="*/ 6774193 w 12192001"/>
              <a:gd name="connsiteY529" fmla="*/ 217027 h 586467"/>
              <a:gd name="connsiteX530" fmla="*/ 6774644 w 12192001"/>
              <a:gd name="connsiteY530" fmla="*/ 218372 h 586467"/>
              <a:gd name="connsiteX531" fmla="*/ 6810105 w 12192001"/>
              <a:gd name="connsiteY531" fmla="*/ 218372 h 586467"/>
              <a:gd name="connsiteX532" fmla="*/ 6812607 w 12192001"/>
              <a:gd name="connsiteY532" fmla="*/ 188136 h 586467"/>
              <a:gd name="connsiteX533" fmla="*/ 6814320 w 12192001"/>
              <a:gd name="connsiteY533" fmla="*/ 109128 h 586467"/>
              <a:gd name="connsiteX534" fmla="*/ 6842436 w 12192001"/>
              <a:gd name="connsiteY534" fmla="*/ 186302 h 586467"/>
              <a:gd name="connsiteX535" fmla="*/ 6849036 w 12192001"/>
              <a:gd name="connsiteY535" fmla="*/ 207175 h 586467"/>
              <a:gd name="connsiteX536" fmla="*/ 6863824 w 12192001"/>
              <a:gd name="connsiteY536" fmla="*/ 44869 h 586467"/>
              <a:gd name="connsiteX537" fmla="*/ 6900702 w 12192001"/>
              <a:gd name="connsiteY537" fmla="*/ 218372 h 586467"/>
              <a:gd name="connsiteX538" fmla="*/ 6919664 w 12192001"/>
              <a:gd name="connsiteY538" fmla="*/ 218372 h 586467"/>
              <a:gd name="connsiteX539" fmla="*/ 6920119 w 12192001"/>
              <a:gd name="connsiteY539" fmla="*/ 214081 h 586467"/>
              <a:gd name="connsiteX540" fmla="*/ 6917644 w 12192001"/>
              <a:gd name="connsiteY540" fmla="*/ 147754 h 586467"/>
              <a:gd name="connsiteX541" fmla="*/ 6928751 w 12192001"/>
              <a:gd name="connsiteY541" fmla="*/ 167301 h 586467"/>
              <a:gd name="connsiteX542" fmla="*/ 6949822 w 12192001"/>
              <a:gd name="connsiteY542" fmla="*/ 211546 h 586467"/>
              <a:gd name="connsiteX543" fmla="*/ 6952204 w 12192001"/>
              <a:gd name="connsiteY543" fmla="*/ 218372 h 586467"/>
              <a:gd name="connsiteX544" fmla="*/ 6967487 w 12192001"/>
              <a:gd name="connsiteY544" fmla="*/ 218372 h 586467"/>
              <a:gd name="connsiteX545" fmla="*/ 6967592 w 12192001"/>
              <a:gd name="connsiteY545" fmla="*/ 216539 h 586467"/>
              <a:gd name="connsiteX546" fmla="*/ 6969179 w 12192001"/>
              <a:gd name="connsiteY546" fmla="*/ 193364 h 586467"/>
              <a:gd name="connsiteX547" fmla="*/ 6980603 w 12192001"/>
              <a:gd name="connsiteY547" fmla="*/ 123837 h 586467"/>
              <a:gd name="connsiteX548" fmla="*/ 7001992 w 12192001"/>
              <a:gd name="connsiteY548" fmla="*/ 56105 h 586467"/>
              <a:gd name="connsiteX549" fmla="*/ 7011131 w 12192001"/>
              <a:gd name="connsiteY549" fmla="*/ 34256 h 586467"/>
              <a:gd name="connsiteX550" fmla="*/ 7014685 w 12192001"/>
              <a:gd name="connsiteY550" fmla="*/ 26024 h 586467"/>
              <a:gd name="connsiteX551" fmla="*/ 7013606 w 12192001"/>
              <a:gd name="connsiteY551" fmla="*/ 34607 h 586467"/>
              <a:gd name="connsiteX552" fmla="*/ 7011258 w 12192001"/>
              <a:gd name="connsiteY552" fmla="*/ 57120 h 586467"/>
              <a:gd name="connsiteX553" fmla="*/ 7010496 w 12192001"/>
              <a:gd name="connsiteY553" fmla="*/ 125086 h 586467"/>
              <a:gd name="connsiteX554" fmla="*/ 7019636 w 12192001"/>
              <a:gd name="connsiteY554" fmla="*/ 192155 h 586467"/>
              <a:gd name="connsiteX555" fmla="*/ 7024713 w 12192001"/>
              <a:gd name="connsiteY555" fmla="*/ 213925 h 586467"/>
              <a:gd name="connsiteX556" fmla="*/ 7025810 w 12192001"/>
              <a:gd name="connsiteY556" fmla="*/ 218372 h 586467"/>
              <a:gd name="connsiteX557" fmla="*/ 7065645 w 12192001"/>
              <a:gd name="connsiteY557" fmla="*/ 218372 h 586467"/>
              <a:gd name="connsiteX558" fmla="*/ 7065953 w 12192001"/>
              <a:gd name="connsiteY558" fmla="*/ 217067 h 586467"/>
              <a:gd name="connsiteX559" fmla="*/ 7085133 w 12192001"/>
              <a:gd name="connsiteY559" fmla="*/ 114044 h 586467"/>
              <a:gd name="connsiteX560" fmla="*/ 7095478 w 12192001"/>
              <a:gd name="connsiteY560" fmla="*/ 0 h 586467"/>
              <a:gd name="connsiteX561" fmla="*/ 7115090 w 12192001"/>
              <a:gd name="connsiteY561" fmla="*/ 114161 h 586467"/>
              <a:gd name="connsiteX562" fmla="*/ 7121928 w 12192001"/>
              <a:gd name="connsiteY562" fmla="*/ 193476 h 586467"/>
              <a:gd name="connsiteX563" fmla="*/ 7123010 w 12192001"/>
              <a:gd name="connsiteY563" fmla="*/ 218372 h 586467"/>
              <a:gd name="connsiteX564" fmla="*/ 7151790 w 12192001"/>
              <a:gd name="connsiteY564" fmla="*/ 218372 h 586467"/>
              <a:gd name="connsiteX565" fmla="*/ 7152672 w 12192001"/>
              <a:gd name="connsiteY565" fmla="*/ 215700 h 586467"/>
              <a:gd name="connsiteX566" fmla="*/ 7186427 w 12192001"/>
              <a:gd name="connsiteY566" fmla="*/ 124188 h 586467"/>
              <a:gd name="connsiteX567" fmla="*/ 7230536 w 12192001"/>
              <a:gd name="connsiteY567" fmla="*/ 26180 h 586467"/>
              <a:gd name="connsiteX568" fmla="*/ 7224888 w 12192001"/>
              <a:gd name="connsiteY568" fmla="*/ 60007 h 586467"/>
              <a:gd name="connsiteX569" fmla="*/ 7228695 w 12192001"/>
              <a:gd name="connsiteY569" fmla="*/ 38509 h 586467"/>
              <a:gd name="connsiteX570" fmla="*/ 7244182 w 12192001"/>
              <a:gd name="connsiteY570" fmla="*/ 130002 h 586467"/>
              <a:gd name="connsiteX571" fmla="*/ 7262175 w 12192001"/>
              <a:gd name="connsiteY571" fmla="*/ 212982 h 586467"/>
              <a:gd name="connsiteX572" fmla="*/ 7263474 w 12192001"/>
              <a:gd name="connsiteY572" fmla="*/ 218372 h 586467"/>
              <a:gd name="connsiteX573" fmla="*/ 7279143 w 12192001"/>
              <a:gd name="connsiteY573" fmla="*/ 218372 h 586467"/>
              <a:gd name="connsiteX574" fmla="*/ 7280104 w 12192001"/>
              <a:gd name="connsiteY574" fmla="*/ 198436 h 586467"/>
              <a:gd name="connsiteX575" fmla="*/ 7274392 w 12192001"/>
              <a:gd name="connsiteY575" fmla="*/ 128597 h 586467"/>
              <a:gd name="connsiteX576" fmla="*/ 7309679 w 12192001"/>
              <a:gd name="connsiteY576" fmla="*/ 195393 h 586467"/>
              <a:gd name="connsiteX577" fmla="*/ 7318357 w 12192001"/>
              <a:gd name="connsiteY577" fmla="*/ 218372 h 586467"/>
              <a:gd name="connsiteX578" fmla="*/ 7361240 w 12192001"/>
              <a:gd name="connsiteY578" fmla="*/ 218372 h 586467"/>
              <a:gd name="connsiteX579" fmla="*/ 7364071 w 12192001"/>
              <a:gd name="connsiteY579" fmla="*/ 210843 h 586467"/>
              <a:gd name="connsiteX580" fmla="*/ 7383682 w 12192001"/>
              <a:gd name="connsiteY580" fmla="*/ 144282 h 586467"/>
              <a:gd name="connsiteX581" fmla="*/ 7394979 w 12192001"/>
              <a:gd name="connsiteY581" fmla="*/ 76237 h 586467"/>
              <a:gd name="connsiteX582" fmla="*/ 7396883 w 12192001"/>
              <a:gd name="connsiteY582" fmla="*/ 53569 h 586467"/>
              <a:gd name="connsiteX583" fmla="*/ 7397455 w 12192001"/>
              <a:gd name="connsiteY583" fmla="*/ 44947 h 586467"/>
              <a:gd name="connsiteX584" fmla="*/ 7399422 w 12192001"/>
              <a:gd name="connsiteY584" fmla="*/ 53452 h 586467"/>
              <a:gd name="connsiteX585" fmla="*/ 7404309 w 12192001"/>
              <a:gd name="connsiteY585" fmla="*/ 76043 h 586467"/>
              <a:gd name="connsiteX586" fmla="*/ 7413575 w 12192001"/>
              <a:gd name="connsiteY586" fmla="*/ 145335 h 586467"/>
              <a:gd name="connsiteX587" fmla="*/ 7414083 w 12192001"/>
              <a:gd name="connsiteY587" fmla="*/ 215486 h 586467"/>
              <a:gd name="connsiteX588" fmla="*/ 7413918 w 12192001"/>
              <a:gd name="connsiteY588" fmla="*/ 218372 h 586467"/>
              <a:gd name="connsiteX589" fmla="*/ 7472465 w 12192001"/>
              <a:gd name="connsiteY589" fmla="*/ 218372 h 586467"/>
              <a:gd name="connsiteX590" fmla="*/ 7471455 w 12192001"/>
              <a:gd name="connsiteY590" fmla="*/ 206300 h 586467"/>
              <a:gd name="connsiteX591" fmla="*/ 7469933 w 12192001"/>
              <a:gd name="connsiteY591" fmla="*/ 173193 h 586467"/>
              <a:gd name="connsiteX592" fmla="*/ 7472663 w 12192001"/>
              <a:gd name="connsiteY592" fmla="*/ 83495 h 586467"/>
              <a:gd name="connsiteX593" fmla="*/ 7499573 w 12192001"/>
              <a:gd name="connsiteY593" fmla="*/ 170501 h 586467"/>
              <a:gd name="connsiteX594" fmla="*/ 7511839 w 12192001"/>
              <a:gd name="connsiteY594" fmla="*/ 201907 h 586467"/>
              <a:gd name="connsiteX595" fmla="*/ 7518949 w 12192001"/>
              <a:gd name="connsiteY595" fmla="*/ 218372 h 586467"/>
              <a:gd name="connsiteX596" fmla="*/ 7577392 w 12192001"/>
              <a:gd name="connsiteY596" fmla="*/ 218372 h 586467"/>
              <a:gd name="connsiteX597" fmla="*/ 7578208 w 12192001"/>
              <a:gd name="connsiteY597" fmla="*/ 211428 h 586467"/>
              <a:gd name="connsiteX598" fmla="*/ 7579414 w 12192001"/>
              <a:gd name="connsiteY598" fmla="*/ 151851 h 586467"/>
              <a:gd name="connsiteX599" fmla="*/ 7571671 w 12192001"/>
              <a:gd name="connsiteY599" fmla="*/ 91844 h 586467"/>
              <a:gd name="connsiteX600" fmla="*/ 7567229 w 12192001"/>
              <a:gd name="connsiteY600" fmla="*/ 72102 h 586467"/>
              <a:gd name="connsiteX601" fmla="*/ 7565451 w 12192001"/>
              <a:gd name="connsiteY601" fmla="*/ 64689 h 586467"/>
              <a:gd name="connsiteX602" fmla="*/ 7569703 w 12192001"/>
              <a:gd name="connsiteY602" fmla="*/ 71595 h 586467"/>
              <a:gd name="connsiteX603" fmla="*/ 7580747 w 12192001"/>
              <a:gd name="connsiteY603" fmla="*/ 90284 h 586467"/>
              <a:gd name="connsiteX604" fmla="*/ 7608926 w 12192001"/>
              <a:gd name="connsiteY604" fmla="*/ 148730 h 586467"/>
              <a:gd name="connsiteX605" fmla="*/ 7628601 w 12192001"/>
              <a:gd name="connsiteY605" fmla="*/ 209438 h 586467"/>
              <a:gd name="connsiteX606" fmla="*/ 7630630 w 12192001"/>
              <a:gd name="connsiteY606" fmla="*/ 218372 h 586467"/>
              <a:gd name="connsiteX607" fmla="*/ 7686702 w 12192001"/>
              <a:gd name="connsiteY607" fmla="*/ 218372 h 586467"/>
              <a:gd name="connsiteX608" fmla="*/ 7690481 w 12192001"/>
              <a:gd name="connsiteY608" fmla="*/ 205264 h 586467"/>
              <a:gd name="connsiteX609" fmla="*/ 7691370 w 12192001"/>
              <a:gd name="connsiteY609" fmla="*/ 201908 h 586467"/>
              <a:gd name="connsiteX610" fmla="*/ 7698148 w 12192001"/>
              <a:gd name="connsiteY610" fmla="*/ 218372 h 586467"/>
              <a:gd name="connsiteX611" fmla="*/ 7838682 w 12192001"/>
              <a:gd name="connsiteY611" fmla="*/ 218372 h 586467"/>
              <a:gd name="connsiteX612" fmla="*/ 7843881 w 12192001"/>
              <a:gd name="connsiteY612" fmla="*/ 165858 h 586467"/>
              <a:gd name="connsiteX613" fmla="*/ 7855834 w 12192001"/>
              <a:gd name="connsiteY613" fmla="*/ 196415 h 586467"/>
              <a:gd name="connsiteX614" fmla="*/ 7864912 w 12192001"/>
              <a:gd name="connsiteY614" fmla="*/ 218372 h 586467"/>
              <a:gd name="connsiteX615" fmla="*/ 7949815 w 12192001"/>
              <a:gd name="connsiteY615" fmla="*/ 218372 h 586467"/>
              <a:gd name="connsiteX616" fmla="*/ 7951965 w 12192001"/>
              <a:gd name="connsiteY616" fmla="*/ 212091 h 586467"/>
              <a:gd name="connsiteX617" fmla="*/ 7954144 w 12192001"/>
              <a:gd name="connsiteY617" fmla="*/ 218372 h 586467"/>
              <a:gd name="connsiteX618" fmla="*/ 8039018 w 12192001"/>
              <a:gd name="connsiteY618" fmla="*/ 218372 h 586467"/>
              <a:gd name="connsiteX619" fmla="*/ 8048097 w 12192001"/>
              <a:gd name="connsiteY619" fmla="*/ 196415 h 586467"/>
              <a:gd name="connsiteX620" fmla="*/ 8060049 w 12192001"/>
              <a:gd name="connsiteY620" fmla="*/ 165858 h 586467"/>
              <a:gd name="connsiteX621" fmla="*/ 8065249 w 12192001"/>
              <a:gd name="connsiteY621" fmla="*/ 218372 h 586467"/>
              <a:gd name="connsiteX622" fmla="*/ 8205783 w 12192001"/>
              <a:gd name="connsiteY622" fmla="*/ 218372 h 586467"/>
              <a:gd name="connsiteX623" fmla="*/ 8212560 w 12192001"/>
              <a:gd name="connsiteY623" fmla="*/ 201908 h 586467"/>
              <a:gd name="connsiteX624" fmla="*/ 8213449 w 12192001"/>
              <a:gd name="connsiteY624" fmla="*/ 205264 h 586467"/>
              <a:gd name="connsiteX625" fmla="*/ 8217235 w 12192001"/>
              <a:gd name="connsiteY625" fmla="*/ 218372 h 586467"/>
              <a:gd name="connsiteX626" fmla="*/ 8273329 w 12192001"/>
              <a:gd name="connsiteY626" fmla="*/ 218372 h 586467"/>
              <a:gd name="connsiteX627" fmla="*/ 8275329 w 12192001"/>
              <a:gd name="connsiteY627" fmla="*/ 209438 h 586467"/>
              <a:gd name="connsiteX628" fmla="*/ 8295004 w 12192001"/>
              <a:gd name="connsiteY628" fmla="*/ 148730 h 586467"/>
              <a:gd name="connsiteX629" fmla="*/ 8323183 w 12192001"/>
              <a:gd name="connsiteY629" fmla="*/ 90284 h 586467"/>
              <a:gd name="connsiteX630" fmla="*/ 8334290 w 12192001"/>
              <a:gd name="connsiteY630" fmla="*/ 71595 h 586467"/>
              <a:gd name="connsiteX631" fmla="*/ 8338478 w 12192001"/>
              <a:gd name="connsiteY631" fmla="*/ 64689 h 586467"/>
              <a:gd name="connsiteX632" fmla="*/ 8336702 w 12192001"/>
              <a:gd name="connsiteY632" fmla="*/ 72102 h 586467"/>
              <a:gd name="connsiteX633" fmla="*/ 8332259 w 12192001"/>
              <a:gd name="connsiteY633" fmla="*/ 91844 h 586467"/>
              <a:gd name="connsiteX634" fmla="*/ 8324579 w 12192001"/>
              <a:gd name="connsiteY634" fmla="*/ 151851 h 586467"/>
              <a:gd name="connsiteX635" fmla="*/ 8325785 w 12192001"/>
              <a:gd name="connsiteY635" fmla="*/ 211428 h 586467"/>
              <a:gd name="connsiteX636" fmla="*/ 8326579 w 12192001"/>
              <a:gd name="connsiteY636" fmla="*/ 218372 h 586467"/>
              <a:gd name="connsiteX637" fmla="*/ 8385005 w 12192001"/>
              <a:gd name="connsiteY637" fmla="*/ 218372 h 586467"/>
              <a:gd name="connsiteX638" fmla="*/ 8392101 w 12192001"/>
              <a:gd name="connsiteY638" fmla="*/ 201907 h 586467"/>
              <a:gd name="connsiteX639" fmla="*/ 8404357 w 12192001"/>
              <a:gd name="connsiteY639" fmla="*/ 170501 h 586467"/>
              <a:gd name="connsiteX640" fmla="*/ 8431330 w 12192001"/>
              <a:gd name="connsiteY640" fmla="*/ 83495 h 586467"/>
              <a:gd name="connsiteX641" fmla="*/ 8433996 w 12192001"/>
              <a:gd name="connsiteY641" fmla="*/ 173193 h 586467"/>
              <a:gd name="connsiteX642" fmla="*/ 8432500 w 12192001"/>
              <a:gd name="connsiteY642" fmla="*/ 206300 h 586467"/>
              <a:gd name="connsiteX643" fmla="*/ 8431489 w 12192001"/>
              <a:gd name="connsiteY643" fmla="*/ 218372 h 586467"/>
              <a:gd name="connsiteX644" fmla="*/ 8490012 w 12192001"/>
              <a:gd name="connsiteY644" fmla="*/ 218372 h 586467"/>
              <a:gd name="connsiteX645" fmla="*/ 8489847 w 12192001"/>
              <a:gd name="connsiteY645" fmla="*/ 215486 h 586467"/>
              <a:gd name="connsiteX646" fmla="*/ 8490355 w 12192001"/>
              <a:gd name="connsiteY646" fmla="*/ 145335 h 586467"/>
              <a:gd name="connsiteX647" fmla="*/ 8499621 w 12192001"/>
              <a:gd name="connsiteY647" fmla="*/ 76043 h 586467"/>
              <a:gd name="connsiteX648" fmla="*/ 8504508 w 12192001"/>
              <a:gd name="connsiteY648" fmla="*/ 53452 h 586467"/>
              <a:gd name="connsiteX649" fmla="*/ 8506476 w 12192001"/>
              <a:gd name="connsiteY649" fmla="*/ 44947 h 586467"/>
              <a:gd name="connsiteX650" fmla="*/ 8507110 w 12192001"/>
              <a:gd name="connsiteY650" fmla="*/ 53569 h 586467"/>
              <a:gd name="connsiteX651" fmla="*/ 8508951 w 12192001"/>
              <a:gd name="connsiteY651" fmla="*/ 76237 h 586467"/>
              <a:gd name="connsiteX652" fmla="*/ 8520247 w 12192001"/>
              <a:gd name="connsiteY652" fmla="*/ 144282 h 586467"/>
              <a:gd name="connsiteX653" fmla="*/ 8539859 w 12192001"/>
              <a:gd name="connsiteY653" fmla="*/ 210843 h 586467"/>
              <a:gd name="connsiteX654" fmla="*/ 8542690 w 12192001"/>
              <a:gd name="connsiteY654" fmla="*/ 218372 h 586467"/>
              <a:gd name="connsiteX655" fmla="*/ 8585573 w 12192001"/>
              <a:gd name="connsiteY655" fmla="*/ 218372 h 586467"/>
              <a:gd name="connsiteX656" fmla="*/ 8594250 w 12192001"/>
              <a:gd name="connsiteY656" fmla="*/ 195393 h 586467"/>
              <a:gd name="connsiteX657" fmla="*/ 8629538 w 12192001"/>
              <a:gd name="connsiteY657" fmla="*/ 128597 h 586467"/>
              <a:gd name="connsiteX658" fmla="*/ 8623826 w 12192001"/>
              <a:gd name="connsiteY658" fmla="*/ 198436 h 586467"/>
              <a:gd name="connsiteX659" fmla="*/ 8624788 w 12192001"/>
              <a:gd name="connsiteY659" fmla="*/ 218372 h 586467"/>
              <a:gd name="connsiteX660" fmla="*/ 8640457 w 12192001"/>
              <a:gd name="connsiteY660" fmla="*/ 218372 h 586467"/>
              <a:gd name="connsiteX661" fmla="*/ 8641755 w 12192001"/>
              <a:gd name="connsiteY661" fmla="*/ 212982 h 586467"/>
              <a:gd name="connsiteX662" fmla="*/ 8659748 w 12192001"/>
              <a:gd name="connsiteY662" fmla="*/ 130002 h 586467"/>
              <a:gd name="connsiteX663" fmla="*/ 8675234 w 12192001"/>
              <a:gd name="connsiteY663" fmla="*/ 38509 h 586467"/>
              <a:gd name="connsiteX664" fmla="*/ 8679042 w 12192001"/>
              <a:gd name="connsiteY664" fmla="*/ 60046 h 586467"/>
              <a:gd name="connsiteX665" fmla="*/ 8673330 w 12192001"/>
              <a:gd name="connsiteY665" fmla="*/ 25985 h 586467"/>
              <a:gd name="connsiteX666" fmla="*/ 8717503 w 12192001"/>
              <a:gd name="connsiteY666" fmla="*/ 124188 h 586467"/>
              <a:gd name="connsiteX667" fmla="*/ 8751267 w 12192001"/>
              <a:gd name="connsiteY667" fmla="*/ 215700 h 586467"/>
              <a:gd name="connsiteX668" fmla="*/ 8752146 w 12192001"/>
              <a:gd name="connsiteY668" fmla="*/ 218372 h 586467"/>
              <a:gd name="connsiteX669" fmla="*/ 8780919 w 12192001"/>
              <a:gd name="connsiteY669" fmla="*/ 218372 h 586467"/>
              <a:gd name="connsiteX670" fmla="*/ 8782001 w 12192001"/>
              <a:gd name="connsiteY670" fmla="*/ 193476 h 586467"/>
              <a:gd name="connsiteX671" fmla="*/ 8788840 w 12192001"/>
              <a:gd name="connsiteY671" fmla="*/ 114161 h 586467"/>
              <a:gd name="connsiteX672" fmla="*/ 8808451 w 12192001"/>
              <a:gd name="connsiteY672" fmla="*/ 0 h 586467"/>
              <a:gd name="connsiteX673" fmla="*/ 8818796 w 12192001"/>
              <a:gd name="connsiteY673" fmla="*/ 114044 h 586467"/>
              <a:gd name="connsiteX674" fmla="*/ 8837976 w 12192001"/>
              <a:gd name="connsiteY674" fmla="*/ 217067 h 586467"/>
              <a:gd name="connsiteX675" fmla="*/ 8838284 w 12192001"/>
              <a:gd name="connsiteY675" fmla="*/ 218372 h 586467"/>
              <a:gd name="connsiteX676" fmla="*/ 8878119 w 12192001"/>
              <a:gd name="connsiteY676" fmla="*/ 218372 h 586467"/>
              <a:gd name="connsiteX677" fmla="*/ 8879217 w 12192001"/>
              <a:gd name="connsiteY677" fmla="*/ 213925 h 586467"/>
              <a:gd name="connsiteX678" fmla="*/ 8884294 w 12192001"/>
              <a:gd name="connsiteY678" fmla="*/ 192155 h 586467"/>
              <a:gd name="connsiteX679" fmla="*/ 8893433 w 12192001"/>
              <a:gd name="connsiteY679" fmla="*/ 125086 h 586467"/>
              <a:gd name="connsiteX680" fmla="*/ 8892735 w 12192001"/>
              <a:gd name="connsiteY680" fmla="*/ 57120 h 586467"/>
              <a:gd name="connsiteX681" fmla="*/ 8890324 w 12192001"/>
              <a:gd name="connsiteY681" fmla="*/ 34607 h 586467"/>
              <a:gd name="connsiteX682" fmla="*/ 8889244 w 12192001"/>
              <a:gd name="connsiteY682" fmla="*/ 26024 h 586467"/>
              <a:gd name="connsiteX683" fmla="*/ 8892862 w 12192001"/>
              <a:gd name="connsiteY683" fmla="*/ 34256 h 586467"/>
              <a:gd name="connsiteX684" fmla="*/ 8901938 w 12192001"/>
              <a:gd name="connsiteY684" fmla="*/ 56105 h 586467"/>
              <a:gd name="connsiteX685" fmla="*/ 8923326 w 12192001"/>
              <a:gd name="connsiteY685" fmla="*/ 123837 h 586467"/>
              <a:gd name="connsiteX686" fmla="*/ 8934750 w 12192001"/>
              <a:gd name="connsiteY686" fmla="*/ 193364 h 586467"/>
              <a:gd name="connsiteX687" fmla="*/ 8936401 w 12192001"/>
              <a:gd name="connsiteY687" fmla="*/ 216539 h 586467"/>
              <a:gd name="connsiteX688" fmla="*/ 8936493 w 12192001"/>
              <a:gd name="connsiteY688" fmla="*/ 218372 h 586467"/>
              <a:gd name="connsiteX689" fmla="*/ 8951725 w 12192001"/>
              <a:gd name="connsiteY689" fmla="*/ 218372 h 586467"/>
              <a:gd name="connsiteX690" fmla="*/ 8954107 w 12192001"/>
              <a:gd name="connsiteY690" fmla="*/ 211546 h 586467"/>
              <a:gd name="connsiteX691" fmla="*/ 8975179 w 12192001"/>
              <a:gd name="connsiteY691" fmla="*/ 167301 h 586467"/>
              <a:gd name="connsiteX692" fmla="*/ 8986286 w 12192001"/>
              <a:gd name="connsiteY692" fmla="*/ 147754 h 586467"/>
              <a:gd name="connsiteX693" fmla="*/ 8983810 w 12192001"/>
              <a:gd name="connsiteY693" fmla="*/ 214081 h 586467"/>
              <a:gd name="connsiteX694" fmla="*/ 8984266 w 12192001"/>
              <a:gd name="connsiteY694" fmla="*/ 218372 h 586467"/>
              <a:gd name="connsiteX695" fmla="*/ 9003229 w 12192001"/>
              <a:gd name="connsiteY695" fmla="*/ 218372 h 586467"/>
              <a:gd name="connsiteX696" fmla="*/ 9040105 w 12192001"/>
              <a:gd name="connsiteY696" fmla="*/ 44869 h 586467"/>
              <a:gd name="connsiteX697" fmla="*/ 9054893 w 12192001"/>
              <a:gd name="connsiteY697" fmla="*/ 207175 h 586467"/>
              <a:gd name="connsiteX698" fmla="*/ 9061494 w 12192001"/>
              <a:gd name="connsiteY698" fmla="*/ 186302 h 586467"/>
              <a:gd name="connsiteX699" fmla="*/ 9089610 w 12192001"/>
              <a:gd name="connsiteY699" fmla="*/ 109128 h 586467"/>
              <a:gd name="connsiteX700" fmla="*/ 9091323 w 12192001"/>
              <a:gd name="connsiteY700" fmla="*/ 188136 h 586467"/>
              <a:gd name="connsiteX701" fmla="*/ 9093825 w 12192001"/>
              <a:gd name="connsiteY701" fmla="*/ 218372 h 586467"/>
              <a:gd name="connsiteX702" fmla="*/ 9129285 w 12192001"/>
              <a:gd name="connsiteY702" fmla="*/ 218372 h 586467"/>
              <a:gd name="connsiteX703" fmla="*/ 9129737 w 12192001"/>
              <a:gd name="connsiteY703" fmla="*/ 217027 h 586467"/>
              <a:gd name="connsiteX704" fmla="*/ 9143557 w 12192001"/>
              <a:gd name="connsiteY704" fmla="*/ 165974 h 586467"/>
              <a:gd name="connsiteX705" fmla="*/ 9154346 w 12192001"/>
              <a:gd name="connsiteY705" fmla="*/ 89932 h 586467"/>
              <a:gd name="connsiteX706" fmla="*/ 9173513 w 12192001"/>
              <a:gd name="connsiteY706" fmla="*/ 166209 h 586467"/>
              <a:gd name="connsiteX707" fmla="*/ 9179384 w 12192001"/>
              <a:gd name="connsiteY707" fmla="*/ 211663 h 586467"/>
              <a:gd name="connsiteX708" fmla="*/ 9179877 w 12192001"/>
              <a:gd name="connsiteY708" fmla="*/ 218372 h 586467"/>
              <a:gd name="connsiteX709" fmla="*/ 9182596 w 12192001"/>
              <a:gd name="connsiteY709" fmla="*/ 218372 h 586467"/>
              <a:gd name="connsiteX710" fmla="*/ 9182747 w 12192001"/>
              <a:gd name="connsiteY710" fmla="*/ 216393 h 586467"/>
              <a:gd name="connsiteX711" fmla="*/ 9183350 w 12192001"/>
              <a:gd name="connsiteY711" fmla="*/ 210609 h 586467"/>
              <a:gd name="connsiteX712" fmla="*/ 9199471 w 12192001"/>
              <a:gd name="connsiteY712" fmla="*/ 144945 h 586467"/>
              <a:gd name="connsiteX713" fmla="*/ 9219145 w 12192001"/>
              <a:gd name="connsiteY713" fmla="*/ 102067 h 586467"/>
              <a:gd name="connsiteX714" fmla="*/ 9230189 w 12192001"/>
              <a:gd name="connsiteY714" fmla="*/ 83378 h 586467"/>
              <a:gd name="connsiteX715" fmla="*/ 9229237 w 12192001"/>
              <a:gd name="connsiteY715" fmla="*/ 146779 h 586467"/>
              <a:gd name="connsiteX716" fmla="*/ 9237360 w 12192001"/>
              <a:gd name="connsiteY716" fmla="*/ 189150 h 586467"/>
              <a:gd name="connsiteX717" fmla="*/ 9243073 w 12192001"/>
              <a:gd name="connsiteY717" fmla="*/ 207917 h 586467"/>
              <a:gd name="connsiteX718" fmla="*/ 9244830 w 12192001"/>
              <a:gd name="connsiteY718" fmla="*/ 212690 h 586467"/>
              <a:gd name="connsiteX719" fmla="*/ 9247134 w 12192001"/>
              <a:gd name="connsiteY719" fmla="*/ 218372 h 586467"/>
              <a:gd name="connsiteX720" fmla="*/ 9288315 w 12192001"/>
              <a:gd name="connsiteY720" fmla="*/ 218372 h 586467"/>
              <a:gd name="connsiteX721" fmla="*/ 9288959 w 12192001"/>
              <a:gd name="connsiteY721" fmla="*/ 216813 h 586467"/>
              <a:gd name="connsiteX722" fmla="*/ 9309396 w 12192001"/>
              <a:gd name="connsiteY722" fmla="*/ 160356 h 586467"/>
              <a:gd name="connsiteX723" fmla="*/ 9325326 w 12192001"/>
              <a:gd name="connsiteY723" fmla="*/ 102730 h 586467"/>
              <a:gd name="connsiteX724" fmla="*/ 9339289 w 12192001"/>
              <a:gd name="connsiteY724" fmla="*/ 161176 h 586467"/>
              <a:gd name="connsiteX725" fmla="*/ 9347937 w 12192001"/>
              <a:gd name="connsiteY725" fmla="*/ 215455 h 586467"/>
              <a:gd name="connsiteX726" fmla="*/ 9348288 w 12192001"/>
              <a:gd name="connsiteY726" fmla="*/ 218372 h 586467"/>
              <a:gd name="connsiteX727" fmla="*/ 9351606 w 12192001"/>
              <a:gd name="connsiteY727" fmla="*/ 218372 h 586467"/>
              <a:gd name="connsiteX728" fmla="*/ 9353775 w 12192001"/>
              <a:gd name="connsiteY728" fmla="*/ 213428 h 586467"/>
              <a:gd name="connsiteX729" fmla="*/ 9355473 w 12192001"/>
              <a:gd name="connsiteY729" fmla="*/ 209361 h 586467"/>
              <a:gd name="connsiteX730" fmla="*/ 9382065 w 12192001"/>
              <a:gd name="connsiteY730" fmla="*/ 128441 h 586467"/>
              <a:gd name="connsiteX731" fmla="*/ 9396345 w 12192001"/>
              <a:gd name="connsiteY731" fmla="*/ 45064 h 586467"/>
              <a:gd name="connsiteX732" fmla="*/ 9411958 w 12192001"/>
              <a:gd name="connsiteY732" fmla="*/ 129417 h 586467"/>
              <a:gd name="connsiteX733" fmla="*/ 9414624 w 12192001"/>
              <a:gd name="connsiteY733" fmla="*/ 215408 h 586467"/>
              <a:gd name="connsiteX734" fmla="*/ 9414472 w 12192001"/>
              <a:gd name="connsiteY734" fmla="*/ 218372 h 586467"/>
              <a:gd name="connsiteX735" fmla="*/ 9415681 w 12192001"/>
              <a:gd name="connsiteY735" fmla="*/ 218372 h 586467"/>
              <a:gd name="connsiteX736" fmla="*/ 9422890 w 12192001"/>
              <a:gd name="connsiteY736" fmla="*/ 196071 h 586467"/>
              <a:gd name="connsiteX737" fmla="*/ 9434489 w 12192001"/>
              <a:gd name="connsiteY737" fmla="*/ 163555 h 586467"/>
              <a:gd name="connsiteX738" fmla="*/ 9465652 w 12192001"/>
              <a:gd name="connsiteY738" fmla="*/ 89854 h 586467"/>
              <a:gd name="connsiteX739" fmla="*/ 9464191 w 12192001"/>
              <a:gd name="connsiteY739" fmla="*/ 166014 h 586467"/>
              <a:gd name="connsiteX740" fmla="*/ 9466953 w 12192001"/>
              <a:gd name="connsiteY740" fmla="*/ 217998 h 586467"/>
              <a:gd name="connsiteX741" fmla="*/ 9466986 w 12192001"/>
              <a:gd name="connsiteY741" fmla="*/ 218372 h 586467"/>
              <a:gd name="connsiteX742" fmla="*/ 9516051 w 12192001"/>
              <a:gd name="connsiteY742" fmla="*/ 218372 h 586467"/>
              <a:gd name="connsiteX743" fmla="*/ 9517802 w 12192001"/>
              <a:gd name="connsiteY743" fmla="*/ 212027 h 586467"/>
              <a:gd name="connsiteX744" fmla="*/ 9519662 w 12192001"/>
              <a:gd name="connsiteY744" fmla="*/ 204757 h 586467"/>
              <a:gd name="connsiteX745" fmla="*/ 9535592 w 12192001"/>
              <a:gd name="connsiteY745" fmla="*/ 119117 h 586467"/>
              <a:gd name="connsiteX746" fmla="*/ 9541050 w 12192001"/>
              <a:gd name="connsiteY746" fmla="*/ 32188 h 586467"/>
              <a:gd name="connsiteX747" fmla="*/ 9565485 w 12192001"/>
              <a:gd name="connsiteY747" fmla="*/ 118453 h 586467"/>
              <a:gd name="connsiteX748" fmla="*/ 9579447 w 12192001"/>
              <a:gd name="connsiteY748" fmla="*/ 206708 h 586467"/>
              <a:gd name="connsiteX749" fmla="*/ 9579856 w 12192001"/>
              <a:gd name="connsiteY749" fmla="*/ 211154 h 586467"/>
              <a:gd name="connsiteX750" fmla="*/ 9580423 w 12192001"/>
              <a:gd name="connsiteY750" fmla="*/ 218372 h 586467"/>
              <a:gd name="connsiteX751" fmla="*/ 9597379 w 12192001"/>
              <a:gd name="connsiteY751" fmla="*/ 218372 h 586467"/>
              <a:gd name="connsiteX752" fmla="*/ 9609467 w 12192001"/>
              <a:gd name="connsiteY752" fmla="*/ 175182 h 586467"/>
              <a:gd name="connsiteX753" fmla="*/ 9624763 w 12192001"/>
              <a:gd name="connsiteY753" fmla="*/ 96331 h 586467"/>
              <a:gd name="connsiteX754" fmla="*/ 9639361 w 12192001"/>
              <a:gd name="connsiteY754" fmla="*/ 175923 h 586467"/>
              <a:gd name="connsiteX755" fmla="*/ 9642735 w 12192001"/>
              <a:gd name="connsiteY755" fmla="*/ 205464 h 586467"/>
              <a:gd name="connsiteX756" fmla="*/ 9643782 w 12192001"/>
              <a:gd name="connsiteY756" fmla="*/ 218372 h 586467"/>
              <a:gd name="connsiteX757" fmla="*/ 9670266 w 12192001"/>
              <a:gd name="connsiteY757" fmla="*/ 218372 h 586467"/>
              <a:gd name="connsiteX758" fmla="*/ 9676805 w 12192001"/>
              <a:gd name="connsiteY758" fmla="*/ 206122 h 586467"/>
              <a:gd name="connsiteX759" fmla="*/ 9708539 w 12192001"/>
              <a:gd name="connsiteY759" fmla="*/ 156454 h 586467"/>
              <a:gd name="connsiteX760" fmla="*/ 9747064 w 12192001"/>
              <a:gd name="connsiteY760" fmla="*/ 109830 h 586467"/>
              <a:gd name="connsiteX761" fmla="*/ 9766422 w 12192001"/>
              <a:gd name="connsiteY761" fmla="*/ 89815 h 586467"/>
              <a:gd name="connsiteX762" fmla="*/ 9736846 w 12192001"/>
              <a:gd name="connsiteY762" fmla="*/ 163088 h 586467"/>
              <a:gd name="connsiteX763" fmla="*/ 9725930 w 12192001"/>
              <a:gd name="connsiteY763" fmla="*/ 214121 h 586467"/>
              <a:gd name="connsiteX764" fmla="*/ 9725406 w 12192001"/>
              <a:gd name="connsiteY764" fmla="*/ 218372 h 586467"/>
              <a:gd name="connsiteX765" fmla="*/ 9746483 w 12192001"/>
              <a:gd name="connsiteY765" fmla="*/ 218372 h 586467"/>
              <a:gd name="connsiteX766" fmla="*/ 9795870 w 12192001"/>
              <a:gd name="connsiteY766" fmla="*/ 141356 h 586467"/>
              <a:gd name="connsiteX767" fmla="*/ 9785500 w 12192001"/>
              <a:gd name="connsiteY767" fmla="*/ 218372 h 586467"/>
              <a:gd name="connsiteX768" fmla="*/ 9806524 w 12192001"/>
              <a:gd name="connsiteY768" fmla="*/ 218372 h 586467"/>
              <a:gd name="connsiteX769" fmla="*/ 9809833 w 12192001"/>
              <a:gd name="connsiteY769" fmla="*/ 199763 h 586467"/>
              <a:gd name="connsiteX770" fmla="*/ 9814466 w 12192001"/>
              <a:gd name="connsiteY770" fmla="*/ 134099 h 586467"/>
              <a:gd name="connsiteX771" fmla="*/ 9805644 w 12192001"/>
              <a:gd name="connsiteY771" fmla="*/ 68240 h 586467"/>
              <a:gd name="connsiteX772" fmla="*/ 9798790 w 12192001"/>
              <a:gd name="connsiteY772" fmla="*/ 46703 h 586467"/>
              <a:gd name="connsiteX773" fmla="*/ 9795933 w 12192001"/>
              <a:gd name="connsiteY773" fmla="*/ 38665 h 586467"/>
              <a:gd name="connsiteX774" fmla="*/ 9801201 w 12192001"/>
              <a:gd name="connsiteY774" fmla="*/ 46078 h 586467"/>
              <a:gd name="connsiteX775" fmla="*/ 9814656 w 12192001"/>
              <a:gd name="connsiteY775" fmla="*/ 66445 h 586467"/>
              <a:gd name="connsiteX776" fmla="*/ 9844231 w 12192001"/>
              <a:gd name="connsiteY776" fmla="*/ 131680 h 586467"/>
              <a:gd name="connsiteX777" fmla="*/ 9854958 w 12192001"/>
              <a:gd name="connsiteY777" fmla="*/ 171437 h 586467"/>
              <a:gd name="connsiteX778" fmla="*/ 9856798 w 12192001"/>
              <a:gd name="connsiteY778" fmla="*/ 161332 h 586467"/>
              <a:gd name="connsiteX779" fmla="*/ 9874696 w 12192001"/>
              <a:gd name="connsiteY779" fmla="*/ 100155 h 586467"/>
              <a:gd name="connsiteX780" fmla="*/ 9882629 w 12192001"/>
              <a:gd name="connsiteY780" fmla="*/ 80452 h 586467"/>
              <a:gd name="connsiteX781" fmla="*/ 9885739 w 12192001"/>
              <a:gd name="connsiteY781" fmla="*/ 73038 h 586467"/>
              <a:gd name="connsiteX782" fmla="*/ 9885168 w 12192001"/>
              <a:gd name="connsiteY782" fmla="*/ 80764 h 586467"/>
              <a:gd name="connsiteX783" fmla="*/ 9883962 w 12192001"/>
              <a:gd name="connsiteY783" fmla="*/ 101013 h 586467"/>
              <a:gd name="connsiteX784" fmla="*/ 9886691 w 12192001"/>
              <a:gd name="connsiteY784" fmla="*/ 161956 h 586467"/>
              <a:gd name="connsiteX785" fmla="*/ 9892236 w 12192001"/>
              <a:gd name="connsiteY785" fmla="*/ 194042 h 586467"/>
              <a:gd name="connsiteX786" fmla="*/ 9898256 w 12192001"/>
              <a:gd name="connsiteY786" fmla="*/ 218372 h 586467"/>
              <a:gd name="connsiteX787" fmla="*/ 9934341 w 12192001"/>
              <a:gd name="connsiteY787" fmla="*/ 218372 h 586467"/>
              <a:gd name="connsiteX788" fmla="*/ 9924010 w 12192001"/>
              <a:gd name="connsiteY788" fmla="*/ 141356 h 586467"/>
              <a:gd name="connsiteX789" fmla="*/ 9973397 w 12192001"/>
              <a:gd name="connsiteY789" fmla="*/ 218372 h 586467"/>
              <a:gd name="connsiteX790" fmla="*/ 9994468 w 12192001"/>
              <a:gd name="connsiteY790" fmla="*/ 218372 h 586467"/>
              <a:gd name="connsiteX791" fmla="*/ 9993950 w 12192001"/>
              <a:gd name="connsiteY791" fmla="*/ 214121 h 586467"/>
              <a:gd name="connsiteX792" fmla="*/ 9983033 w 12192001"/>
              <a:gd name="connsiteY792" fmla="*/ 163088 h 586467"/>
              <a:gd name="connsiteX793" fmla="*/ 9953458 w 12192001"/>
              <a:gd name="connsiteY793" fmla="*/ 89815 h 586467"/>
              <a:gd name="connsiteX794" fmla="*/ 9972815 w 12192001"/>
              <a:gd name="connsiteY794" fmla="*/ 109830 h 586467"/>
              <a:gd name="connsiteX795" fmla="*/ 10011340 w 12192001"/>
              <a:gd name="connsiteY795" fmla="*/ 156454 h 586467"/>
              <a:gd name="connsiteX796" fmla="*/ 10043074 w 12192001"/>
              <a:gd name="connsiteY796" fmla="*/ 206122 h 586467"/>
              <a:gd name="connsiteX797" fmla="*/ 10049590 w 12192001"/>
              <a:gd name="connsiteY797" fmla="*/ 218372 h 586467"/>
              <a:gd name="connsiteX798" fmla="*/ 10076072 w 12192001"/>
              <a:gd name="connsiteY798" fmla="*/ 218372 h 586467"/>
              <a:gd name="connsiteX799" fmla="*/ 10077119 w 12192001"/>
              <a:gd name="connsiteY799" fmla="*/ 205464 h 586467"/>
              <a:gd name="connsiteX800" fmla="*/ 10080519 w 12192001"/>
              <a:gd name="connsiteY800" fmla="*/ 175923 h 586467"/>
              <a:gd name="connsiteX801" fmla="*/ 10095053 w 12192001"/>
              <a:gd name="connsiteY801" fmla="*/ 96331 h 586467"/>
              <a:gd name="connsiteX802" fmla="*/ 10110412 w 12192001"/>
              <a:gd name="connsiteY802" fmla="*/ 175182 h 586467"/>
              <a:gd name="connsiteX803" fmla="*/ 10122500 w 12192001"/>
              <a:gd name="connsiteY803" fmla="*/ 218372 h 586467"/>
              <a:gd name="connsiteX804" fmla="*/ 10139456 w 12192001"/>
              <a:gd name="connsiteY804" fmla="*/ 218372 h 586467"/>
              <a:gd name="connsiteX805" fmla="*/ 10140023 w 12192001"/>
              <a:gd name="connsiteY805" fmla="*/ 211154 h 586467"/>
              <a:gd name="connsiteX806" fmla="*/ 10140432 w 12192001"/>
              <a:gd name="connsiteY806" fmla="*/ 206708 h 586467"/>
              <a:gd name="connsiteX807" fmla="*/ 10154394 w 12192001"/>
              <a:gd name="connsiteY807" fmla="*/ 118453 h 586467"/>
              <a:gd name="connsiteX808" fmla="*/ 10178830 w 12192001"/>
              <a:gd name="connsiteY808" fmla="*/ 32188 h 586467"/>
              <a:gd name="connsiteX809" fmla="*/ 10184288 w 12192001"/>
              <a:gd name="connsiteY809" fmla="*/ 119117 h 586467"/>
              <a:gd name="connsiteX810" fmla="*/ 10200218 w 12192001"/>
              <a:gd name="connsiteY810" fmla="*/ 204757 h 586467"/>
              <a:gd name="connsiteX811" fmla="*/ 10202078 w 12192001"/>
              <a:gd name="connsiteY811" fmla="*/ 212027 h 586467"/>
              <a:gd name="connsiteX812" fmla="*/ 10203829 w 12192001"/>
              <a:gd name="connsiteY812" fmla="*/ 218372 h 586467"/>
              <a:gd name="connsiteX813" fmla="*/ 10252893 w 12192001"/>
              <a:gd name="connsiteY813" fmla="*/ 218372 h 586467"/>
              <a:gd name="connsiteX814" fmla="*/ 10252927 w 12192001"/>
              <a:gd name="connsiteY814" fmla="*/ 217998 h 586467"/>
              <a:gd name="connsiteX815" fmla="*/ 10255688 w 12192001"/>
              <a:gd name="connsiteY815" fmla="*/ 166014 h 586467"/>
              <a:gd name="connsiteX816" fmla="*/ 10254228 w 12192001"/>
              <a:gd name="connsiteY816" fmla="*/ 89854 h 586467"/>
              <a:gd name="connsiteX817" fmla="*/ 10285390 w 12192001"/>
              <a:gd name="connsiteY817" fmla="*/ 163555 h 586467"/>
              <a:gd name="connsiteX818" fmla="*/ 10296989 w 12192001"/>
              <a:gd name="connsiteY818" fmla="*/ 196071 h 586467"/>
              <a:gd name="connsiteX819" fmla="*/ 10304198 w 12192001"/>
              <a:gd name="connsiteY819" fmla="*/ 218372 h 586467"/>
              <a:gd name="connsiteX820" fmla="*/ 10305369 w 12192001"/>
              <a:gd name="connsiteY820" fmla="*/ 218372 h 586467"/>
              <a:gd name="connsiteX821" fmla="*/ 10305192 w 12192001"/>
              <a:gd name="connsiteY821" fmla="*/ 215408 h 586467"/>
              <a:gd name="connsiteX822" fmla="*/ 10307921 w 12192001"/>
              <a:gd name="connsiteY822" fmla="*/ 129417 h 586467"/>
              <a:gd name="connsiteX823" fmla="*/ 10323534 w 12192001"/>
              <a:gd name="connsiteY823" fmla="*/ 45064 h 586467"/>
              <a:gd name="connsiteX824" fmla="*/ 10337814 w 12192001"/>
              <a:gd name="connsiteY824" fmla="*/ 128441 h 586467"/>
              <a:gd name="connsiteX825" fmla="*/ 10364407 w 12192001"/>
              <a:gd name="connsiteY825" fmla="*/ 209361 h 586467"/>
              <a:gd name="connsiteX826" fmla="*/ 10366097 w 12192001"/>
              <a:gd name="connsiteY826" fmla="*/ 213428 h 586467"/>
              <a:gd name="connsiteX827" fmla="*/ 10368241 w 12192001"/>
              <a:gd name="connsiteY827" fmla="*/ 218372 h 586467"/>
              <a:gd name="connsiteX828" fmla="*/ 10371592 w 12192001"/>
              <a:gd name="connsiteY828" fmla="*/ 218372 h 586467"/>
              <a:gd name="connsiteX829" fmla="*/ 10371942 w 12192001"/>
              <a:gd name="connsiteY829" fmla="*/ 215455 h 586467"/>
              <a:gd name="connsiteX830" fmla="*/ 10380527 w 12192001"/>
              <a:gd name="connsiteY830" fmla="*/ 161176 h 586467"/>
              <a:gd name="connsiteX831" fmla="*/ 10394554 w 12192001"/>
              <a:gd name="connsiteY831" fmla="*/ 102730 h 586467"/>
              <a:gd name="connsiteX832" fmla="*/ 10410420 w 12192001"/>
              <a:gd name="connsiteY832" fmla="*/ 160356 h 586467"/>
              <a:gd name="connsiteX833" fmla="*/ 10430920 w 12192001"/>
              <a:gd name="connsiteY833" fmla="*/ 216813 h 586467"/>
              <a:gd name="connsiteX834" fmla="*/ 10431563 w 12192001"/>
              <a:gd name="connsiteY834" fmla="*/ 218372 h 586467"/>
              <a:gd name="connsiteX835" fmla="*/ 10472741 w 12192001"/>
              <a:gd name="connsiteY835" fmla="*/ 218372 h 586467"/>
              <a:gd name="connsiteX836" fmla="*/ 10475049 w 12192001"/>
              <a:gd name="connsiteY836" fmla="*/ 212690 h 586467"/>
              <a:gd name="connsiteX837" fmla="*/ 10476807 w 12192001"/>
              <a:gd name="connsiteY837" fmla="*/ 207917 h 586467"/>
              <a:gd name="connsiteX838" fmla="*/ 10482519 w 12192001"/>
              <a:gd name="connsiteY838" fmla="*/ 189150 h 586467"/>
              <a:gd name="connsiteX839" fmla="*/ 10490643 w 12192001"/>
              <a:gd name="connsiteY839" fmla="*/ 146779 h 586467"/>
              <a:gd name="connsiteX840" fmla="*/ 10489627 w 12192001"/>
              <a:gd name="connsiteY840" fmla="*/ 83378 h 586467"/>
              <a:gd name="connsiteX841" fmla="*/ 10500670 w 12192001"/>
              <a:gd name="connsiteY841" fmla="*/ 102067 h 586467"/>
              <a:gd name="connsiteX842" fmla="*/ 10520408 w 12192001"/>
              <a:gd name="connsiteY842" fmla="*/ 144945 h 586467"/>
              <a:gd name="connsiteX843" fmla="*/ 10536466 w 12192001"/>
              <a:gd name="connsiteY843" fmla="*/ 210609 h 586467"/>
              <a:gd name="connsiteX844" fmla="*/ 10537093 w 12192001"/>
              <a:gd name="connsiteY844" fmla="*/ 216393 h 586467"/>
              <a:gd name="connsiteX845" fmla="*/ 10537241 w 12192001"/>
              <a:gd name="connsiteY845" fmla="*/ 218372 h 586467"/>
              <a:gd name="connsiteX846" fmla="*/ 10539984 w 12192001"/>
              <a:gd name="connsiteY846" fmla="*/ 218372 h 586467"/>
              <a:gd name="connsiteX847" fmla="*/ 10540472 w 12192001"/>
              <a:gd name="connsiteY847" fmla="*/ 211663 h 586467"/>
              <a:gd name="connsiteX848" fmla="*/ 10546366 w 12192001"/>
              <a:gd name="connsiteY848" fmla="*/ 166209 h 586467"/>
              <a:gd name="connsiteX849" fmla="*/ 10565533 w 12192001"/>
              <a:gd name="connsiteY849" fmla="*/ 89932 h 586467"/>
              <a:gd name="connsiteX850" fmla="*/ 10576323 w 12192001"/>
              <a:gd name="connsiteY850" fmla="*/ 165974 h 586467"/>
              <a:gd name="connsiteX851" fmla="*/ 10590143 w 12192001"/>
              <a:gd name="connsiteY851" fmla="*/ 217027 h 586467"/>
              <a:gd name="connsiteX852" fmla="*/ 10590594 w 12192001"/>
              <a:gd name="connsiteY852" fmla="*/ 218372 h 586467"/>
              <a:gd name="connsiteX853" fmla="*/ 10626054 w 12192001"/>
              <a:gd name="connsiteY853" fmla="*/ 218372 h 586467"/>
              <a:gd name="connsiteX854" fmla="*/ 10628556 w 12192001"/>
              <a:gd name="connsiteY854" fmla="*/ 188136 h 586467"/>
              <a:gd name="connsiteX855" fmla="*/ 10630270 w 12192001"/>
              <a:gd name="connsiteY855" fmla="*/ 109128 h 586467"/>
              <a:gd name="connsiteX856" fmla="*/ 10658385 w 12192001"/>
              <a:gd name="connsiteY856" fmla="*/ 186302 h 586467"/>
              <a:gd name="connsiteX857" fmla="*/ 10664986 w 12192001"/>
              <a:gd name="connsiteY857" fmla="*/ 207175 h 586467"/>
              <a:gd name="connsiteX858" fmla="*/ 10679710 w 12192001"/>
              <a:gd name="connsiteY858" fmla="*/ 44869 h 586467"/>
              <a:gd name="connsiteX859" fmla="*/ 10716644 w 12192001"/>
              <a:gd name="connsiteY859" fmla="*/ 218372 h 586467"/>
              <a:gd name="connsiteX860" fmla="*/ 10735613 w 12192001"/>
              <a:gd name="connsiteY860" fmla="*/ 218372 h 586467"/>
              <a:gd name="connsiteX861" fmla="*/ 10736069 w 12192001"/>
              <a:gd name="connsiteY861" fmla="*/ 214081 h 586467"/>
              <a:gd name="connsiteX862" fmla="*/ 10733530 w 12192001"/>
              <a:gd name="connsiteY862" fmla="*/ 147754 h 586467"/>
              <a:gd name="connsiteX863" fmla="*/ 10744700 w 12192001"/>
              <a:gd name="connsiteY863" fmla="*/ 167301 h 586467"/>
              <a:gd name="connsiteX864" fmla="*/ 10765772 w 12192001"/>
              <a:gd name="connsiteY864" fmla="*/ 211546 h 586467"/>
              <a:gd name="connsiteX865" fmla="*/ 10768154 w 12192001"/>
              <a:gd name="connsiteY865" fmla="*/ 218372 h 586467"/>
              <a:gd name="connsiteX866" fmla="*/ 10783387 w 12192001"/>
              <a:gd name="connsiteY866" fmla="*/ 218372 h 586467"/>
              <a:gd name="connsiteX867" fmla="*/ 10783479 w 12192001"/>
              <a:gd name="connsiteY867" fmla="*/ 216539 h 586467"/>
              <a:gd name="connsiteX868" fmla="*/ 10785129 w 12192001"/>
              <a:gd name="connsiteY868" fmla="*/ 193364 h 586467"/>
              <a:gd name="connsiteX869" fmla="*/ 10796553 w 12192001"/>
              <a:gd name="connsiteY869" fmla="*/ 123837 h 586467"/>
              <a:gd name="connsiteX870" fmla="*/ 10817941 w 12192001"/>
              <a:gd name="connsiteY870" fmla="*/ 56105 h 586467"/>
              <a:gd name="connsiteX871" fmla="*/ 10827018 w 12192001"/>
              <a:gd name="connsiteY871" fmla="*/ 34256 h 586467"/>
              <a:gd name="connsiteX872" fmla="*/ 10830635 w 12192001"/>
              <a:gd name="connsiteY872" fmla="*/ 26024 h 586467"/>
              <a:gd name="connsiteX873" fmla="*/ 10829556 w 12192001"/>
              <a:gd name="connsiteY873" fmla="*/ 34607 h 586467"/>
              <a:gd name="connsiteX874" fmla="*/ 10827144 w 12192001"/>
              <a:gd name="connsiteY874" fmla="*/ 57120 h 586467"/>
              <a:gd name="connsiteX875" fmla="*/ 10826446 w 12192001"/>
              <a:gd name="connsiteY875" fmla="*/ 125086 h 586467"/>
              <a:gd name="connsiteX876" fmla="*/ 10835585 w 12192001"/>
              <a:gd name="connsiteY876" fmla="*/ 192155 h 586467"/>
              <a:gd name="connsiteX877" fmla="*/ 10840662 w 12192001"/>
              <a:gd name="connsiteY877" fmla="*/ 213925 h 586467"/>
              <a:gd name="connsiteX878" fmla="*/ 10841760 w 12192001"/>
              <a:gd name="connsiteY878" fmla="*/ 218372 h 586467"/>
              <a:gd name="connsiteX879" fmla="*/ 10881540 w 12192001"/>
              <a:gd name="connsiteY879" fmla="*/ 218372 h 586467"/>
              <a:gd name="connsiteX880" fmla="*/ 10881850 w 12192001"/>
              <a:gd name="connsiteY880" fmla="*/ 217067 h 586467"/>
              <a:gd name="connsiteX881" fmla="*/ 10901083 w 12192001"/>
              <a:gd name="connsiteY881" fmla="*/ 114044 h 586467"/>
              <a:gd name="connsiteX882" fmla="*/ 10911428 w 12192001"/>
              <a:gd name="connsiteY882" fmla="*/ 0 h 586467"/>
              <a:gd name="connsiteX883" fmla="*/ 10930976 w 12192001"/>
              <a:gd name="connsiteY883" fmla="*/ 114161 h 586467"/>
              <a:gd name="connsiteX884" fmla="*/ 10937870 w 12192001"/>
              <a:gd name="connsiteY884" fmla="*/ 193476 h 586467"/>
              <a:gd name="connsiteX885" fmla="*/ 10938958 w 12192001"/>
              <a:gd name="connsiteY885" fmla="*/ 218372 h 586467"/>
              <a:gd name="connsiteX886" fmla="*/ 10967734 w 12192001"/>
              <a:gd name="connsiteY886" fmla="*/ 218372 h 586467"/>
              <a:gd name="connsiteX887" fmla="*/ 10968613 w 12192001"/>
              <a:gd name="connsiteY887" fmla="*/ 215700 h 586467"/>
              <a:gd name="connsiteX888" fmla="*/ 11002377 w 12192001"/>
              <a:gd name="connsiteY888" fmla="*/ 124188 h 586467"/>
              <a:gd name="connsiteX889" fmla="*/ 11046486 w 12192001"/>
              <a:gd name="connsiteY889" fmla="*/ 26180 h 586467"/>
              <a:gd name="connsiteX890" fmla="*/ 11040837 w 12192001"/>
              <a:gd name="connsiteY890" fmla="*/ 60007 h 586467"/>
              <a:gd name="connsiteX891" fmla="*/ 11044645 w 12192001"/>
              <a:gd name="connsiteY891" fmla="*/ 38509 h 586467"/>
              <a:gd name="connsiteX892" fmla="*/ 11060132 w 12192001"/>
              <a:gd name="connsiteY892" fmla="*/ 130002 h 586467"/>
              <a:gd name="connsiteX893" fmla="*/ 11078071 w 12192001"/>
              <a:gd name="connsiteY893" fmla="*/ 212982 h 586467"/>
              <a:gd name="connsiteX894" fmla="*/ 11079362 w 12192001"/>
              <a:gd name="connsiteY894" fmla="*/ 218372 h 586467"/>
              <a:gd name="connsiteX895" fmla="*/ 11095052 w 12192001"/>
              <a:gd name="connsiteY895" fmla="*/ 218372 h 586467"/>
              <a:gd name="connsiteX896" fmla="*/ 11095990 w 12192001"/>
              <a:gd name="connsiteY896" fmla="*/ 198436 h 586467"/>
              <a:gd name="connsiteX897" fmla="*/ 11090342 w 12192001"/>
              <a:gd name="connsiteY897" fmla="*/ 128597 h 586467"/>
              <a:gd name="connsiteX898" fmla="*/ 11125629 w 12192001"/>
              <a:gd name="connsiteY898" fmla="*/ 195393 h 586467"/>
              <a:gd name="connsiteX899" fmla="*/ 11134306 w 12192001"/>
              <a:gd name="connsiteY899" fmla="*/ 218372 h 586467"/>
              <a:gd name="connsiteX900" fmla="*/ 11177178 w 12192001"/>
              <a:gd name="connsiteY900" fmla="*/ 218372 h 586467"/>
              <a:gd name="connsiteX901" fmla="*/ 11180021 w 12192001"/>
              <a:gd name="connsiteY901" fmla="*/ 210843 h 586467"/>
              <a:gd name="connsiteX902" fmla="*/ 11199632 w 12192001"/>
              <a:gd name="connsiteY902" fmla="*/ 144282 h 586467"/>
              <a:gd name="connsiteX903" fmla="*/ 11210866 w 12192001"/>
              <a:gd name="connsiteY903" fmla="*/ 76237 h 586467"/>
              <a:gd name="connsiteX904" fmla="*/ 11212769 w 12192001"/>
              <a:gd name="connsiteY904" fmla="*/ 53569 h 586467"/>
              <a:gd name="connsiteX905" fmla="*/ 11213404 w 12192001"/>
              <a:gd name="connsiteY905" fmla="*/ 44947 h 586467"/>
              <a:gd name="connsiteX906" fmla="*/ 11215371 w 12192001"/>
              <a:gd name="connsiteY906" fmla="*/ 53452 h 586467"/>
              <a:gd name="connsiteX907" fmla="*/ 11220258 w 12192001"/>
              <a:gd name="connsiteY907" fmla="*/ 76043 h 586467"/>
              <a:gd name="connsiteX908" fmla="*/ 11229524 w 12192001"/>
              <a:gd name="connsiteY908" fmla="*/ 145335 h 586467"/>
              <a:gd name="connsiteX909" fmla="*/ 11230033 w 12192001"/>
              <a:gd name="connsiteY909" fmla="*/ 215486 h 586467"/>
              <a:gd name="connsiteX910" fmla="*/ 11229847 w 12192001"/>
              <a:gd name="connsiteY910" fmla="*/ 218372 h 586467"/>
              <a:gd name="connsiteX911" fmla="*/ 11288371 w 12192001"/>
              <a:gd name="connsiteY911" fmla="*/ 218372 h 586467"/>
              <a:gd name="connsiteX912" fmla="*/ 11287352 w 12192001"/>
              <a:gd name="connsiteY912" fmla="*/ 206300 h 586467"/>
              <a:gd name="connsiteX913" fmla="*/ 11285820 w 12192001"/>
              <a:gd name="connsiteY913" fmla="*/ 173193 h 586467"/>
              <a:gd name="connsiteX914" fmla="*/ 11288549 w 12192001"/>
              <a:gd name="connsiteY914" fmla="*/ 83495 h 586467"/>
              <a:gd name="connsiteX915" fmla="*/ 11315522 w 12192001"/>
              <a:gd name="connsiteY915" fmla="*/ 170501 h 586467"/>
              <a:gd name="connsiteX916" fmla="*/ 11327778 w 12192001"/>
              <a:gd name="connsiteY916" fmla="*/ 201907 h 586467"/>
              <a:gd name="connsiteX917" fmla="*/ 11334875 w 12192001"/>
              <a:gd name="connsiteY917" fmla="*/ 218372 h 586467"/>
              <a:gd name="connsiteX918" fmla="*/ 11393301 w 12192001"/>
              <a:gd name="connsiteY918" fmla="*/ 218372 h 586467"/>
              <a:gd name="connsiteX919" fmla="*/ 11394095 w 12192001"/>
              <a:gd name="connsiteY919" fmla="*/ 211428 h 586467"/>
              <a:gd name="connsiteX920" fmla="*/ 11395300 w 12192001"/>
              <a:gd name="connsiteY920" fmla="*/ 151851 h 586467"/>
              <a:gd name="connsiteX921" fmla="*/ 11387621 w 12192001"/>
              <a:gd name="connsiteY921" fmla="*/ 91844 h 586467"/>
              <a:gd name="connsiteX922" fmla="*/ 11383115 w 12192001"/>
              <a:gd name="connsiteY922" fmla="*/ 72102 h 586467"/>
              <a:gd name="connsiteX923" fmla="*/ 11381401 w 12192001"/>
              <a:gd name="connsiteY923" fmla="*/ 64689 h 586467"/>
              <a:gd name="connsiteX924" fmla="*/ 11385590 w 12192001"/>
              <a:gd name="connsiteY924" fmla="*/ 71595 h 586467"/>
              <a:gd name="connsiteX925" fmla="*/ 11396697 w 12192001"/>
              <a:gd name="connsiteY925" fmla="*/ 90284 h 586467"/>
              <a:gd name="connsiteX926" fmla="*/ 11424876 w 12192001"/>
              <a:gd name="connsiteY926" fmla="*/ 148730 h 586467"/>
              <a:gd name="connsiteX927" fmla="*/ 11444550 w 12192001"/>
              <a:gd name="connsiteY927" fmla="*/ 209438 h 586467"/>
              <a:gd name="connsiteX928" fmla="*/ 11446551 w 12192001"/>
              <a:gd name="connsiteY928" fmla="*/ 218372 h 586467"/>
              <a:gd name="connsiteX929" fmla="*/ 11502645 w 12192001"/>
              <a:gd name="connsiteY929" fmla="*/ 218372 h 586467"/>
              <a:gd name="connsiteX930" fmla="*/ 11506431 w 12192001"/>
              <a:gd name="connsiteY930" fmla="*/ 205264 h 586467"/>
              <a:gd name="connsiteX931" fmla="*/ 11524582 w 12192001"/>
              <a:gd name="connsiteY931" fmla="*/ 128402 h 586467"/>
              <a:gd name="connsiteX932" fmla="*/ 11536324 w 12192001"/>
              <a:gd name="connsiteY932" fmla="*/ 206239 h 586467"/>
              <a:gd name="connsiteX933" fmla="*/ 11537526 w 12192001"/>
              <a:gd name="connsiteY933" fmla="*/ 218372 h 586467"/>
              <a:gd name="connsiteX934" fmla="*/ 11551326 w 12192001"/>
              <a:gd name="connsiteY934" fmla="*/ 218372 h 586467"/>
              <a:gd name="connsiteX935" fmla="*/ 11551334 w 12192001"/>
              <a:gd name="connsiteY935" fmla="*/ 217583 h 586467"/>
              <a:gd name="connsiteX936" fmla="*/ 11552000 w 12192001"/>
              <a:gd name="connsiteY936" fmla="*/ 155479 h 586467"/>
              <a:gd name="connsiteX937" fmla="*/ 11551492 w 12192001"/>
              <a:gd name="connsiteY937" fmla="*/ 65001 h 586467"/>
              <a:gd name="connsiteX938" fmla="*/ 11581766 w 12192001"/>
              <a:gd name="connsiteY938" fmla="*/ 153177 h 586467"/>
              <a:gd name="connsiteX939" fmla="*/ 11601576 w 12192001"/>
              <a:gd name="connsiteY939" fmla="*/ 214048 h 586467"/>
              <a:gd name="connsiteX940" fmla="*/ 11602984 w 12192001"/>
              <a:gd name="connsiteY940" fmla="*/ 218372 h 586467"/>
              <a:gd name="connsiteX941" fmla="*/ 11631817 w 12192001"/>
              <a:gd name="connsiteY941" fmla="*/ 218372 h 586467"/>
              <a:gd name="connsiteX942" fmla="*/ 11630548 w 12192001"/>
              <a:gd name="connsiteY942" fmla="*/ 198810 h 586467"/>
              <a:gd name="connsiteX943" fmla="*/ 11629113 w 12192001"/>
              <a:gd name="connsiteY943" fmla="*/ 166014 h 586467"/>
              <a:gd name="connsiteX944" fmla="*/ 11629049 w 12192001"/>
              <a:gd name="connsiteY944" fmla="*/ 76940 h 586467"/>
              <a:gd name="connsiteX945" fmla="*/ 11658815 w 12192001"/>
              <a:gd name="connsiteY945" fmla="*/ 163244 h 586467"/>
              <a:gd name="connsiteX946" fmla="*/ 11671033 w 12192001"/>
              <a:gd name="connsiteY946" fmla="*/ 194605 h 586467"/>
              <a:gd name="connsiteX947" fmla="*/ 11680846 w 12192001"/>
              <a:gd name="connsiteY947" fmla="*/ 218372 h 586467"/>
              <a:gd name="connsiteX948" fmla="*/ 11743666 w 12192001"/>
              <a:gd name="connsiteY948" fmla="*/ 218372 h 586467"/>
              <a:gd name="connsiteX949" fmla="*/ 11744495 w 12192001"/>
              <a:gd name="connsiteY949" fmla="*/ 206668 h 586467"/>
              <a:gd name="connsiteX950" fmla="*/ 11752429 w 12192001"/>
              <a:gd name="connsiteY950" fmla="*/ 216188 h 586467"/>
              <a:gd name="connsiteX951" fmla="*/ 11754285 w 12192001"/>
              <a:gd name="connsiteY951" fmla="*/ 218372 h 586467"/>
              <a:gd name="connsiteX952" fmla="*/ 11846181 w 12192001"/>
              <a:gd name="connsiteY952" fmla="*/ 218372 h 586467"/>
              <a:gd name="connsiteX953" fmla="*/ 11871620 w 12192001"/>
              <a:gd name="connsiteY953" fmla="*/ 130704 h 586467"/>
              <a:gd name="connsiteX954" fmla="*/ 11872127 w 12192001"/>
              <a:gd name="connsiteY954" fmla="*/ 129182 h 586467"/>
              <a:gd name="connsiteX955" fmla="*/ 11872572 w 12192001"/>
              <a:gd name="connsiteY955" fmla="*/ 130704 h 586467"/>
              <a:gd name="connsiteX956" fmla="*/ 11898010 w 12192001"/>
              <a:gd name="connsiteY956" fmla="*/ 218372 h 586467"/>
              <a:gd name="connsiteX957" fmla="*/ 11989902 w 12192001"/>
              <a:gd name="connsiteY957" fmla="*/ 218372 h 586467"/>
              <a:gd name="connsiteX958" fmla="*/ 11991762 w 12192001"/>
              <a:gd name="connsiteY958" fmla="*/ 216188 h 586467"/>
              <a:gd name="connsiteX959" fmla="*/ 11999696 w 12192001"/>
              <a:gd name="connsiteY959" fmla="*/ 206668 h 586467"/>
              <a:gd name="connsiteX960" fmla="*/ 12000526 w 12192001"/>
              <a:gd name="connsiteY960" fmla="*/ 218372 h 586467"/>
              <a:gd name="connsiteX961" fmla="*/ 12063384 w 12192001"/>
              <a:gd name="connsiteY961" fmla="*/ 218372 h 586467"/>
              <a:gd name="connsiteX962" fmla="*/ 12073195 w 12192001"/>
              <a:gd name="connsiteY962" fmla="*/ 194605 h 586467"/>
              <a:gd name="connsiteX963" fmla="*/ 12085440 w 12192001"/>
              <a:gd name="connsiteY963" fmla="*/ 163244 h 586467"/>
              <a:gd name="connsiteX964" fmla="*/ 12115142 w 12192001"/>
              <a:gd name="connsiteY964" fmla="*/ 76940 h 586467"/>
              <a:gd name="connsiteX965" fmla="*/ 12115079 w 12192001"/>
              <a:gd name="connsiteY965" fmla="*/ 166014 h 586467"/>
              <a:gd name="connsiteX966" fmla="*/ 12113644 w 12192001"/>
              <a:gd name="connsiteY966" fmla="*/ 198810 h 586467"/>
              <a:gd name="connsiteX967" fmla="*/ 12112375 w 12192001"/>
              <a:gd name="connsiteY967" fmla="*/ 218372 h 586467"/>
              <a:gd name="connsiteX968" fmla="*/ 12143208 w 12192001"/>
              <a:gd name="connsiteY968" fmla="*/ 218372 h 586467"/>
              <a:gd name="connsiteX969" fmla="*/ 12186225 w 12192001"/>
              <a:gd name="connsiteY969" fmla="*/ 90946 h 586467"/>
              <a:gd name="connsiteX970" fmla="*/ 12190350 w 12192001"/>
              <a:gd name="connsiteY970" fmla="*/ 218372 h 586467"/>
              <a:gd name="connsiteX971" fmla="*/ 12192000 w 12192001"/>
              <a:gd name="connsiteY971" fmla="*/ 218372 h 586467"/>
              <a:gd name="connsiteX972" fmla="*/ 12192000 w 12192001"/>
              <a:gd name="connsiteY972" fmla="*/ 269100 h 586467"/>
              <a:gd name="connsiteX973" fmla="*/ 12192001 w 12192001"/>
              <a:gd name="connsiteY973" fmla="*/ 269133 h 586467"/>
              <a:gd name="connsiteX974" fmla="*/ 12192000 w 12192001"/>
              <a:gd name="connsiteY974" fmla="*/ 269133 h 586467"/>
              <a:gd name="connsiteX975" fmla="*/ 12192000 w 12192001"/>
              <a:gd name="connsiteY975" fmla="*/ 586467 h 586467"/>
              <a:gd name="connsiteX976" fmla="*/ 0 w 12192001"/>
              <a:gd name="connsiteY976" fmla="*/ 586467 h 586467"/>
              <a:gd name="connsiteX977" fmla="*/ 0 w 12192001"/>
              <a:gd name="connsiteY977" fmla="*/ 218372 h 586467"/>
              <a:gd name="connsiteX978" fmla="*/ 6411 w 12192001"/>
              <a:gd name="connsiteY978" fmla="*/ 218372 h 586467"/>
              <a:gd name="connsiteX979" fmla="*/ 6411 w 12192001"/>
              <a:gd name="connsiteY979" fmla="*/ 173349 h 586467"/>
              <a:gd name="connsiteX980" fmla="*/ 10854 w 12192001"/>
              <a:gd name="connsiteY980" fmla="*/ 128402 h 586467"/>
              <a:gd name="connsiteX981" fmla="*/ 36978 w 12192001"/>
              <a:gd name="connsiteY981" fmla="*/ 218372 h 586467"/>
              <a:gd name="connsiteX982" fmla="*/ 112885 w 12192001"/>
              <a:gd name="connsiteY982" fmla="*/ 218372 h 586467"/>
              <a:gd name="connsiteX983" fmla="*/ 126293 w 12192001"/>
              <a:gd name="connsiteY983" fmla="*/ 176753 h 586467"/>
              <a:gd name="connsiteX984" fmla="*/ 132647 w 12192001"/>
              <a:gd name="connsiteY984" fmla="*/ 154075 h 586467"/>
              <a:gd name="connsiteX985" fmla="*/ 135630 w 12192001"/>
              <a:gd name="connsiteY985" fmla="*/ 177133 h 586467"/>
              <a:gd name="connsiteX986" fmla="*/ 139271 w 12192001"/>
              <a:gd name="connsiteY986" fmla="*/ 218372 h 586467"/>
              <a:gd name="connsiteX987" fmla="*/ 202325 w 12192001"/>
              <a:gd name="connsiteY987" fmla="*/ 218372 h 586467"/>
              <a:gd name="connsiteX988" fmla="*/ 212138 w 12192001"/>
              <a:gd name="connsiteY988" fmla="*/ 194605 h 586467"/>
              <a:gd name="connsiteX989" fmla="*/ 224356 w 12192001"/>
              <a:gd name="connsiteY989" fmla="*/ 163244 h 586467"/>
              <a:gd name="connsiteX990" fmla="*/ 254059 w 12192001"/>
              <a:gd name="connsiteY990" fmla="*/ 76940 h 586467"/>
              <a:gd name="connsiteX991" fmla="*/ 254059 w 12192001"/>
              <a:gd name="connsiteY991" fmla="*/ 166014 h 586467"/>
              <a:gd name="connsiteX992" fmla="*/ 252624 w 12192001"/>
              <a:gd name="connsiteY992" fmla="*/ 198810 h 586467"/>
              <a:gd name="connsiteX993" fmla="*/ 251355 w 12192001"/>
              <a:gd name="connsiteY993" fmla="*/ 218372 h 586467"/>
              <a:gd name="connsiteX994" fmla="*/ 282201 w 12192001"/>
              <a:gd name="connsiteY994" fmla="*/ 218372 h 586467"/>
              <a:gd name="connsiteX995" fmla="*/ 325269 w 12192001"/>
              <a:gd name="connsiteY995" fmla="*/ 90946 h 586467"/>
              <a:gd name="connsiteX996" fmla="*/ 329344 w 12192001"/>
              <a:gd name="connsiteY996" fmla="*/ 218372 h 586467"/>
              <a:gd name="connsiteX997" fmla="*/ 345697 w 12192001"/>
              <a:gd name="connsiteY997" fmla="*/ 218372 h 586467"/>
              <a:gd name="connsiteX998" fmla="*/ 346911 w 12192001"/>
              <a:gd name="connsiteY998" fmla="*/ 206239 h 586467"/>
              <a:gd name="connsiteX999" fmla="*/ 358589 w 12192001"/>
              <a:gd name="connsiteY999" fmla="*/ 128402 h 586467"/>
              <a:gd name="connsiteX1000" fmla="*/ 376804 w 12192001"/>
              <a:gd name="connsiteY1000" fmla="*/ 205264 h 586467"/>
              <a:gd name="connsiteX1001" fmla="*/ 380576 w 12192001"/>
              <a:gd name="connsiteY1001" fmla="*/ 218372 h 586467"/>
              <a:gd name="connsiteX1002" fmla="*/ 436656 w 12192001"/>
              <a:gd name="connsiteY1002" fmla="*/ 218372 h 586467"/>
              <a:gd name="connsiteX1003" fmla="*/ 438684 w 12192001"/>
              <a:gd name="connsiteY1003" fmla="*/ 209438 h 586467"/>
              <a:gd name="connsiteX1004" fmla="*/ 458296 w 12192001"/>
              <a:gd name="connsiteY1004" fmla="*/ 148730 h 586467"/>
              <a:gd name="connsiteX1005" fmla="*/ 486538 w 12192001"/>
              <a:gd name="connsiteY1005" fmla="*/ 90284 h 586467"/>
              <a:gd name="connsiteX1006" fmla="*/ 497582 w 12192001"/>
              <a:gd name="connsiteY1006" fmla="*/ 71595 h 586467"/>
              <a:gd name="connsiteX1007" fmla="*/ 501834 w 12192001"/>
              <a:gd name="connsiteY1007" fmla="*/ 64689 h 586467"/>
              <a:gd name="connsiteX1008" fmla="*/ 500057 w 12192001"/>
              <a:gd name="connsiteY1008" fmla="*/ 72102 h 586467"/>
              <a:gd name="connsiteX1009" fmla="*/ 495614 w 12192001"/>
              <a:gd name="connsiteY1009" fmla="*/ 91844 h 586467"/>
              <a:gd name="connsiteX1010" fmla="*/ 487871 w 12192001"/>
              <a:gd name="connsiteY1010" fmla="*/ 151851 h 586467"/>
              <a:gd name="connsiteX1011" fmla="*/ 489077 w 12192001"/>
              <a:gd name="connsiteY1011" fmla="*/ 211428 h 586467"/>
              <a:gd name="connsiteX1012" fmla="*/ 489871 w 12192001"/>
              <a:gd name="connsiteY1012" fmla="*/ 218372 h 586467"/>
              <a:gd name="connsiteX1013" fmla="*/ 548337 w 12192001"/>
              <a:gd name="connsiteY1013" fmla="*/ 218372 h 586467"/>
              <a:gd name="connsiteX1014" fmla="*/ 555447 w 12192001"/>
              <a:gd name="connsiteY1014" fmla="*/ 201907 h 586467"/>
              <a:gd name="connsiteX1015" fmla="*/ 567713 w 12192001"/>
              <a:gd name="connsiteY1015" fmla="*/ 170501 h 586467"/>
              <a:gd name="connsiteX1016" fmla="*/ 594623 w 12192001"/>
              <a:gd name="connsiteY1016" fmla="*/ 83495 h 586467"/>
              <a:gd name="connsiteX1017" fmla="*/ 597352 w 12192001"/>
              <a:gd name="connsiteY1017" fmla="*/ 173193 h 586467"/>
              <a:gd name="connsiteX1018" fmla="*/ 595830 w 12192001"/>
              <a:gd name="connsiteY1018" fmla="*/ 206300 h 586467"/>
              <a:gd name="connsiteX1019" fmla="*/ 594820 w 12192001"/>
              <a:gd name="connsiteY1019" fmla="*/ 218372 h 586467"/>
              <a:gd name="connsiteX1020" fmla="*/ 653324 w 12192001"/>
              <a:gd name="connsiteY1020" fmla="*/ 218372 h 586467"/>
              <a:gd name="connsiteX1021" fmla="*/ 653139 w 12192001"/>
              <a:gd name="connsiteY1021" fmla="*/ 215486 h 586467"/>
              <a:gd name="connsiteX1022" fmla="*/ 653710 w 12192001"/>
              <a:gd name="connsiteY1022" fmla="*/ 145335 h 586467"/>
              <a:gd name="connsiteX1023" fmla="*/ 662977 w 12192001"/>
              <a:gd name="connsiteY1023" fmla="*/ 76043 h 586467"/>
              <a:gd name="connsiteX1024" fmla="*/ 667864 w 12192001"/>
              <a:gd name="connsiteY1024" fmla="*/ 53452 h 586467"/>
              <a:gd name="connsiteX1025" fmla="*/ 669831 w 12192001"/>
              <a:gd name="connsiteY1025" fmla="*/ 44947 h 586467"/>
              <a:gd name="connsiteX1026" fmla="*/ 670402 w 12192001"/>
              <a:gd name="connsiteY1026" fmla="*/ 53569 h 586467"/>
              <a:gd name="connsiteX1027" fmla="*/ 672306 w 12192001"/>
              <a:gd name="connsiteY1027" fmla="*/ 76237 h 586467"/>
              <a:gd name="connsiteX1028" fmla="*/ 683603 w 12192001"/>
              <a:gd name="connsiteY1028" fmla="*/ 144282 h 586467"/>
              <a:gd name="connsiteX1029" fmla="*/ 703215 w 12192001"/>
              <a:gd name="connsiteY1029" fmla="*/ 210843 h 586467"/>
              <a:gd name="connsiteX1030" fmla="*/ 706046 w 12192001"/>
              <a:gd name="connsiteY1030" fmla="*/ 218372 h 586467"/>
              <a:gd name="connsiteX1031" fmla="*/ 748929 w 12192001"/>
              <a:gd name="connsiteY1031" fmla="*/ 218372 h 586467"/>
              <a:gd name="connsiteX1032" fmla="*/ 757606 w 12192001"/>
              <a:gd name="connsiteY1032" fmla="*/ 195393 h 586467"/>
              <a:gd name="connsiteX1033" fmla="*/ 792893 w 12192001"/>
              <a:gd name="connsiteY1033" fmla="*/ 128597 h 586467"/>
              <a:gd name="connsiteX1034" fmla="*/ 787181 w 12192001"/>
              <a:gd name="connsiteY1034" fmla="*/ 198436 h 586467"/>
              <a:gd name="connsiteX1035" fmla="*/ 788131 w 12192001"/>
              <a:gd name="connsiteY1035" fmla="*/ 218372 h 586467"/>
              <a:gd name="connsiteX1036" fmla="*/ 803813 w 12192001"/>
              <a:gd name="connsiteY1036" fmla="*/ 218372 h 586467"/>
              <a:gd name="connsiteX1037" fmla="*/ 805111 w 12192001"/>
              <a:gd name="connsiteY1037" fmla="*/ 212982 h 586467"/>
              <a:gd name="connsiteX1038" fmla="*/ 823104 w 12192001"/>
              <a:gd name="connsiteY1038" fmla="*/ 130002 h 586467"/>
              <a:gd name="connsiteX1039" fmla="*/ 838526 w 12192001"/>
              <a:gd name="connsiteY1039" fmla="*/ 38509 h 586467"/>
              <a:gd name="connsiteX1040" fmla="*/ 842398 w 12192001"/>
              <a:gd name="connsiteY1040" fmla="*/ 60046 h 586467"/>
              <a:gd name="connsiteX1041" fmla="*/ 836686 w 12192001"/>
              <a:gd name="connsiteY1041" fmla="*/ 25985 h 586467"/>
              <a:gd name="connsiteX1042" fmla="*/ 880859 w 12192001"/>
              <a:gd name="connsiteY1042" fmla="*/ 124188 h 586467"/>
              <a:gd name="connsiteX1043" fmla="*/ 914613 w 12192001"/>
              <a:gd name="connsiteY1043" fmla="*/ 215700 h 586467"/>
              <a:gd name="connsiteX1044" fmla="*/ 915495 w 12192001"/>
              <a:gd name="connsiteY1044" fmla="*/ 218372 h 586467"/>
              <a:gd name="connsiteX1045" fmla="*/ 944266 w 12192001"/>
              <a:gd name="connsiteY1045" fmla="*/ 218372 h 586467"/>
              <a:gd name="connsiteX1046" fmla="*/ 945333 w 12192001"/>
              <a:gd name="connsiteY1046" fmla="*/ 193476 h 586467"/>
              <a:gd name="connsiteX1047" fmla="*/ 952195 w 12192001"/>
              <a:gd name="connsiteY1047" fmla="*/ 114161 h 586467"/>
              <a:gd name="connsiteX1048" fmla="*/ 971807 w 12192001"/>
              <a:gd name="connsiteY1048" fmla="*/ 0 h 58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</a:cxnLst>
            <a:rect l="l" t="t" r="r" b="b"/>
            <a:pathLst>
              <a:path w="12192001" h="586467">
                <a:moveTo>
                  <a:pt x="971807" y="0"/>
                </a:moveTo>
                <a:cubicBezTo>
                  <a:pt x="971807" y="0"/>
                  <a:pt x="973838" y="57354"/>
                  <a:pt x="982152" y="114044"/>
                </a:cubicBezTo>
                <a:cubicBezTo>
                  <a:pt x="987911" y="156620"/>
                  <a:pt x="997099" y="198692"/>
                  <a:pt x="1001332" y="217067"/>
                </a:cubicBezTo>
                <a:lnTo>
                  <a:pt x="1001641" y="218372"/>
                </a:lnTo>
                <a:lnTo>
                  <a:pt x="1041475" y="218372"/>
                </a:lnTo>
                <a:lnTo>
                  <a:pt x="1042572" y="213925"/>
                </a:lnTo>
                <a:cubicBezTo>
                  <a:pt x="1043715" y="208697"/>
                  <a:pt x="1046000" y="201206"/>
                  <a:pt x="1047650" y="192155"/>
                </a:cubicBezTo>
                <a:cubicBezTo>
                  <a:pt x="1051521" y="174051"/>
                  <a:pt x="1054948" y="149705"/>
                  <a:pt x="1056789" y="125086"/>
                </a:cubicBezTo>
                <a:cubicBezTo>
                  <a:pt x="1058058" y="100506"/>
                  <a:pt x="1057741" y="75730"/>
                  <a:pt x="1056027" y="57120"/>
                </a:cubicBezTo>
                <a:cubicBezTo>
                  <a:pt x="1055583" y="47756"/>
                  <a:pt x="1054187" y="40070"/>
                  <a:pt x="1053616" y="34607"/>
                </a:cubicBezTo>
                <a:cubicBezTo>
                  <a:pt x="1052981" y="29145"/>
                  <a:pt x="1052600" y="26024"/>
                  <a:pt x="1052600" y="26024"/>
                </a:cubicBezTo>
                <a:cubicBezTo>
                  <a:pt x="1052600" y="26024"/>
                  <a:pt x="1053869" y="29028"/>
                  <a:pt x="1056154" y="34256"/>
                </a:cubicBezTo>
                <a:cubicBezTo>
                  <a:pt x="1058312" y="39524"/>
                  <a:pt x="1061993" y="46975"/>
                  <a:pt x="1065294" y="56105"/>
                </a:cubicBezTo>
                <a:cubicBezTo>
                  <a:pt x="1072529" y="74248"/>
                  <a:pt x="1080399" y="98867"/>
                  <a:pt x="1086618" y="123837"/>
                </a:cubicBezTo>
                <a:cubicBezTo>
                  <a:pt x="1092394" y="148846"/>
                  <a:pt x="1096456" y="174246"/>
                  <a:pt x="1098106" y="193364"/>
                </a:cubicBezTo>
                <a:cubicBezTo>
                  <a:pt x="1099248" y="202962"/>
                  <a:pt x="1099248" y="210921"/>
                  <a:pt x="1099693" y="216539"/>
                </a:cubicBezTo>
                <a:lnTo>
                  <a:pt x="1099798" y="218372"/>
                </a:lnTo>
                <a:lnTo>
                  <a:pt x="1115028" y="218372"/>
                </a:lnTo>
                <a:lnTo>
                  <a:pt x="1117400" y="211546"/>
                </a:lnTo>
                <a:cubicBezTo>
                  <a:pt x="1124127" y="195159"/>
                  <a:pt x="1131997" y="179123"/>
                  <a:pt x="1138471" y="167301"/>
                </a:cubicBezTo>
                <a:cubicBezTo>
                  <a:pt x="1144881" y="155440"/>
                  <a:pt x="1149641" y="147754"/>
                  <a:pt x="1149641" y="147754"/>
                </a:cubicBezTo>
                <a:cubicBezTo>
                  <a:pt x="1149641" y="147754"/>
                  <a:pt x="1145072" y="181191"/>
                  <a:pt x="1147102" y="214081"/>
                </a:cubicBezTo>
                <a:lnTo>
                  <a:pt x="1147558" y="218372"/>
                </a:lnTo>
                <a:lnTo>
                  <a:pt x="1166585" y="218372"/>
                </a:lnTo>
                <a:lnTo>
                  <a:pt x="1203461" y="44869"/>
                </a:lnTo>
                <a:lnTo>
                  <a:pt x="1218249" y="207175"/>
                </a:lnTo>
                <a:cubicBezTo>
                  <a:pt x="1220280" y="200348"/>
                  <a:pt x="1222501" y="193325"/>
                  <a:pt x="1224849" y="186302"/>
                </a:cubicBezTo>
                <a:cubicBezTo>
                  <a:pt x="1237352" y="147325"/>
                  <a:pt x="1252965" y="109128"/>
                  <a:pt x="1252965" y="109128"/>
                </a:cubicBezTo>
                <a:cubicBezTo>
                  <a:pt x="1252965" y="109128"/>
                  <a:pt x="1252140" y="148808"/>
                  <a:pt x="1254615" y="188136"/>
                </a:cubicBezTo>
                <a:lnTo>
                  <a:pt x="1257131" y="218372"/>
                </a:lnTo>
                <a:lnTo>
                  <a:pt x="1292608" y="218372"/>
                </a:lnTo>
                <a:lnTo>
                  <a:pt x="1293061" y="217027"/>
                </a:lnTo>
                <a:cubicBezTo>
                  <a:pt x="1297488" y="203254"/>
                  <a:pt x="1302914" y="184780"/>
                  <a:pt x="1306912" y="165974"/>
                </a:cubicBezTo>
                <a:cubicBezTo>
                  <a:pt x="1315226" y="128441"/>
                  <a:pt x="1317702" y="89932"/>
                  <a:pt x="1317702" y="89932"/>
                </a:cubicBezTo>
                <a:cubicBezTo>
                  <a:pt x="1317702" y="89932"/>
                  <a:pt x="1330205" y="127466"/>
                  <a:pt x="1336805" y="166209"/>
                </a:cubicBezTo>
                <a:cubicBezTo>
                  <a:pt x="1339693" y="182166"/>
                  <a:pt x="1341550" y="198261"/>
                  <a:pt x="1342732" y="211663"/>
                </a:cubicBezTo>
                <a:lnTo>
                  <a:pt x="1343228" y="218372"/>
                </a:lnTo>
                <a:lnTo>
                  <a:pt x="1345931" y="218372"/>
                </a:lnTo>
                <a:lnTo>
                  <a:pt x="1346080" y="216393"/>
                </a:lnTo>
                <a:cubicBezTo>
                  <a:pt x="1346437" y="212706"/>
                  <a:pt x="1346706" y="210609"/>
                  <a:pt x="1346706" y="210609"/>
                </a:cubicBezTo>
                <a:cubicBezTo>
                  <a:pt x="1346706" y="210609"/>
                  <a:pt x="1350704" y="176860"/>
                  <a:pt x="1362763" y="144945"/>
                </a:cubicBezTo>
                <a:cubicBezTo>
                  <a:pt x="1368856" y="128948"/>
                  <a:pt x="1376091" y="113420"/>
                  <a:pt x="1382501" y="102067"/>
                </a:cubicBezTo>
                <a:cubicBezTo>
                  <a:pt x="1388848" y="90713"/>
                  <a:pt x="1393545" y="83378"/>
                  <a:pt x="1393545" y="83378"/>
                </a:cubicBezTo>
                <a:cubicBezTo>
                  <a:pt x="1393545" y="83378"/>
                  <a:pt x="1388975" y="115527"/>
                  <a:pt x="1392593" y="146779"/>
                </a:cubicBezTo>
                <a:cubicBezTo>
                  <a:pt x="1394433" y="162424"/>
                  <a:pt x="1397416" y="177797"/>
                  <a:pt x="1400653" y="189150"/>
                </a:cubicBezTo>
                <a:cubicBezTo>
                  <a:pt x="1403826" y="200504"/>
                  <a:pt x="1406428" y="207917"/>
                  <a:pt x="1406428" y="207917"/>
                </a:cubicBezTo>
                <a:cubicBezTo>
                  <a:pt x="1406428" y="207917"/>
                  <a:pt x="1407027" y="209660"/>
                  <a:pt x="1408177" y="212690"/>
                </a:cubicBezTo>
                <a:lnTo>
                  <a:pt x="1410474" y="218372"/>
                </a:lnTo>
                <a:lnTo>
                  <a:pt x="1451672" y="218372"/>
                </a:lnTo>
                <a:lnTo>
                  <a:pt x="1452315" y="216813"/>
                </a:lnTo>
                <a:cubicBezTo>
                  <a:pt x="1452315" y="216813"/>
                  <a:pt x="1463676" y="188955"/>
                  <a:pt x="1472751" y="160356"/>
                </a:cubicBezTo>
                <a:cubicBezTo>
                  <a:pt x="1481954" y="131874"/>
                  <a:pt x="1488682" y="102730"/>
                  <a:pt x="1488682" y="102730"/>
                </a:cubicBezTo>
                <a:cubicBezTo>
                  <a:pt x="1488682" y="102730"/>
                  <a:pt x="1496932" y="131641"/>
                  <a:pt x="1502644" y="161176"/>
                </a:cubicBezTo>
                <a:cubicBezTo>
                  <a:pt x="1507072" y="183269"/>
                  <a:pt x="1510035" y="205647"/>
                  <a:pt x="1511239" y="215455"/>
                </a:cubicBezTo>
                <a:lnTo>
                  <a:pt x="1511584" y="218372"/>
                </a:lnTo>
                <a:lnTo>
                  <a:pt x="1514931" y="218372"/>
                </a:lnTo>
                <a:lnTo>
                  <a:pt x="1517075" y="213428"/>
                </a:lnTo>
                <a:cubicBezTo>
                  <a:pt x="1518178" y="210814"/>
                  <a:pt x="1518765" y="209361"/>
                  <a:pt x="1518765" y="209361"/>
                </a:cubicBezTo>
                <a:cubicBezTo>
                  <a:pt x="1518765" y="209361"/>
                  <a:pt x="1535266" y="169681"/>
                  <a:pt x="1545421" y="128441"/>
                </a:cubicBezTo>
                <a:cubicBezTo>
                  <a:pt x="1555893" y="87358"/>
                  <a:pt x="1559701" y="45064"/>
                  <a:pt x="1559701" y="45064"/>
                </a:cubicBezTo>
                <a:cubicBezTo>
                  <a:pt x="1559701" y="45064"/>
                  <a:pt x="1570871" y="86655"/>
                  <a:pt x="1575314" y="129417"/>
                </a:cubicBezTo>
                <a:cubicBezTo>
                  <a:pt x="1580137" y="172061"/>
                  <a:pt x="1577980" y="215408"/>
                  <a:pt x="1577980" y="215408"/>
                </a:cubicBezTo>
                <a:lnTo>
                  <a:pt x="1577828" y="218372"/>
                </a:lnTo>
                <a:lnTo>
                  <a:pt x="1579032" y="218372"/>
                </a:lnTo>
                <a:lnTo>
                  <a:pt x="1586215" y="196071"/>
                </a:lnTo>
                <a:cubicBezTo>
                  <a:pt x="1589642" y="185854"/>
                  <a:pt x="1593561" y="174675"/>
                  <a:pt x="1597781" y="163555"/>
                </a:cubicBezTo>
                <a:cubicBezTo>
                  <a:pt x="1611807" y="126218"/>
                  <a:pt x="1629007" y="89854"/>
                  <a:pt x="1629007" y="89854"/>
                </a:cubicBezTo>
                <a:cubicBezTo>
                  <a:pt x="1629007" y="89854"/>
                  <a:pt x="1626532" y="128090"/>
                  <a:pt x="1627547" y="166014"/>
                </a:cubicBezTo>
                <a:cubicBezTo>
                  <a:pt x="1627928" y="184995"/>
                  <a:pt x="1629150" y="203869"/>
                  <a:pt x="1630276" y="217998"/>
                </a:cubicBezTo>
                <a:lnTo>
                  <a:pt x="1630309" y="218372"/>
                </a:lnTo>
                <a:lnTo>
                  <a:pt x="1679389" y="218372"/>
                </a:lnTo>
                <a:lnTo>
                  <a:pt x="1681147" y="212027"/>
                </a:lnTo>
                <a:cubicBezTo>
                  <a:pt x="1682367" y="207407"/>
                  <a:pt x="1683017" y="204757"/>
                  <a:pt x="1683017" y="204757"/>
                </a:cubicBezTo>
                <a:cubicBezTo>
                  <a:pt x="1683017" y="204757"/>
                  <a:pt x="1693680" y="162424"/>
                  <a:pt x="1698884" y="119117"/>
                </a:cubicBezTo>
                <a:cubicBezTo>
                  <a:pt x="1704342" y="76901"/>
                  <a:pt x="1704406" y="34062"/>
                  <a:pt x="1704406" y="32188"/>
                </a:cubicBezTo>
                <a:cubicBezTo>
                  <a:pt x="1705167" y="34256"/>
                  <a:pt x="1719574" y="75770"/>
                  <a:pt x="1728777" y="118453"/>
                </a:cubicBezTo>
                <a:cubicBezTo>
                  <a:pt x="1738614" y="162151"/>
                  <a:pt x="1742740" y="206708"/>
                  <a:pt x="1742740" y="206708"/>
                </a:cubicBezTo>
                <a:cubicBezTo>
                  <a:pt x="1742740" y="206708"/>
                  <a:pt x="1742903" y="208288"/>
                  <a:pt x="1743158" y="211154"/>
                </a:cubicBezTo>
                <a:lnTo>
                  <a:pt x="1743734" y="218372"/>
                </a:lnTo>
                <a:lnTo>
                  <a:pt x="1760697" y="218372"/>
                </a:lnTo>
                <a:lnTo>
                  <a:pt x="1772760" y="175182"/>
                </a:lnTo>
                <a:cubicBezTo>
                  <a:pt x="1782470" y="136127"/>
                  <a:pt x="1788119" y="96331"/>
                  <a:pt x="1788119" y="96331"/>
                </a:cubicBezTo>
                <a:cubicBezTo>
                  <a:pt x="1788119" y="96331"/>
                  <a:pt x="1797448" y="135776"/>
                  <a:pt x="1802652" y="175923"/>
                </a:cubicBezTo>
                <a:cubicBezTo>
                  <a:pt x="1804033" y="185951"/>
                  <a:pt x="1805155" y="196012"/>
                  <a:pt x="1806063" y="205464"/>
                </a:cubicBezTo>
                <a:lnTo>
                  <a:pt x="1807120" y="218372"/>
                </a:lnTo>
                <a:lnTo>
                  <a:pt x="1833582" y="218372"/>
                </a:lnTo>
                <a:lnTo>
                  <a:pt x="1840098" y="206122"/>
                </a:lnTo>
                <a:cubicBezTo>
                  <a:pt x="1847714" y="192193"/>
                  <a:pt x="1859265" y="174051"/>
                  <a:pt x="1871895" y="156454"/>
                </a:cubicBezTo>
                <a:cubicBezTo>
                  <a:pt x="1884906" y="138975"/>
                  <a:pt x="1898932" y="122043"/>
                  <a:pt x="1910419" y="109830"/>
                </a:cubicBezTo>
                <a:cubicBezTo>
                  <a:pt x="1920955" y="98438"/>
                  <a:pt x="1928698" y="90830"/>
                  <a:pt x="1929777" y="89815"/>
                </a:cubicBezTo>
                <a:cubicBezTo>
                  <a:pt x="1928634" y="91961"/>
                  <a:pt x="1910356" y="127193"/>
                  <a:pt x="1900138" y="163088"/>
                </a:cubicBezTo>
                <a:cubicBezTo>
                  <a:pt x="1894997" y="181659"/>
                  <a:pt x="1891062" y="200192"/>
                  <a:pt x="1889221" y="214121"/>
                </a:cubicBezTo>
                <a:lnTo>
                  <a:pt x="1888711" y="218372"/>
                </a:lnTo>
                <a:lnTo>
                  <a:pt x="1909838" y="218372"/>
                </a:lnTo>
                <a:lnTo>
                  <a:pt x="1959225" y="141356"/>
                </a:lnTo>
                <a:lnTo>
                  <a:pt x="1948856" y="218372"/>
                </a:lnTo>
                <a:lnTo>
                  <a:pt x="1969879" y="218372"/>
                </a:lnTo>
                <a:lnTo>
                  <a:pt x="1973188" y="199763"/>
                </a:lnTo>
                <a:cubicBezTo>
                  <a:pt x="1975663" y="181971"/>
                  <a:pt x="1978392" y="158093"/>
                  <a:pt x="1977821" y="134099"/>
                </a:cubicBezTo>
                <a:cubicBezTo>
                  <a:pt x="1977060" y="110221"/>
                  <a:pt x="1974394" y="85992"/>
                  <a:pt x="1968999" y="68240"/>
                </a:cubicBezTo>
                <a:cubicBezTo>
                  <a:pt x="1967159" y="59149"/>
                  <a:pt x="1963859" y="51930"/>
                  <a:pt x="1962145" y="46703"/>
                </a:cubicBezTo>
                <a:cubicBezTo>
                  <a:pt x="1960558" y="42137"/>
                  <a:pt x="1959479" y="39289"/>
                  <a:pt x="1959289" y="38665"/>
                </a:cubicBezTo>
                <a:cubicBezTo>
                  <a:pt x="1959797" y="39329"/>
                  <a:pt x="1961574" y="41943"/>
                  <a:pt x="1964557" y="46078"/>
                </a:cubicBezTo>
                <a:cubicBezTo>
                  <a:pt x="1967794" y="50955"/>
                  <a:pt x="1973379" y="57744"/>
                  <a:pt x="1977948" y="66445"/>
                </a:cubicBezTo>
                <a:cubicBezTo>
                  <a:pt x="1988864" y="83456"/>
                  <a:pt x="1999146" y="107334"/>
                  <a:pt x="2007524" y="131680"/>
                </a:cubicBezTo>
                <a:cubicBezTo>
                  <a:pt x="2012093" y="145179"/>
                  <a:pt x="2015584" y="158757"/>
                  <a:pt x="2018313" y="171437"/>
                </a:cubicBezTo>
                <a:cubicBezTo>
                  <a:pt x="2018884" y="168082"/>
                  <a:pt x="2019456" y="164726"/>
                  <a:pt x="2020154" y="161332"/>
                </a:cubicBezTo>
                <a:cubicBezTo>
                  <a:pt x="2025104" y="138741"/>
                  <a:pt x="2031705" y="116502"/>
                  <a:pt x="2037988" y="100155"/>
                </a:cubicBezTo>
                <a:cubicBezTo>
                  <a:pt x="2040781" y="91922"/>
                  <a:pt x="2044081" y="85211"/>
                  <a:pt x="2045921" y="80452"/>
                </a:cubicBezTo>
                <a:cubicBezTo>
                  <a:pt x="2047952" y="75730"/>
                  <a:pt x="2049095" y="73038"/>
                  <a:pt x="2049095" y="73038"/>
                </a:cubicBezTo>
                <a:cubicBezTo>
                  <a:pt x="2049095" y="73038"/>
                  <a:pt x="2048841" y="75848"/>
                  <a:pt x="2048460" y="80764"/>
                </a:cubicBezTo>
                <a:cubicBezTo>
                  <a:pt x="2048270" y="85679"/>
                  <a:pt x="2047254" y="92625"/>
                  <a:pt x="2047254" y="101013"/>
                </a:cubicBezTo>
                <a:cubicBezTo>
                  <a:pt x="2046556" y="117751"/>
                  <a:pt x="2047508" y="139990"/>
                  <a:pt x="2050047" y="161956"/>
                </a:cubicBezTo>
                <a:cubicBezTo>
                  <a:pt x="2051570" y="172959"/>
                  <a:pt x="2053474" y="183873"/>
                  <a:pt x="2055585" y="194042"/>
                </a:cubicBezTo>
                <a:lnTo>
                  <a:pt x="2061555" y="218372"/>
                </a:lnTo>
                <a:lnTo>
                  <a:pt x="2097672" y="218372"/>
                </a:lnTo>
                <a:lnTo>
                  <a:pt x="2087302" y="141356"/>
                </a:lnTo>
                <a:lnTo>
                  <a:pt x="2136689" y="218372"/>
                </a:lnTo>
                <a:lnTo>
                  <a:pt x="2157816" y="218372"/>
                </a:lnTo>
                <a:lnTo>
                  <a:pt x="2157306" y="214121"/>
                </a:lnTo>
                <a:cubicBezTo>
                  <a:pt x="2155465" y="200192"/>
                  <a:pt x="2151530" y="181659"/>
                  <a:pt x="2146390" y="163088"/>
                </a:cubicBezTo>
                <a:cubicBezTo>
                  <a:pt x="2136171" y="127193"/>
                  <a:pt x="2117893" y="91961"/>
                  <a:pt x="2116751" y="89815"/>
                </a:cubicBezTo>
                <a:cubicBezTo>
                  <a:pt x="2117829" y="90830"/>
                  <a:pt x="2125572" y="98438"/>
                  <a:pt x="2136108" y="109830"/>
                </a:cubicBezTo>
                <a:cubicBezTo>
                  <a:pt x="2147595" y="122043"/>
                  <a:pt x="2161685" y="138975"/>
                  <a:pt x="2174632" y="156454"/>
                </a:cubicBezTo>
                <a:cubicBezTo>
                  <a:pt x="2187262" y="174051"/>
                  <a:pt x="2198813" y="192193"/>
                  <a:pt x="2206429" y="206122"/>
                </a:cubicBezTo>
                <a:lnTo>
                  <a:pt x="2212945" y="218372"/>
                </a:lnTo>
                <a:lnTo>
                  <a:pt x="2239408" y="218372"/>
                </a:lnTo>
                <a:lnTo>
                  <a:pt x="2240465" y="205464"/>
                </a:lnTo>
                <a:cubicBezTo>
                  <a:pt x="2241372" y="196012"/>
                  <a:pt x="2242495" y="185951"/>
                  <a:pt x="2243875" y="175923"/>
                </a:cubicBezTo>
                <a:cubicBezTo>
                  <a:pt x="2249079" y="135776"/>
                  <a:pt x="2258409" y="96331"/>
                  <a:pt x="2258409" y="96331"/>
                </a:cubicBezTo>
                <a:cubicBezTo>
                  <a:pt x="2258409" y="96331"/>
                  <a:pt x="2264057" y="136127"/>
                  <a:pt x="2273768" y="175182"/>
                </a:cubicBezTo>
                <a:lnTo>
                  <a:pt x="2285830" y="218372"/>
                </a:lnTo>
                <a:lnTo>
                  <a:pt x="2302794" y="218372"/>
                </a:lnTo>
                <a:lnTo>
                  <a:pt x="2303371" y="211154"/>
                </a:lnTo>
                <a:cubicBezTo>
                  <a:pt x="2303626" y="208288"/>
                  <a:pt x="2303788" y="206708"/>
                  <a:pt x="2303788" y="206708"/>
                </a:cubicBezTo>
                <a:cubicBezTo>
                  <a:pt x="2303788" y="206708"/>
                  <a:pt x="2307913" y="162151"/>
                  <a:pt x="2317750" y="118453"/>
                </a:cubicBezTo>
                <a:cubicBezTo>
                  <a:pt x="2326953" y="75770"/>
                  <a:pt x="2341360" y="34256"/>
                  <a:pt x="2342122" y="32188"/>
                </a:cubicBezTo>
                <a:cubicBezTo>
                  <a:pt x="2342122" y="34062"/>
                  <a:pt x="2342122" y="76901"/>
                  <a:pt x="2347643" y="119117"/>
                </a:cubicBezTo>
                <a:cubicBezTo>
                  <a:pt x="2352847" y="162424"/>
                  <a:pt x="2363573" y="204757"/>
                  <a:pt x="2363573" y="204757"/>
                </a:cubicBezTo>
                <a:cubicBezTo>
                  <a:pt x="2363573" y="204757"/>
                  <a:pt x="2364220" y="207407"/>
                  <a:pt x="2365434" y="212027"/>
                </a:cubicBezTo>
                <a:lnTo>
                  <a:pt x="2367185" y="218372"/>
                </a:lnTo>
                <a:lnTo>
                  <a:pt x="2416218" y="218372"/>
                </a:lnTo>
                <a:lnTo>
                  <a:pt x="2416251" y="217998"/>
                </a:lnTo>
                <a:cubicBezTo>
                  <a:pt x="2417378" y="203869"/>
                  <a:pt x="2418600" y="184995"/>
                  <a:pt x="2418980" y="166014"/>
                </a:cubicBezTo>
                <a:cubicBezTo>
                  <a:pt x="2419996" y="128090"/>
                  <a:pt x="2417520" y="89854"/>
                  <a:pt x="2417520" y="89854"/>
                </a:cubicBezTo>
                <a:cubicBezTo>
                  <a:pt x="2417520" y="89854"/>
                  <a:pt x="2434720" y="126218"/>
                  <a:pt x="2448746" y="163555"/>
                </a:cubicBezTo>
                <a:cubicBezTo>
                  <a:pt x="2452967" y="174675"/>
                  <a:pt x="2456886" y="185854"/>
                  <a:pt x="2460313" y="196071"/>
                </a:cubicBezTo>
                <a:lnTo>
                  <a:pt x="2467496" y="218372"/>
                </a:lnTo>
                <a:lnTo>
                  <a:pt x="2468701" y="218372"/>
                </a:lnTo>
                <a:lnTo>
                  <a:pt x="2468548" y="215408"/>
                </a:lnTo>
                <a:cubicBezTo>
                  <a:pt x="2468548" y="215408"/>
                  <a:pt x="2466390" y="172061"/>
                  <a:pt x="2471213" y="129417"/>
                </a:cubicBezTo>
                <a:cubicBezTo>
                  <a:pt x="2475656" y="86655"/>
                  <a:pt x="2486826" y="45064"/>
                  <a:pt x="2486826" y="45064"/>
                </a:cubicBezTo>
                <a:cubicBezTo>
                  <a:pt x="2486826" y="45064"/>
                  <a:pt x="2490634" y="87358"/>
                  <a:pt x="2501106" y="128441"/>
                </a:cubicBezTo>
                <a:cubicBezTo>
                  <a:pt x="2511261" y="169681"/>
                  <a:pt x="2527762" y="209361"/>
                  <a:pt x="2527762" y="209361"/>
                </a:cubicBezTo>
                <a:cubicBezTo>
                  <a:pt x="2527762" y="209361"/>
                  <a:pt x="2528350" y="210814"/>
                  <a:pt x="2529452" y="213428"/>
                </a:cubicBezTo>
                <a:lnTo>
                  <a:pt x="2531596" y="218372"/>
                </a:lnTo>
                <a:lnTo>
                  <a:pt x="2534943" y="218372"/>
                </a:lnTo>
                <a:lnTo>
                  <a:pt x="2535288" y="215455"/>
                </a:lnTo>
                <a:cubicBezTo>
                  <a:pt x="2536493" y="205647"/>
                  <a:pt x="2539457" y="183269"/>
                  <a:pt x="2543883" y="161176"/>
                </a:cubicBezTo>
                <a:cubicBezTo>
                  <a:pt x="2549595" y="131641"/>
                  <a:pt x="2557846" y="102730"/>
                  <a:pt x="2557846" y="102730"/>
                </a:cubicBezTo>
                <a:cubicBezTo>
                  <a:pt x="2557846" y="102730"/>
                  <a:pt x="2564573" y="131874"/>
                  <a:pt x="2573776" y="160356"/>
                </a:cubicBezTo>
                <a:cubicBezTo>
                  <a:pt x="2582852" y="188955"/>
                  <a:pt x="2594276" y="216813"/>
                  <a:pt x="2594276" y="216813"/>
                </a:cubicBezTo>
                <a:lnTo>
                  <a:pt x="2594916" y="218372"/>
                </a:lnTo>
                <a:lnTo>
                  <a:pt x="2636053" y="218372"/>
                </a:lnTo>
                <a:lnTo>
                  <a:pt x="2638351" y="212690"/>
                </a:lnTo>
                <a:cubicBezTo>
                  <a:pt x="2639500" y="209660"/>
                  <a:pt x="2640099" y="207917"/>
                  <a:pt x="2640099" y="207917"/>
                </a:cubicBezTo>
                <a:cubicBezTo>
                  <a:pt x="2640099" y="207917"/>
                  <a:pt x="2642701" y="200504"/>
                  <a:pt x="2645874" y="189150"/>
                </a:cubicBezTo>
                <a:cubicBezTo>
                  <a:pt x="2649111" y="177797"/>
                  <a:pt x="2652094" y="162424"/>
                  <a:pt x="2653935" y="146779"/>
                </a:cubicBezTo>
                <a:cubicBezTo>
                  <a:pt x="2657552" y="115527"/>
                  <a:pt x="2652983" y="83378"/>
                  <a:pt x="2652983" y="83378"/>
                </a:cubicBezTo>
                <a:cubicBezTo>
                  <a:pt x="2652983" y="83378"/>
                  <a:pt x="2657679" y="90713"/>
                  <a:pt x="2664026" y="102067"/>
                </a:cubicBezTo>
                <a:cubicBezTo>
                  <a:pt x="2670436" y="113420"/>
                  <a:pt x="2677671" y="128948"/>
                  <a:pt x="2683764" y="144945"/>
                </a:cubicBezTo>
                <a:cubicBezTo>
                  <a:pt x="2695823" y="176860"/>
                  <a:pt x="2699821" y="210609"/>
                  <a:pt x="2699821" y="210609"/>
                </a:cubicBezTo>
                <a:cubicBezTo>
                  <a:pt x="2699821" y="210609"/>
                  <a:pt x="2700091" y="212706"/>
                  <a:pt x="2700448" y="216393"/>
                </a:cubicBezTo>
                <a:lnTo>
                  <a:pt x="2700597" y="218372"/>
                </a:lnTo>
                <a:lnTo>
                  <a:pt x="2703300" y="218372"/>
                </a:lnTo>
                <a:lnTo>
                  <a:pt x="2703796" y="211663"/>
                </a:lnTo>
                <a:cubicBezTo>
                  <a:pt x="2704978" y="198261"/>
                  <a:pt x="2706835" y="182166"/>
                  <a:pt x="2709722" y="166209"/>
                </a:cubicBezTo>
                <a:cubicBezTo>
                  <a:pt x="2716323" y="127466"/>
                  <a:pt x="2728826" y="89932"/>
                  <a:pt x="2728826" y="89932"/>
                </a:cubicBezTo>
                <a:cubicBezTo>
                  <a:pt x="2728826" y="89932"/>
                  <a:pt x="2731301" y="128441"/>
                  <a:pt x="2739615" y="165974"/>
                </a:cubicBezTo>
                <a:cubicBezTo>
                  <a:pt x="2743614" y="184780"/>
                  <a:pt x="2749040" y="203254"/>
                  <a:pt x="2753467" y="217027"/>
                </a:cubicBezTo>
                <a:lnTo>
                  <a:pt x="2753920" y="218372"/>
                </a:lnTo>
                <a:lnTo>
                  <a:pt x="2789410" y="218372"/>
                </a:lnTo>
                <a:lnTo>
                  <a:pt x="2791912" y="188136"/>
                </a:lnTo>
                <a:cubicBezTo>
                  <a:pt x="2794387" y="148808"/>
                  <a:pt x="2793625" y="109128"/>
                  <a:pt x="2793625" y="109128"/>
                </a:cubicBezTo>
                <a:cubicBezTo>
                  <a:pt x="2793625" y="109128"/>
                  <a:pt x="2809175" y="147325"/>
                  <a:pt x="2821678" y="186302"/>
                </a:cubicBezTo>
                <a:cubicBezTo>
                  <a:pt x="2824026" y="193325"/>
                  <a:pt x="2826247" y="200348"/>
                  <a:pt x="2828278" y="207175"/>
                </a:cubicBezTo>
                <a:lnTo>
                  <a:pt x="2843066" y="44869"/>
                </a:lnTo>
                <a:lnTo>
                  <a:pt x="2879943" y="218372"/>
                </a:lnTo>
                <a:lnTo>
                  <a:pt x="2898970" y="218372"/>
                </a:lnTo>
                <a:lnTo>
                  <a:pt x="2899425" y="214081"/>
                </a:lnTo>
                <a:cubicBezTo>
                  <a:pt x="2901456" y="181191"/>
                  <a:pt x="2896886" y="147754"/>
                  <a:pt x="2896886" y="147754"/>
                </a:cubicBezTo>
                <a:cubicBezTo>
                  <a:pt x="2896886" y="147754"/>
                  <a:pt x="2901646" y="155440"/>
                  <a:pt x="2908056" y="167301"/>
                </a:cubicBezTo>
                <a:cubicBezTo>
                  <a:pt x="2914530" y="179123"/>
                  <a:pt x="2922400" y="195159"/>
                  <a:pt x="2929127" y="211546"/>
                </a:cubicBezTo>
                <a:lnTo>
                  <a:pt x="2931509" y="218372"/>
                </a:lnTo>
                <a:lnTo>
                  <a:pt x="2946730" y="218372"/>
                </a:lnTo>
                <a:lnTo>
                  <a:pt x="2946835" y="216539"/>
                </a:lnTo>
                <a:cubicBezTo>
                  <a:pt x="2947279" y="210921"/>
                  <a:pt x="2947279" y="202962"/>
                  <a:pt x="2948421" y="193364"/>
                </a:cubicBezTo>
                <a:cubicBezTo>
                  <a:pt x="2950071" y="174246"/>
                  <a:pt x="2954197" y="148846"/>
                  <a:pt x="2959909" y="123837"/>
                </a:cubicBezTo>
                <a:cubicBezTo>
                  <a:pt x="2966129" y="98867"/>
                  <a:pt x="2973998" y="74248"/>
                  <a:pt x="2981234" y="56105"/>
                </a:cubicBezTo>
                <a:cubicBezTo>
                  <a:pt x="2984534" y="46975"/>
                  <a:pt x="2988215" y="39524"/>
                  <a:pt x="2990373" y="34256"/>
                </a:cubicBezTo>
                <a:cubicBezTo>
                  <a:pt x="2992658" y="29028"/>
                  <a:pt x="2993927" y="26024"/>
                  <a:pt x="2993927" y="26024"/>
                </a:cubicBezTo>
                <a:cubicBezTo>
                  <a:pt x="2993927" y="26024"/>
                  <a:pt x="2993546" y="29145"/>
                  <a:pt x="2992912" y="34607"/>
                </a:cubicBezTo>
                <a:cubicBezTo>
                  <a:pt x="2992404" y="40070"/>
                  <a:pt x="2990944" y="47756"/>
                  <a:pt x="2990500" y="57120"/>
                </a:cubicBezTo>
                <a:cubicBezTo>
                  <a:pt x="2988786" y="75730"/>
                  <a:pt x="2988469" y="100506"/>
                  <a:pt x="2989738" y="125086"/>
                </a:cubicBezTo>
                <a:cubicBezTo>
                  <a:pt x="2991579" y="149705"/>
                  <a:pt x="2995006" y="174051"/>
                  <a:pt x="2998941" y="192155"/>
                </a:cubicBezTo>
                <a:cubicBezTo>
                  <a:pt x="3000528" y="201206"/>
                  <a:pt x="3002812" y="208697"/>
                  <a:pt x="3003955" y="213925"/>
                </a:cubicBezTo>
                <a:lnTo>
                  <a:pt x="3005052" y="218372"/>
                </a:lnTo>
                <a:lnTo>
                  <a:pt x="3044889" y="218372"/>
                </a:lnTo>
                <a:lnTo>
                  <a:pt x="3045197" y="217067"/>
                </a:lnTo>
                <a:cubicBezTo>
                  <a:pt x="3049434" y="198692"/>
                  <a:pt x="3058632" y="156620"/>
                  <a:pt x="3064439" y="114044"/>
                </a:cubicBezTo>
                <a:cubicBezTo>
                  <a:pt x="3072690" y="57354"/>
                  <a:pt x="3074721" y="0"/>
                  <a:pt x="3074721" y="0"/>
                </a:cubicBezTo>
                <a:cubicBezTo>
                  <a:pt x="3074721" y="0"/>
                  <a:pt x="3087604" y="56652"/>
                  <a:pt x="3094332" y="114161"/>
                </a:cubicBezTo>
                <a:cubicBezTo>
                  <a:pt x="3097982" y="142897"/>
                  <a:pt x="3100060" y="171778"/>
                  <a:pt x="3101226" y="193476"/>
                </a:cubicBezTo>
                <a:lnTo>
                  <a:pt x="3102315" y="218372"/>
                </a:lnTo>
                <a:lnTo>
                  <a:pt x="3131032" y="218372"/>
                </a:lnTo>
                <a:lnTo>
                  <a:pt x="3131914" y="215700"/>
                </a:lnTo>
                <a:cubicBezTo>
                  <a:pt x="3137454" y="199143"/>
                  <a:pt x="3150437" y="161381"/>
                  <a:pt x="3165669" y="124188"/>
                </a:cubicBezTo>
                <a:cubicBezTo>
                  <a:pt x="3185026" y="76355"/>
                  <a:pt x="3208065" y="29574"/>
                  <a:pt x="3209778" y="26180"/>
                </a:cubicBezTo>
                <a:cubicBezTo>
                  <a:pt x="3209461" y="27936"/>
                  <a:pt x="3207113" y="41123"/>
                  <a:pt x="3204130" y="60007"/>
                </a:cubicBezTo>
                <a:cubicBezTo>
                  <a:pt x="3206415" y="46859"/>
                  <a:pt x="3208001" y="38509"/>
                  <a:pt x="3208001" y="38509"/>
                </a:cubicBezTo>
                <a:cubicBezTo>
                  <a:pt x="3208001" y="38509"/>
                  <a:pt x="3214538" y="84431"/>
                  <a:pt x="3223424" y="130002"/>
                </a:cubicBezTo>
                <a:cubicBezTo>
                  <a:pt x="3229993" y="164180"/>
                  <a:pt x="3237883" y="198138"/>
                  <a:pt x="3241417" y="212982"/>
                </a:cubicBezTo>
                <a:lnTo>
                  <a:pt x="3242716" y="218372"/>
                </a:lnTo>
                <a:lnTo>
                  <a:pt x="3258397" y="218372"/>
                </a:lnTo>
                <a:lnTo>
                  <a:pt x="3259346" y="198436"/>
                </a:lnTo>
                <a:cubicBezTo>
                  <a:pt x="3259536" y="163712"/>
                  <a:pt x="3253634" y="128597"/>
                  <a:pt x="3253634" y="128597"/>
                </a:cubicBezTo>
                <a:cubicBezTo>
                  <a:pt x="3253634" y="128597"/>
                  <a:pt x="3274007" y="161020"/>
                  <a:pt x="3288922" y="195393"/>
                </a:cubicBezTo>
                <a:lnTo>
                  <a:pt x="3297610" y="218372"/>
                </a:lnTo>
                <a:lnTo>
                  <a:pt x="3340482" y="218372"/>
                </a:lnTo>
                <a:lnTo>
                  <a:pt x="3343313" y="210843"/>
                </a:lnTo>
                <a:cubicBezTo>
                  <a:pt x="3349850" y="192935"/>
                  <a:pt x="3357085" y="168784"/>
                  <a:pt x="3362924" y="144282"/>
                </a:cubicBezTo>
                <a:cubicBezTo>
                  <a:pt x="3368382" y="119741"/>
                  <a:pt x="3372380" y="94965"/>
                  <a:pt x="3374221" y="76237"/>
                </a:cubicBezTo>
                <a:cubicBezTo>
                  <a:pt x="3375427" y="66874"/>
                  <a:pt x="3375617" y="59071"/>
                  <a:pt x="3376125" y="53569"/>
                </a:cubicBezTo>
                <a:cubicBezTo>
                  <a:pt x="3376506" y="48068"/>
                  <a:pt x="3376696" y="44947"/>
                  <a:pt x="3376696" y="44947"/>
                </a:cubicBezTo>
                <a:cubicBezTo>
                  <a:pt x="3376696" y="44947"/>
                  <a:pt x="3377458" y="48029"/>
                  <a:pt x="3378664" y="53452"/>
                </a:cubicBezTo>
                <a:cubicBezTo>
                  <a:pt x="3379806" y="58914"/>
                  <a:pt x="3381964" y="66679"/>
                  <a:pt x="3383551" y="76043"/>
                </a:cubicBezTo>
                <a:cubicBezTo>
                  <a:pt x="3387359" y="94770"/>
                  <a:pt x="3390786" y="119935"/>
                  <a:pt x="3392817" y="145335"/>
                </a:cubicBezTo>
                <a:cubicBezTo>
                  <a:pt x="3394404" y="170696"/>
                  <a:pt x="3394531" y="196290"/>
                  <a:pt x="3393388" y="215486"/>
                </a:cubicBezTo>
                <a:lnTo>
                  <a:pt x="3393203" y="218372"/>
                </a:lnTo>
                <a:lnTo>
                  <a:pt x="3451708" y="218372"/>
                </a:lnTo>
                <a:lnTo>
                  <a:pt x="3450698" y="206300"/>
                </a:lnTo>
                <a:cubicBezTo>
                  <a:pt x="3449981" y="195722"/>
                  <a:pt x="3449414" y="184449"/>
                  <a:pt x="3449176" y="173193"/>
                </a:cubicBezTo>
                <a:cubicBezTo>
                  <a:pt x="3447906" y="128090"/>
                  <a:pt x="3451905" y="83495"/>
                  <a:pt x="3451905" y="83495"/>
                </a:cubicBezTo>
                <a:cubicBezTo>
                  <a:pt x="3451905" y="83495"/>
                  <a:pt x="3462884" y="127583"/>
                  <a:pt x="3478815" y="170501"/>
                </a:cubicBezTo>
                <a:cubicBezTo>
                  <a:pt x="3482734" y="181269"/>
                  <a:pt x="3486955" y="191947"/>
                  <a:pt x="3491081" y="201907"/>
                </a:cubicBezTo>
                <a:lnTo>
                  <a:pt x="3498191" y="218372"/>
                </a:lnTo>
                <a:lnTo>
                  <a:pt x="3556656" y="218372"/>
                </a:lnTo>
                <a:lnTo>
                  <a:pt x="3557450" y="211428"/>
                </a:lnTo>
                <a:cubicBezTo>
                  <a:pt x="3559037" y="195276"/>
                  <a:pt x="3559545" y="173661"/>
                  <a:pt x="3558656" y="151851"/>
                </a:cubicBezTo>
                <a:cubicBezTo>
                  <a:pt x="3557260" y="130119"/>
                  <a:pt x="3554404" y="108231"/>
                  <a:pt x="3550913" y="91844"/>
                </a:cubicBezTo>
                <a:cubicBezTo>
                  <a:pt x="3549580" y="83612"/>
                  <a:pt x="3547486" y="76901"/>
                  <a:pt x="3546471" y="72102"/>
                </a:cubicBezTo>
                <a:cubicBezTo>
                  <a:pt x="3545455" y="67888"/>
                  <a:pt x="3544820" y="65274"/>
                  <a:pt x="3544693" y="64689"/>
                </a:cubicBezTo>
                <a:cubicBezTo>
                  <a:pt x="3545074" y="65235"/>
                  <a:pt x="3546534" y="67693"/>
                  <a:pt x="3548945" y="71595"/>
                </a:cubicBezTo>
                <a:cubicBezTo>
                  <a:pt x="3551548" y="76082"/>
                  <a:pt x="3555864" y="82441"/>
                  <a:pt x="3559989" y="90284"/>
                </a:cubicBezTo>
                <a:cubicBezTo>
                  <a:pt x="3568938" y="105812"/>
                  <a:pt x="3579283" y="127036"/>
                  <a:pt x="3588232" y="148730"/>
                </a:cubicBezTo>
                <a:cubicBezTo>
                  <a:pt x="3596673" y="170423"/>
                  <a:pt x="3603781" y="192622"/>
                  <a:pt x="3607843" y="209438"/>
                </a:cubicBezTo>
                <a:lnTo>
                  <a:pt x="3609872" y="218372"/>
                </a:lnTo>
                <a:lnTo>
                  <a:pt x="3665952" y="218372"/>
                </a:lnTo>
                <a:lnTo>
                  <a:pt x="3669723" y="205264"/>
                </a:lnTo>
                <a:cubicBezTo>
                  <a:pt x="3680005" y="167106"/>
                  <a:pt x="3687938" y="128402"/>
                  <a:pt x="3687938" y="128402"/>
                </a:cubicBezTo>
                <a:cubicBezTo>
                  <a:pt x="3687938" y="128402"/>
                  <a:pt x="3694983" y="167145"/>
                  <a:pt x="3699616" y="206239"/>
                </a:cubicBezTo>
                <a:lnTo>
                  <a:pt x="3700830" y="218372"/>
                </a:lnTo>
                <a:lnTo>
                  <a:pt x="3714682" y="218372"/>
                </a:lnTo>
                <a:lnTo>
                  <a:pt x="3714690" y="217583"/>
                </a:lnTo>
                <a:cubicBezTo>
                  <a:pt x="3714864" y="200650"/>
                  <a:pt x="3715102" y="178070"/>
                  <a:pt x="3715356" y="155479"/>
                </a:cubicBezTo>
                <a:cubicBezTo>
                  <a:pt x="3715039" y="110221"/>
                  <a:pt x="3714785" y="65001"/>
                  <a:pt x="3714785" y="65001"/>
                </a:cubicBezTo>
                <a:cubicBezTo>
                  <a:pt x="3714785" y="65001"/>
                  <a:pt x="3729953" y="109089"/>
                  <a:pt x="3745058" y="153177"/>
                </a:cubicBezTo>
                <a:cubicBezTo>
                  <a:pt x="3752262" y="175319"/>
                  <a:pt x="3759482" y="197451"/>
                  <a:pt x="3764900" y="214048"/>
                </a:cubicBezTo>
                <a:lnTo>
                  <a:pt x="3766313" y="218372"/>
                </a:lnTo>
                <a:lnTo>
                  <a:pt x="3795172" y="218372"/>
                </a:lnTo>
                <a:lnTo>
                  <a:pt x="3793903" y="198810"/>
                </a:lnTo>
                <a:cubicBezTo>
                  <a:pt x="3793317" y="188338"/>
                  <a:pt x="3792802" y="177172"/>
                  <a:pt x="3792468" y="166014"/>
                </a:cubicBezTo>
                <a:cubicBezTo>
                  <a:pt x="3790945" y="121379"/>
                  <a:pt x="3792405" y="76940"/>
                  <a:pt x="3792405" y="76940"/>
                </a:cubicBezTo>
                <a:cubicBezTo>
                  <a:pt x="3792405" y="76940"/>
                  <a:pt x="3805860" y="120443"/>
                  <a:pt x="3822107" y="163244"/>
                </a:cubicBezTo>
                <a:cubicBezTo>
                  <a:pt x="3826122" y="173963"/>
                  <a:pt x="3830306" y="184632"/>
                  <a:pt x="3834326" y="194605"/>
                </a:cubicBezTo>
                <a:lnTo>
                  <a:pt x="3844139" y="218372"/>
                </a:lnTo>
                <a:lnTo>
                  <a:pt x="3906964" y="218372"/>
                </a:lnTo>
                <a:lnTo>
                  <a:pt x="3907470" y="210570"/>
                </a:lnTo>
                <a:cubicBezTo>
                  <a:pt x="3909057" y="212443"/>
                  <a:pt x="3910580" y="214316"/>
                  <a:pt x="3912167" y="216188"/>
                </a:cubicBezTo>
                <a:lnTo>
                  <a:pt x="3914032" y="218372"/>
                </a:lnTo>
                <a:lnTo>
                  <a:pt x="4022706" y="218372"/>
                </a:lnTo>
                <a:lnTo>
                  <a:pt x="4029517" y="149315"/>
                </a:lnTo>
                <a:lnTo>
                  <a:pt x="4033642" y="135308"/>
                </a:lnTo>
                <a:lnTo>
                  <a:pt x="4037704" y="149315"/>
                </a:lnTo>
                <a:lnTo>
                  <a:pt x="4044548" y="218372"/>
                </a:lnTo>
                <a:lnTo>
                  <a:pt x="4153254" y="218372"/>
                </a:lnTo>
                <a:lnTo>
                  <a:pt x="4155118" y="216188"/>
                </a:lnTo>
                <a:cubicBezTo>
                  <a:pt x="4156641" y="214354"/>
                  <a:pt x="4158228" y="212482"/>
                  <a:pt x="4159751" y="210648"/>
                </a:cubicBezTo>
                <a:lnTo>
                  <a:pt x="4160283" y="218372"/>
                </a:lnTo>
                <a:lnTo>
                  <a:pt x="4223123" y="218372"/>
                </a:lnTo>
                <a:lnTo>
                  <a:pt x="4232934" y="194605"/>
                </a:lnTo>
                <a:cubicBezTo>
                  <a:pt x="4236956" y="184632"/>
                  <a:pt x="4241148" y="173963"/>
                  <a:pt x="4245178" y="163244"/>
                </a:cubicBezTo>
                <a:cubicBezTo>
                  <a:pt x="4261426" y="120443"/>
                  <a:pt x="4274881" y="76940"/>
                  <a:pt x="4274881" y="76940"/>
                </a:cubicBezTo>
                <a:cubicBezTo>
                  <a:pt x="4274881" y="76940"/>
                  <a:pt x="4276277" y="121379"/>
                  <a:pt x="4274817" y="166014"/>
                </a:cubicBezTo>
                <a:cubicBezTo>
                  <a:pt x="4274484" y="177172"/>
                  <a:pt x="4273969" y="188338"/>
                  <a:pt x="4273382" y="198810"/>
                </a:cubicBezTo>
                <a:lnTo>
                  <a:pt x="4272114" y="218372"/>
                </a:lnTo>
                <a:lnTo>
                  <a:pt x="4302946" y="218372"/>
                </a:lnTo>
                <a:lnTo>
                  <a:pt x="4345964" y="90946"/>
                </a:lnTo>
                <a:lnTo>
                  <a:pt x="4350088" y="218372"/>
                </a:lnTo>
                <a:lnTo>
                  <a:pt x="4366405" y="218372"/>
                </a:lnTo>
                <a:lnTo>
                  <a:pt x="4367606" y="206239"/>
                </a:lnTo>
                <a:cubicBezTo>
                  <a:pt x="4372303" y="167145"/>
                  <a:pt x="4379347" y="128402"/>
                  <a:pt x="4379347" y="128402"/>
                </a:cubicBezTo>
                <a:cubicBezTo>
                  <a:pt x="4379347" y="128402"/>
                  <a:pt x="4387282" y="167106"/>
                  <a:pt x="4397499" y="205264"/>
                </a:cubicBezTo>
                <a:lnTo>
                  <a:pt x="4401285" y="218372"/>
                </a:lnTo>
                <a:lnTo>
                  <a:pt x="4457415" y="218372"/>
                </a:lnTo>
                <a:lnTo>
                  <a:pt x="4459442" y="209438"/>
                </a:lnTo>
                <a:cubicBezTo>
                  <a:pt x="4463505" y="192622"/>
                  <a:pt x="4470550" y="170423"/>
                  <a:pt x="4479054" y="148730"/>
                </a:cubicBezTo>
                <a:cubicBezTo>
                  <a:pt x="4488003" y="127036"/>
                  <a:pt x="4498349" y="105812"/>
                  <a:pt x="4507296" y="90284"/>
                </a:cubicBezTo>
                <a:cubicBezTo>
                  <a:pt x="4511422" y="82441"/>
                  <a:pt x="4515738" y="76082"/>
                  <a:pt x="4518340" y="71595"/>
                </a:cubicBezTo>
                <a:cubicBezTo>
                  <a:pt x="4520751" y="67693"/>
                  <a:pt x="4522212" y="65235"/>
                  <a:pt x="4522592" y="64689"/>
                </a:cubicBezTo>
                <a:cubicBezTo>
                  <a:pt x="4522465" y="65274"/>
                  <a:pt x="4521831" y="67888"/>
                  <a:pt x="4520816" y="72102"/>
                </a:cubicBezTo>
                <a:cubicBezTo>
                  <a:pt x="4519801" y="76901"/>
                  <a:pt x="4517705" y="83612"/>
                  <a:pt x="4516309" y="91844"/>
                </a:cubicBezTo>
                <a:cubicBezTo>
                  <a:pt x="4512882" y="108231"/>
                  <a:pt x="4510025" y="130119"/>
                  <a:pt x="4508629" y="151851"/>
                </a:cubicBezTo>
                <a:cubicBezTo>
                  <a:pt x="4507678" y="173661"/>
                  <a:pt x="4508249" y="195276"/>
                  <a:pt x="4509835" y="211428"/>
                </a:cubicBezTo>
                <a:lnTo>
                  <a:pt x="4510629" y="218372"/>
                </a:lnTo>
                <a:lnTo>
                  <a:pt x="4569056" y="218372"/>
                </a:lnTo>
                <a:lnTo>
                  <a:pt x="4576152" y="201907"/>
                </a:lnTo>
                <a:cubicBezTo>
                  <a:pt x="4580272" y="191947"/>
                  <a:pt x="4584489" y="181269"/>
                  <a:pt x="4588408" y="170501"/>
                </a:cubicBezTo>
                <a:cubicBezTo>
                  <a:pt x="4604401" y="127583"/>
                  <a:pt x="4615382" y="83495"/>
                  <a:pt x="4615382" y="83495"/>
                </a:cubicBezTo>
                <a:cubicBezTo>
                  <a:pt x="4615382" y="83495"/>
                  <a:pt x="4619379" y="128090"/>
                  <a:pt x="4618110" y="173193"/>
                </a:cubicBezTo>
                <a:cubicBezTo>
                  <a:pt x="4617872" y="184449"/>
                  <a:pt x="4617301" y="195722"/>
                  <a:pt x="4616578" y="206300"/>
                </a:cubicBezTo>
                <a:lnTo>
                  <a:pt x="4615559" y="218372"/>
                </a:lnTo>
                <a:lnTo>
                  <a:pt x="4674083" y="218372"/>
                </a:lnTo>
                <a:lnTo>
                  <a:pt x="4673897" y="215486"/>
                </a:lnTo>
                <a:cubicBezTo>
                  <a:pt x="4672755" y="196290"/>
                  <a:pt x="4672882" y="170696"/>
                  <a:pt x="4674469" y="145335"/>
                </a:cubicBezTo>
                <a:cubicBezTo>
                  <a:pt x="4676436" y="119935"/>
                  <a:pt x="4679927" y="94770"/>
                  <a:pt x="4683734" y="76043"/>
                </a:cubicBezTo>
                <a:cubicBezTo>
                  <a:pt x="4685258" y="66679"/>
                  <a:pt x="4687479" y="58914"/>
                  <a:pt x="4688623" y="53452"/>
                </a:cubicBezTo>
                <a:cubicBezTo>
                  <a:pt x="4689827" y="48029"/>
                  <a:pt x="4690525" y="44947"/>
                  <a:pt x="4690525" y="44947"/>
                </a:cubicBezTo>
                <a:cubicBezTo>
                  <a:pt x="4690525" y="44947"/>
                  <a:pt x="4690780" y="48068"/>
                  <a:pt x="4691161" y="53569"/>
                </a:cubicBezTo>
                <a:cubicBezTo>
                  <a:pt x="4691668" y="59071"/>
                  <a:pt x="4691795" y="66874"/>
                  <a:pt x="4693064" y="76237"/>
                </a:cubicBezTo>
                <a:cubicBezTo>
                  <a:pt x="4694841" y="94965"/>
                  <a:pt x="4698903" y="119741"/>
                  <a:pt x="4704299" y="144282"/>
                </a:cubicBezTo>
                <a:cubicBezTo>
                  <a:pt x="4710200" y="168784"/>
                  <a:pt x="4717372" y="192935"/>
                  <a:pt x="4723973" y="210843"/>
                </a:cubicBezTo>
                <a:lnTo>
                  <a:pt x="4726805" y="218372"/>
                </a:lnTo>
                <a:lnTo>
                  <a:pt x="4769623" y="218372"/>
                </a:lnTo>
                <a:lnTo>
                  <a:pt x="4778300" y="195393"/>
                </a:lnTo>
                <a:cubicBezTo>
                  <a:pt x="4793278" y="161020"/>
                  <a:pt x="4813651" y="128597"/>
                  <a:pt x="4813651" y="128597"/>
                </a:cubicBezTo>
                <a:cubicBezTo>
                  <a:pt x="4813651" y="128597"/>
                  <a:pt x="4807750" y="163712"/>
                  <a:pt x="4807939" y="198436"/>
                </a:cubicBezTo>
                <a:lnTo>
                  <a:pt x="4808877" y="218372"/>
                </a:lnTo>
                <a:lnTo>
                  <a:pt x="4824571" y="218372"/>
                </a:lnTo>
                <a:lnTo>
                  <a:pt x="4825870" y="212982"/>
                </a:lnTo>
                <a:cubicBezTo>
                  <a:pt x="4829404" y="198138"/>
                  <a:pt x="4837293" y="164180"/>
                  <a:pt x="4843863" y="130002"/>
                </a:cubicBezTo>
                <a:cubicBezTo>
                  <a:pt x="4852748" y="84431"/>
                  <a:pt x="4859284" y="38509"/>
                  <a:pt x="4859284" y="38509"/>
                </a:cubicBezTo>
                <a:cubicBezTo>
                  <a:pt x="4859284" y="38509"/>
                  <a:pt x="4861125" y="48575"/>
                  <a:pt x="4863791" y="64025"/>
                </a:cubicBezTo>
                <a:cubicBezTo>
                  <a:pt x="4860300" y="41552"/>
                  <a:pt x="4857380" y="25985"/>
                  <a:pt x="4857380" y="25985"/>
                </a:cubicBezTo>
                <a:cubicBezTo>
                  <a:pt x="4857380" y="25985"/>
                  <a:pt x="4881498" y="74521"/>
                  <a:pt x="4901617" y="124188"/>
                </a:cubicBezTo>
                <a:cubicBezTo>
                  <a:pt x="4916849" y="161381"/>
                  <a:pt x="4929797" y="199143"/>
                  <a:pt x="4935318" y="215700"/>
                </a:cubicBezTo>
                <a:lnTo>
                  <a:pt x="4936197" y="218372"/>
                </a:lnTo>
                <a:lnTo>
                  <a:pt x="4964971" y="218372"/>
                </a:lnTo>
                <a:lnTo>
                  <a:pt x="4966060" y="193476"/>
                </a:lnTo>
                <a:cubicBezTo>
                  <a:pt x="4967226" y="171778"/>
                  <a:pt x="4969304" y="142897"/>
                  <a:pt x="4972953" y="114161"/>
                </a:cubicBezTo>
                <a:cubicBezTo>
                  <a:pt x="4979681" y="56652"/>
                  <a:pt x="4992565" y="0"/>
                  <a:pt x="4992565" y="0"/>
                </a:cubicBezTo>
                <a:cubicBezTo>
                  <a:pt x="4992565" y="0"/>
                  <a:pt x="4994596" y="57354"/>
                  <a:pt x="5002846" y="114044"/>
                </a:cubicBezTo>
                <a:cubicBezTo>
                  <a:pt x="5008654" y="156620"/>
                  <a:pt x="5017853" y="198692"/>
                  <a:pt x="5022089" y="217067"/>
                </a:cubicBezTo>
                <a:lnTo>
                  <a:pt x="5022398" y="218372"/>
                </a:lnTo>
                <a:lnTo>
                  <a:pt x="5062234" y="218372"/>
                </a:lnTo>
                <a:lnTo>
                  <a:pt x="5063332" y="213925"/>
                </a:lnTo>
                <a:cubicBezTo>
                  <a:pt x="5064474" y="208697"/>
                  <a:pt x="5066758" y="201206"/>
                  <a:pt x="5068344" y="192155"/>
                </a:cubicBezTo>
                <a:cubicBezTo>
                  <a:pt x="5072279" y="174051"/>
                  <a:pt x="5075706" y="149705"/>
                  <a:pt x="5077547" y="125086"/>
                </a:cubicBezTo>
                <a:cubicBezTo>
                  <a:pt x="5078816" y="100506"/>
                  <a:pt x="5078499" y="75730"/>
                  <a:pt x="5076786" y="57120"/>
                </a:cubicBezTo>
                <a:cubicBezTo>
                  <a:pt x="5076341" y="47756"/>
                  <a:pt x="5074881" y="40070"/>
                  <a:pt x="5074374" y="34607"/>
                </a:cubicBezTo>
                <a:cubicBezTo>
                  <a:pt x="5073739" y="29145"/>
                  <a:pt x="5073359" y="26024"/>
                  <a:pt x="5073359" y="26024"/>
                </a:cubicBezTo>
                <a:cubicBezTo>
                  <a:pt x="5073359" y="26024"/>
                  <a:pt x="5074628" y="29028"/>
                  <a:pt x="5076912" y="34256"/>
                </a:cubicBezTo>
                <a:cubicBezTo>
                  <a:pt x="5079008" y="39524"/>
                  <a:pt x="5082751" y="46975"/>
                  <a:pt x="5086053" y="56105"/>
                </a:cubicBezTo>
                <a:cubicBezTo>
                  <a:pt x="5093287" y="74248"/>
                  <a:pt x="5101158" y="98867"/>
                  <a:pt x="5107376" y="123837"/>
                </a:cubicBezTo>
                <a:cubicBezTo>
                  <a:pt x="5113088" y="148846"/>
                  <a:pt x="5117214" y="174246"/>
                  <a:pt x="5118801" y="193364"/>
                </a:cubicBezTo>
                <a:cubicBezTo>
                  <a:pt x="5120007" y="202962"/>
                  <a:pt x="5120007" y="210921"/>
                  <a:pt x="5120451" y="216539"/>
                </a:cubicBezTo>
                <a:lnTo>
                  <a:pt x="5120556" y="218372"/>
                </a:lnTo>
                <a:lnTo>
                  <a:pt x="5135777" y="218372"/>
                </a:lnTo>
                <a:lnTo>
                  <a:pt x="5138159" y="211546"/>
                </a:lnTo>
                <a:cubicBezTo>
                  <a:pt x="5144822" y="195159"/>
                  <a:pt x="5152755" y="179123"/>
                  <a:pt x="5159229" y="167301"/>
                </a:cubicBezTo>
                <a:cubicBezTo>
                  <a:pt x="5165639" y="155440"/>
                  <a:pt x="5170399" y="147754"/>
                  <a:pt x="5170399" y="147754"/>
                </a:cubicBezTo>
                <a:cubicBezTo>
                  <a:pt x="5170399" y="147754"/>
                  <a:pt x="5165830" y="181191"/>
                  <a:pt x="5167860" y="214081"/>
                </a:cubicBezTo>
                <a:lnTo>
                  <a:pt x="5168316" y="218372"/>
                </a:lnTo>
                <a:lnTo>
                  <a:pt x="5187343" y="218372"/>
                </a:lnTo>
                <a:lnTo>
                  <a:pt x="5224219" y="44869"/>
                </a:lnTo>
                <a:lnTo>
                  <a:pt x="5238944" y="207175"/>
                </a:lnTo>
                <a:cubicBezTo>
                  <a:pt x="5241039" y="200348"/>
                  <a:pt x="5243259" y="193325"/>
                  <a:pt x="5245608" y="186302"/>
                </a:cubicBezTo>
                <a:cubicBezTo>
                  <a:pt x="5258047" y="147325"/>
                  <a:pt x="5273660" y="109128"/>
                  <a:pt x="5273660" y="109128"/>
                </a:cubicBezTo>
                <a:cubicBezTo>
                  <a:pt x="5273660" y="109128"/>
                  <a:pt x="5272898" y="148808"/>
                  <a:pt x="5275374" y="188136"/>
                </a:cubicBezTo>
                <a:lnTo>
                  <a:pt x="5277877" y="218372"/>
                </a:lnTo>
                <a:lnTo>
                  <a:pt x="5313344" y="218372"/>
                </a:lnTo>
                <a:lnTo>
                  <a:pt x="5313796" y="217027"/>
                </a:lnTo>
                <a:cubicBezTo>
                  <a:pt x="5318214" y="203254"/>
                  <a:pt x="5323640" y="184780"/>
                  <a:pt x="5327670" y="165974"/>
                </a:cubicBezTo>
                <a:cubicBezTo>
                  <a:pt x="5335984" y="128441"/>
                  <a:pt x="5338396" y="89932"/>
                  <a:pt x="5338396" y="89932"/>
                </a:cubicBezTo>
                <a:cubicBezTo>
                  <a:pt x="5338396" y="89932"/>
                  <a:pt x="5350962" y="127466"/>
                  <a:pt x="5357563" y="166209"/>
                </a:cubicBezTo>
                <a:cubicBezTo>
                  <a:pt x="5360451" y="182166"/>
                  <a:pt x="5362292" y="198261"/>
                  <a:pt x="5363466" y="211663"/>
                </a:cubicBezTo>
                <a:lnTo>
                  <a:pt x="5363961" y="218372"/>
                </a:lnTo>
                <a:lnTo>
                  <a:pt x="5366689" y="218372"/>
                </a:lnTo>
                <a:lnTo>
                  <a:pt x="5366838" y="216393"/>
                </a:lnTo>
                <a:cubicBezTo>
                  <a:pt x="5367195" y="212706"/>
                  <a:pt x="5367464" y="210609"/>
                  <a:pt x="5367464" y="210609"/>
                </a:cubicBezTo>
                <a:cubicBezTo>
                  <a:pt x="5367464" y="210609"/>
                  <a:pt x="5371464" y="176860"/>
                  <a:pt x="5383521" y="144945"/>
                </a:cubicBezTo>
                <a:cubicBezTo>
                  <a:pt x="5389614" y="128948"/>
                  <a:pt x="5396850" y="113420"/>
                  <a:pt x="5403260" y="102067"/>
                </a:cubicBezTo>
                <a:cubicBezTo>
                  <a:pt x="5409606" y="90713"/>
                  <a:pt x="5414303" y="83378"/>
                  <a:pt x="5414303" y="83378"/>
                </a:cubicBezTo>
                <a:cubicBezTo>
                  <a:pt x="5414303" y="83378"/>
                  <a:pt x="5409733" y="115527"/>
                  <a:pt x="5413351" y="146779"/>
                </a:cubicBezTo>
                <a:cubicBezTo>
                  <a:pt x="5415191" y="162424"/>
                  <a:pt x="5418175" y="177797"/>
                  <a:pt x="5421411" y="189150"/>
                </a:cubicBezTo>
                <a:cubicBezTo>
                  <a:pt x="5424584" y="200504"/>
                  <a:pt x="5427187" y="207917"/>
                  <a:pt x="5427187" y="207917"/>
                </a:cubicBezTo>
                <a:cubicBezTo>
                  <a:pt x="5427187" y="207917"/>
                  <a:pt x="5427785" y="209660"/>
                  <a:pt x="5428935" y="212690"/>
                </a:cubicBezTo>
                <a:lnTo>
                  <a:pt x="5431232" y="218372"/>
                </a:lnTo>
                <a:lnTo>
                  <a:pt x="5472367" y="218372"/>
                </a:lnTo>
                <a:lnTo>
                  <a:pt x="5473010" y="216813"/>
                </a:lnTo>
                <a:cubicBezTo>
                  <a:pt x="5473010" y="216813"/>
                  <a:pt x="5484434" y="188955"/>
                  <a:pt x="5493509" y="160356"/>
                </a:cubicBezTo>
                <a:cubicBezTo>
                  <a:pt x="5502712" y="131874"/>
                  <a:pt x="5509440" y="102730"/>
                  <a:pt x="5509440" y="102730"/>
                </a:cubicBezTo>
                <a:cubicBezTo>
                  <a:pt x="5509440" y="102730"/>
                  <a:pt x="5517627" y="131641"/>
                  <a:pt x="5523402" y="161176"/>
                </a:cubicBezTo>
                <a:cubicBezTo>
                  <a:pt x="5527830" y="183269"/>
                  <a:pt x="5530793" y="205647"/>
                  <a:pt x="5531998" y="215455"/>
                </a:cubicBezTo>
                <a:lnTo>
                  <a:pt x="5532342" y="218372"/>
                </a:lnTo>
                <a:lnTo>
                  <a:pt x="5535689" y="218372"/>
                </a:lnTo>
                <a:lnTo>
                  <a:pt x="5537834" y="213428"/>
                </a:lnTo>
                <a:cubicBezTo>
                  <a:pt x="5538936" y="210814"/>
                  <a:pt x="5539523" y="209361"/>
                  <a:pt x="5539523" y="209361"/>
                </a:cubicBezTo>
                <a:cubicBezTo>
                  <a:pt x="5539523" y="209361"/>
                  <a:pt x="5556024" y="169681"/>
                  <a:pt x="5566179" y="128441"/>
                </a:cubicBezTo>
                <a:cubicBezTo>
                  <a:pt x="5576651" y="87358"/>
                  <a:pt x="5580460" y="45064"/>
                  <a:pt x="5580460" y="45064"/>
                </a:cubicBezTo>
                <a:cubicBezTo>
                  <a:pt x="5580460" y="45064"/>
                  <a:pt x="5591629" y="86655"/>
                  <a:pt x="5596072" y="129417"/>
                </a:cubicBezTo>
                <a:cubicBezTo>
                  <a:pt x="5600832" y="172061"/>
                  <a:pt x="5598738" y="215408"/>
                  <a:pt x="5598738" y="215408"/>
                </a:cubicBezTo>
                <a:lnTo>
                  <a:pt x="5598560" y="218372"/>
                </a:lnTo>
                <a:lnTo>
                  <a:pt x="5599732" y="218372"/>
                </a:lnTo>
                <a:lnTo>
                  <a:pt x="5606941" y="196071"/>
                </a:lnTo>
                <a:cubicBezTo>
                  <a:pt x="5610384" y="185854"/>
                  <a:pt x="5614319" y="174675"/>
                  <a:pt x="5618539" y="163555"/>
                </a:cubicBezTo>
                <a:cubicBezTo>
                  <a:pt x="5632566" y="126218"/>
                  <a:pt x="5649765" y="89854"/>
                  <a:pt x="5649765" y="89854"/>
                </a:cubicBezTo>
                <a:cubicBezTo>
                  <a:pt x="5649765" y="89854"/>
                  <a:pt x="5647290" y="128090"/>
                  <a:pt x="5648242" y="166014"/>
                </a:cubicBezTo>
                <a:cubicBezTo>
                  <a:pt x="5648655" y="184995"/>
                  <a:pt x="5649892" y="203869"/>
                  <a:pt x="5651027" y="217998"/>
                </a:cubicBezTo>
                <a:lnTo>
                  <a:pt x="5651060" y="218372"/>
                </a:lnTo>
                <a:lnTo>
                  <a:pt x="5700101" y="218372"/>
                </a:lnTo>
                <a:lnTo>
                  <a:pt x="5701852" y="212027"/>
                </a:lnTo>
                <a:cubicBezTo>
                  <a:pt x="5703066" y="207407"/>
                  <a:pt x="5703712" y="204757"/>
                  <a:pt x="5703712" y="204757"/>
                </a:cubicBezTo>
                <a:cubicBezTo>
                  <a:pt x="5703712" y="204757"/>
                  <a:pt x="5714438" y="162424"/>
                  <a:pt x="5719643" y="119117"/>
                </a:cubicBezTo>
                <a:cubicBezTo>
                  <a:pt x="5725164" y="75926"/>
                  <a:pt x="5725164" y="32110"/>
                  <a:pt x="5725164" y="32110"/>
                </a:cubicBezTo>
                <a:cubicBezTo>
                  <a:pt x="5725164" y="32110"/>
                  <a:pt x="5740078" y="74677"/>
                  <a:pt x="5749535" y="118453"/>
                </a:cubicBezTo>
                <a:cubicBezTo>
                  <a:pt x="5759309" y="162151"/>
                  <a:pt x="5763498" y="206708"/>
                  <a:pt x="5763498" y="206708"/>
                </a:cubicBezTo>
                <a:cubicBezTo>
                  <a:pt x="5763498" y="206708"/>
                  <a:pt x="5763661" y="208288"/>
                  <a:pt x="5763916" y="211154"/>
                </a:cubicBezTo>
                <a:lnTo>
                  <a:pt x="5764492" y="218372"/>
                </a:lnTo>
                <a:lnTo>
                  <a:pt x="5781430" y="218372"/>
                </a:lnTo>
                <a:lnTo>
                  <a:pt x="5793518" y="175182"/>
                </a:lnTo>
                <a:cubicBezTo>
                  <a:pt x="5803164" y="136127"/>
                  <a:pt x="5808877" y="96331"/>
                  <a:pt x="5808877" y="96331"/>
                </a:cubicBezTo>
                <a:cubicBezTo>
                  <a:pt x="5808877" y="96331"/>
                  <a:pt x="5818143" y="135776"/>
                  <a:pt x="5823410" y="175923"/>
                </a:cubicBezTo>
                <a:cubicBezTo>
                  <a:pt x="5824791" y="185951"/>
                  <a:pt x="5825913" y="196012"/>
                  <a:pt x="5826821" y="205464"/>
                </a:cubicBezTo>
                <a:lnTo>
                  <a:pt x="5827878" y="218372"/>
                </a:lnTo>
                <a:lnTo>
                  <a:pt x="5854340" y="218372"/>
                </a:lnTo>
                <a:lnTo>
                  <a:pt x="5860856" y="206122"/>
                </a:lnTo>
                <a:cubicBezTo>
                  <a:pt x="5868472" y="192193"/>
                  <a:pt x="5880023" y="174051"/>
                  <a:pt x="5892590" y="156454"/>
                </a:cubicBezTo>
                <a:cubicBezTo>
                  <a:pt x="5905600" y="138975"/>
                  <a:pt x="5919690" y="122043"/>
                  <a:pt x="5931114" y="109830"/>
                </a:cubicBezTo>
                <a:cubicBezTo>
                  <a:pt x="5941713" y="98438"/>
                  <a:pt x="5949456" y="90830"/>
                  <a:pt x="5950535" y="89815"/>
                </a:cubicBezTo>
                <a:cubicBezTo>
                  <a:pt x="5949393" y="91961"/>
                  <a:pt x="5931052" y="127193"/>
                  <a:pt x="5920896" y="163088"/>
                </a:cubicBezTo>
                <a:cubicBezTo>
                  <a:pt x="5915693" y="181659"/>
                  <a:pt x="5911820" y="200192"/>
                  <a:pt x="5909979" y="214121"/>
                </a:cubicBezTo>
                <a:lnTo>
                  <a:pt x="5909469" y="218372"/>
                </a:lnTo>
                <a:lnTo>
                  <a:pt x="5930597" y="218372"/>
                </a:lnTo>
                <a:lnTo>
                  <a:pt x="5979984" y="141356"/>
                </a:lnTo>
                <a:lnTo>
                  <a:pt x="5969615" y="218372"/>
                </a:lnTo>
                <a:lnTo>
                  <a:pt x="5990637" y="218372"/>
                </a:lnTo>
                <a:lnTo>
                  <a:pt x="5993946" y="199763"/>
                </a:lnTo>
                <a:cubicBezTo>
                  <a:pt x="5996421" y="181971"/>
                  <a:pt x="5999150" y="158093"/>
                  <a:pt x="5998579" y="134099"/>
                </a:cubicBezTo>
                <a:cubicBezTo>
                  <a:pt x="5997754" y="110221"/>
                  <a:pt x="5995152" y="85992"/>
                  <a:pt x="5989757" y="68240"/>
                </a:cubicBezTo>
                <a:cubicBezTo>
                  <a:pt x="5987853" y="59149"/>
                  <a:pt x="5984554" y="51930"/>
                  <a:pt x="5982903" y="46703"/>
                </a:cubicBezTo>
                <a:cubicBezTo>
                  <a:pt x="5981253" y="42137"/>
                  <a:pt x="5980237" y="39289"/>
                  <a:pt x="5980047" y="38665"/>
                </a:cubicBezTo>
                <a:cubicBezTo>
                  <a:pt x="5980555" y="39329"/>
                  <a:pt x="5982332" y="41943"/>
                  <a:pt x="5985315" y="46078"/>
                </a:cubicBezTo>
                <a:cubicBezTo>
                  <a:pt x="5988552" y="50955"/>
                  <a:pt x="5994073" y="57744"/>
                  <a:pt x="5998706" y="66445"/>
                </a:cubicBezTo>
                <a:cubicBezTo>
                  <a:pt x="6009623" y="83456"/>
                  <a:pt x="6019842" y="107334"/>
                  <a:pt x="6028282" y="131680"/>
                </a:cubicBezTo>
                <a:cubicBezTo>
                  <a:pt x="6032851" y="145179"/>
                  <a:pt x="6036279" y="158757"/>
                  <a:pt x="6039071" y="171437"/>
                </a:cubicBezTo>
                <a:cubicBezTo>
                  <a:pt x="6039642" y="168082"/>
                  <a:pt x="6040214" y="164726"/>
                  <a:pt x="6040848" y="161332"/>
                </a:cubicBezTo>
                <a:cubicBezTo>
                  <a:pt x="6045862" y="138741"/>
                  <a:pt x="6052463" y="116502"/>
                  <a:pt x="6058746" y="100155"/>
                </a:cubicBezTo>
                <a:cubicBezTo>
                  <a:pt x="6061539" y="91922"/>
                  <a:pt x="6064839" y="85211"/>
                  <a:pt x="6066679" y="80452"/>
                </a:cubicBezTo>
                <a:cubicBezTo>
                  <a:pt x="6068710" y="75730"/>
                  <a:pt x="6069789" y="73038"/>
                  <a:pt x="6069789" y="73038"/>
                </a:cubicBezTo>
                <a:cubicBezTo>
                  <a:pt x="6069789" y="73038"/>
                  <a:pt x="6069599" y="75848"/>
                  <a:pt x="6069218" y="80764"/>
                </a:cubicBezTo>
                <a:cubicBezTo>
                  <a:pt x="6069028" y="85679"/>
                  <a:pt x="6068012" y="92625"/>
                  <a:pt x="6068012" y="101013"/>
                </a:cubicBezTo>
                <a:cubicBezTo>
                  <a:pt x="6067314" y="117751"/>
                  <a:pt x="6068266" y="139990"/>
                  <a:pt x="6070806" y="161956"/>
                </a:cubicBezTo>
                <a:cubicBezTo>
                  <a:pt x="6072297" y="172959"/>
                  <a:pt x="6074201" y="183873"/>
                  <a:pt x="6076319" y="194042"/>
                </a:cubicBezTo>
                <a:lnTo>
                  <a:pt x="6082310" y="218372"/>
                </a:lnTo>
                <a:lnTo>
                  <a:pt x="6118430" y="218372"/>
                </a:lnTo>
                <a:lnTo>
                  <a:pt x="6108060" y="141356"/>
                </a:lnTo>
                <a:lnTo>
                  <a:pt x="6157447" y="218372"/>
                </a:lnTo>
                <a:lnTo>
                  <a:pt x="6178574" y="218372"/>
                </a:lnTo>
                <a:lnTo>
                  <a:pt x="6178064" y="214121"/>
                </a:lnTo>
                <a:cubicBezTo>
                  <a:pt x="6176160" y="200192"/>
                  <a:pt x="6172288" y="181659"/>
                  <a:pt x="6167084" y="163088"/>
                </a:cubicBezTo>
                <a:cubicBezTo>
                  <a:pt x="6156930" y="127193"/>
                  <a:pt x="6138651" y="91961"/>
                  <a:pt x="6137509" y="89815"/>
                </a:cubicBezTo>
                <a:cubicBezTo>
                  <a:pt x="6138587" y="90830"/>
                  <a:pt x="6146330" y="98438"/>
                  <a:pt x="6156866" y="109830"/>
                </a:cubicBezTo>
                <a:cubicBezTo>
                  <a:pt x="6168353" y="122043"/>
                  <a:pt x="6182379" y="138975"/>
                  <a:pt x="6195390" y="156454"/>
                </a:cubicBezTo>
                <a:cubicBezTo>
                  <a:pt x="6208020" y="174051"/>
                  <a:pt x="6219508" y="192193"/>
                  <a:pt x="6227124" y="206122"/>
                </a:cubicBezTo>
                <a:lnTo>
                  <a:pt x="6233681" y="218372"/>
                </a:lnTo>
                <a:lnTo>
                  <a:pt x="6260148" y="218372"/>
                </a:lnTo>
                <a:lnTo>
                  <a:pt x="6261196" y="205464"/>
                </a:lnTo>
                <a:cubicBezTo>
                  <a:pt x="6262094" y="196012"/>
                  <a:pt x="6263205" y="185951"/>
                  <a:pt x="6264569" y="175923"/>
                </a:cubicBezTo>
                <a:cubicBezTo>
                  <a:pt x="6269837" y="135776"/>
                  <a:pt x="6279167" y="96331"/>
                  <a:pt x="6279167" y="96331"/>
                </a:cubicBezTo>
                <a:cubicBezTo>
                  <a:pt x="6279167" y="96331"/>
                  <a:pt x="6284815" y="136127"/>
                  <a:pt x="6294526" y="175182"/>
                </a:cubicBezTo>
                <a:lnTo>
                  <a:pt x="6306569" y="218372"/>
                </a:lnTo>
                <a:lnTo>
                  <a:pt x="6323511" y="218372"/>
                </a:lnTo>
                <a:lnTo>
                  <a:pt x="6324075" y="211154"/>
                </a:lnTo>
                <a:cubicBezTo>
                  <a:pt x="6324324" y="208288"/>
                  <a:pt x="6324482" y="206708"/>
                  <a:pt x="6324482" y="206708"/>
                </a:cubicBezTo>
                <a:cubicBezTo>
                  <a:pt x="6324482" y="206708"/>
                  <a:pt x="6328671" y="162151"/>
                  <a:pt x="6338445" y="118453"/>
                </a:cubicBezTo>
                <a:cubicBezTo>
                  <a:pt x="6347711" y="75770"/>
                  <a:pt x="6362118" y="34256"/>
                  <a:pt x="6362879" y="32188"/>
                </a:cubicBezTo>
                <a:cubicBezTo>
                  <a:pt x="6362879" y="34062"/>
                  <a:pt x="6362943" y="76901"/>
                  <a:pt x="6368401" y="119117"/>
                </a:cubicBezTo>
                <a:cubicBezTo>
                  <a:pt x="6373605" y="162424"/>
                  <a:pt x="6384268" y="204757"/>
                  <a:pt x="6384268" y="204757"/>
                </a:cubicBezTo>
                <a:cubicBezTo>
                  <a:pt x="6384268" y="204757"/>
                  <a:pt x="6384919" y="207407"/>
                  <a:pt x="6386138" y="212027"/>
                </a:cubicBezTo>
                <a:lnTo>
                  <a:pt x="6387896" y="218372"/>
                </a:lnTo>
                <a:lnTo>
                  <a:pt x="6436976" y="218372"/>
                </a:lnTo>
                <a:lnTo>
                  <a:pt x="6437009" y="217998"/>
                </a:lnTo>
                <a:cubicBezTo>
                  <a:pt x="6438136" y="203869"/>
                  <a:pt x="6439358" y="184995"/>
                  <a:pt x="6439738" y="166014"/>
                </a:cubicBezTo>
                <a:cubicBezTo>
                  <a:pt x="6440754" y="128090"/>
                  <a:pt x="6438278" y="89854"/>
                  <a:pt x="6438278" y="89854"/>
                </a:cubicBezTo>
                <a:cubicBezTo>
                  <a:pt x="6438278" y="89854"/>
                  <a:pt x="6455478" y="126218"/>
                  <a:pt x="6469441" y="163555"/>
                </a:cubicBezTo>
                <a:cubicBezTo>
                  <a:pt x="6473693" y="174675"/>
                  <a:pt x="6477628" y="185854"/>
                  <a:pt x="6481063" y="196071"/>
                </a:cubicBezTo>
                <a:lnTo>
                  <a:pt x="6488253" y="218372"/>
                </a:lnTo>
                <a:lnTo>
                  <a:pt x="6489459" y="218372"/>
                </a:lnTo>
                <a:lnTo>
                  <a:pt x="6489306" y="215408"/>
                </a:lnTo>
                <a:cubicBezTo>
                  <a:pt x="6489306" y="215408"/>
                  <a:pt x="6487148" y="172061"/>
                  <a:pt x="6491971" y="129417"/>
                </a:cubicBezTo>
                <a:cubicBezTo>
                  <a:pt x="6496351" y="86655"/>
                  <a:pt x="6507584" y="45064"/>
                  <a:pt x="6507584" y="45064"/>
                </a:cubicBezTo>
                <a:cubicBezTo>
                  <a:pt x="6507584" y="45064"/>
                  <a:pt x="6511392" y="87358"/>
                  <a:pt x="6521864" y="128441"/>
                </a:cubicBezTo>
                <a:cubicBezTo>
                  <a:pt x="6531956" y="169681"/>
                  <a:pt x="6548457" y="209361"/>
                  <a:pt x="6548457" y="209361"/>
                </a:cubicBezTo>
                <a:cubicBezTo>
                  <a:pt x="6548457" y="209361"/>
                  <a:pt x="6549060" y="210814"/>
                  <a:pt x="6550179" y="213428"/>
                </a:cubicBezTo>
                <a:lnTo>
                  <a:pt x="6552337" y="218372"/>
                </a:lnTo>
                <a:lnTo>
                  <a:pt x="6555643" y="218372"/>
                </a:lnTo>
                <a:lnTo>
                  <a:pt x="6555993" y="215455"/>
                </a:lnTo>
                <a:cubicBezTo>
                  <a:pt x="6557216" y="205647"/>
                  <a:pt x="6560215" y="183269"/>
                  <a:pt x="6564641" y="161176"/>
                </a:cubicBezTo>
                <a:cubicBezTo>
                  <a:pt x="6570353" y="131641"/>
                  <a:pt x="6578604" y="102730"/>
                  <a:pt x="6578604" y="102730"/>
                </a:cubicBezTo>
                <a:cubicBezTo>
                  <a:pt x="6578604" y="102730"/>
                  <a:pt x="6585331" y="131874"/>
                  <a:pt x="6594534" y="160356"/>
                </a:cubicBezTo>
                <a:cubicBezTo>
                  <a:pt x="6603546" y="188955"/>
                  <a:pt x="6614970" y="216813"/>
                  <a:pt x="6614970" y="216813"/>
                </a:cubicBezTo>
                <a:lnTo>
                  <a:pt x="6615614" y="218372"/>
                </a:lnTo>
                <a:lnTo>
                  <a:pt x="6656796" y="218372"/>
                </a:lnTo>
                <a:lnTo>
                  <a:pt x="6659100" y="212690"/>
                </a:lnTo>
                <a:cubicBezTo>
                  <a:pt x="6660254" y="209660"/>
                  <a:pt x="6660857" y="207917"/>
                  <a:pt x="6660857" y="207917"/>
                </a:cubicBezTo>
                <a:cubicBezTo>
                  <a:pt x="6660857" y="207917"/>
                  <a:pt x="6663459" y="200504"/>
                  <a:pt x="6666633" y="189150"/>
                </a:cubicBezTo>
                <a:cubicBezTo>
                  <a:pt x="6669806" y="177797"/>
                  <a:pt x="6672852" y="162424"/>
                  <a:pt x="6674693" y="146779"/>
                </a:cubicBezTo>
                <a:cubicBezTo>
                  <a:pt x="6678310" y="115527"/>
                  <a:pt x="6673741" y="83378"/>
                  <a:pt x="6673741" y="83378"/>
                </a:cubicBezTo>
                <a:cubicBezTo>
                  <a:pt x="6673741" y="83378"/>
                  <a:pt x="6678437" y="90713"/>
                  <a:pt x="6684784" y="102067"/>
                </a:cubicBezTo>
                <a:cubicBezTo>
                  <a:pt x="6691194" y="113420"/>
                  <a:pt x="6698430" y="128948"/>
                  <a:pt x="6704522" y="144945"/>
                </a:cubicBezTo>
                <a:cubicBezTo>
                  <a:pt x="6716581" y="176860"/>
                  <a:pt x="6720579" y="210609"/>
                  <a:pt x="6720579" y="210609"/>
                </a:cubicBezTo>
                <a:cubicBezTo>
                  <a:pt x="6720579" y="210609"/>
                  <a:pt x="6720849" y="212706"/>
                  <a:pt x="6721206" y="216393"/>
                </a:cubicBezTo>
                <a:lnTo>
                  <a:pt x="6721355" y="218372"/>
                </a:lnTo>
                <a:lnTo>
                  <a:pt x="6724058" y="218372"/>
                </a:lnTo>
                <a:lnTo>
                  <a:pt x="6724555" y="211663"/>
                </a:lnTo>
                <a:cubicBezTo>
                  <a:pt x="6725737" y="198261"/>
                  <a:pt x="6727593" y="182166"/>
                  <a:pt x="6730480" y="166209"/>
                </a:cubicBezTo>
                <a:cubicBezTo>
                  <a:pt x="6737081" y="127466"/>
                  <a:pt x="6749583" y="89932"/>
                  <a:pt x="6749583" y="89932"/>
                </a:cubicBezTo>
                <a:cubicBezTo>
                  <a:pt x="6749583" y="89932"/>
                  <a:pt x="6751995" y="128441"/>
                  <a:pt x="6760373" y="165974"/>
                </a:cubicBezTo>
                <a:cubicBezTo>
                  <a:pt x="6764372" y="184780"/>
                  <a:pt x="6769782" y="203254"/>
                  <a:pt x="6774193" y="217027"/>
                </a:cubicBezTo>
                <a:lnTo>
                  <a:pt x="6774644" y="218372"/>
                </a:lnTo>
                <a:lnTo>
                  <a:pt x="6810105" y="218372"/>
                </a:lnTo>
                <a:lnTo>
                  <a:pt x="6812607" y="188136"/>
                </a:lnTo>
                <a:cubicBezTo>
                  <a:pt x="6815145" y="148808"/>
                  <a:pt x="6814320" y="109128"/>
                  <a:pt x="6814320" y="109128"/>
                </a:cubicBezTo>
                <a:cubicBezTo>
                  <a:pt x="6814320" y="109128"/>
                  <a:pt x="6829933" y="147325"/>
                  <a:pt x="6842436" y="186302"/>
                </a:cubicBezTo>
                <a:cubicBezTo>
                  <a:pt x="6844784" y="193325"/>
                  <a:pt x="6846942" y="200348"/>
                  <a:pt x="6849036" y="207175"/>
                </a:cubicBezTo>
                <a:lnTo>
                  <a:pt x="6863824" y="44869"/>
                </a:lnTo>
                <a:lnTo>
                  <a:pt x="6900702" y="218372"/>
                </a:lnTo>
                <a:lnTo>
                  <a:pt x="6919664" y="218372"/>
                </a:lnTo>
                <a:lnTo>
                  <a:pt x="6920119" y="214081"/>
                </a:lnTo>
                <a:cubicBezTo>
                  <a:pt x="6922151" y="181191"/>
                  <a:pt x="6917644" y="147754"/>
                  <a:pt x="6917644" y="147754"/>
                </a:cubicBezTo>
                <a:cubicBezTo>
                  <a:pt x="6917644" y="147754"/>
                  <a:pt x="6922404" y="155440"/>
                  <a:pt x="6928751" y="167301"/>
                </a:cubicBezTo>
                <a:cubicBezTo>
                  <a:pt x="6935288" y="179123"/>
                  <a:pt x="6943158" y="195159"/>
                  <a:pt x="6949822" y="211546"/>
                </a:cubicBezTo>
                <a:lnTo>
                  <a:pt x="6952204" y="218372"/>
                </a:lnTo>
                <a:lnTo>
                  <a:pt x="6967487" y="218372"/>
                </a:lnTo>
                <a:lnTo>
                  <a:pt x="6967592" y="216539"/>
                </a:lnTo>
                <a:cubicBezTo>
                  <a:pt x="6968037" y="210921"/>
                  <a:pt x="6968037" y="202962"/>
                  <a:pt x="6969179" y="193364"/>
                </a:cubicBezTo>
                <a:cubicBezTo>
                  <a:pt x="6970829" y="174246"/>
                  <a:pt x="6974891" y="148846"/>
                  <a:pt x="6980603" y="123837"/>
                </a:cubicBezTo>
                <a:cubicBezTo>
                  <a:pt x="6986886" y="98867"/>
                  <a:pt x="6994756" y="74248"/>
                  <a:pt x="7001992" y="56105"/>
                </a:cubicBezTo>
                <a:cubicBezTo>
                  <a:pt x="7005292" y="46975"/>
                  <a:pt x="7008973" y="39524"/>
                  <a:pt x="7011131" y="34256"/>
                </a:cubicBezTo>
                <a:cubicBezTo>
                  <a:pt x="7013352" y="29028"/>
                  <a:pt x="7014685" y="26024"/>
                  <a:pt x="7014685" y="26024"/>
                </a:cubicBezTo>
                <a:cubicBezTo>
                  <a:pt x="7014685" y="26024"/>
                  <a:pt x="7014305" y="29145"/>
                  <a:pt x="7013606" y="34607"/>
                </a:cubicBezTo>
                <a:cubicBezTo>
                  <a:pt x="7013098" y="40070"/>
                  <a:pt x="7011702" y="47756"/>
                  <a:pt x="7011258" y="57120"/>
                </a:cubicBezTo>
                <a:cubicBezTo>
                  <a:pt x="7009545" y="75730"/>
                  <a:pt x="7009227" y="100506"/>
                  <a:pt x="7010496" y="125086"/>
                </a:cubicBezTo>
                <a:cubicBezTo>
                  <a:pt x="7012337" y="149705"/>
                  <a:pt x="7015764" y="174051"/>
                  <a:pt x="7019636" y="192155"/>
                </a:cubicBezTo>
                <a:cubicBezTo>
                  <a:pt x="7021286" y="201206"/>
                  <a:pt x="7023571" y="208697"/>
                  <a:pt x="7024713" y="213925"/>
                </a:cubicBezTo>
                <a:lnTo>
                  <a:pt x="7025810" y="218372"/>
                </a:lnTo>
                <a:lnTo>
                  <a:pt x="7065645" y="218372"/>
                </a:lnTo>
                <a:lnTo>
                  <a:pt x="7065953" y="217067"/>
                </a:lnTo>
                <a:cubicBezTo>
                  <a:pt x="7070187" y="198692"/>
                  <a:pt x="7079374" y="156620"/>
                  <a:pt x="7085133" y="114044"/>
                </a:cubicBezTo>
                <a:cubicBezTo>
                  <a:pt x="7093384" y="57354"/>
                  <a:pt x="7095478" y="0"/>
                  <a:pt x="7095478" y="0"/>
                </a:cubicBezTo>
                <a:cubicBezTo>
                  <a:pt x="7095478" y="0"/>
                  <a:pt x="7108362" y="56652"/>
                  <a:pt x="7115090" y="114161"/>
                </a:cubicBezTo>
                <a:cubicBezTo>
                  <a:pt x="7118708" y="142897"/>
                  <a:pt x="7120770" y="171778"/>
                  <a:pt x="7121928" y="193476"/>
                </a:cubicBezTo>
                <a:lnTo>
                  <a:pt x="7123010" y="218372"/>
                </a:lnTo>
                <a:lnTo>
                  <a:pt x="7151790" y="218372"/>
                </a:lnTo>
                <a:lnTo>
                  <a:pt x="7152672" y="215700"/>
                </a:lnTo>
                <a:cubicBezTo>
                  <a:pt x="7158212" y="199143"/>
                  <a:pt x="7171195" y="161381"/>
                  <a:pt x="7186427" y="124188"/>
                </a:cubicBezTo>
                <a:cubicBezTo>
                  <a:pt x="7205784" y="76355"/>
                  <a:pt x="7228822" y="29574"/>
                  <a:pt x="7230536" y="26180"/>
                </a:cubicBezTo>
                <a:cubicBezTo>
                  <a:pt x="7230219" y="27936"/>
                  <a:pt x="7227870" y="41123"/>
                  <a:pt x="7224888" y="60007"/>
                </a:cubicBezTo>
                <a:cubicBezTo>
                  <a:pt x="7227172" y="46859"/>
                  <a:pt x="7228695" y="38509"/>
                  <a:pt x="7228695" y="38509"/>
                </a:cubicBezTo>
                <a:cubicBezTo>
                  <a:pt x="7228695" y="38509"/>
                  <a:pt x="7235296" y="84431"/>
                  <a:pt x="7244182" y="130002"/>
                </a:cubicBezTo>
                <a:cubicBezTo>
                  <a:pt x="7250751" y="164180"/>
                  <a:pt x="7258641" y="198138"/>
                  <a:pt x="7262175" y="212982"/>
                </a:cubicBezTo>
                <a:lnTo>
                  <a:pt x="7263474" y="218372"/>
                </a:lnTo>
                <a:lnTo>
                  <a:pt x="7279143" y="218372"/>
                </a:lnTo>
                <a:lnTo>
                  <a:pt x="7280104" y="198436"/>
                </a:lnTo>
                <a:cubicBezTo>
                  <a:pt x="7280294" y="163712"/>
                  <a:pt x="7274392" y="128597"/>
                  <a:pt x="7274392" y="128597"/>
                </a:cubicBezTo>
                <a:cubicBezTo>
                  <a:pt x="7274392" y="128597"/>
                  <a:pt x="7294765" y="161020"/>
                  <a:pt x="7309679" y="195393"/>
                </a:cubicBezTo>
                <a:lnTo>
                  <a:pt x="7318357" y="218372"/>
                </a:lnTo>
                <a:lnTo>
                  <a:pt x="7361240" y="218372"/>
                </a:lnTo>
                <a:lnTo>
                  <a:pt x="7364071" y="210843"/>
                </a:lnTo>
                <a:cubicBezTo>
                  <a:pt x="7370607" y="192935"/>
                  <a:pt x="7377843" y="168784"/>
                  <a:pt x="7383682" y="144282"/>
                </a:cubicBezTo>
                <a:cubicBezTo>
                  <a:pt x="7389076" y="119741"/>
                  <a:pt x="7393138" y="94965"/>
                  <a:pt x="7394979" y="76237"/>
                </a:cubicBezTo>
                <a:cubicBezTo>
                  <a:pt x="7396185" y="66874"/>
                  <a:pt x="7396375" y="59071"/>
                  <a:pt x="7396883" y="53569"/>
                </a:cubicBezTo>
                <a:cubicBezTo>
                  <a:pt x="7397264" y="48068"/>
                  <a:pt x="7397455" y="44947"/>
                  <a:pt x="7397455" y="44947"/>
                </a:cubicBezTo>
                <a:cubicBezTo>
                  <a:pt x="7397455" y="44947"/>
                  <a:pt x="7398153" y="48029"/>
                  <a:pt x="7399422" y="53452"/>
                </a:cubicBezTo>
                <a:cubicBezTo>
                  <a:pt x="7400564" y="58914"/>
                  <a:pt x="7402722" y="66679"/>
                  <a:pt x="7404309" y="76043"/>
                </a:cubicBezTo>
                <a:cubicBezTo>
                  <a:pt x="7408117" y="94770"/>
                  <a:pt x="7411544" y="119935"/>
                  <a:pt x="7413575" y="145335"/>
                </a:cubicBezTo>
                <a:cubicBezTo>
                  <a:pt x="7415161" y="170696"/>
                  <a:pt x="7415225" y="196290"/>
                  <a:pt x="7414083" y="215486"/>
                </a:cubicBezTo>
                <a:lnTo>
                  <a:pt x="7413918" y="218372"/>
                </a:lnTo>
                <a:lnTo>
                  <a:pt x="7472465" y="218372"/>
                </a:lnTo>
                <a:lnTo>
                  <a:pt x="7471455" y="206300"/>
                </a:lnTo>
                <a:cubicBezTo>
                  <a:pt x="7470738" y="195722"/>
                  <a:pt x="7470171" y="184449"/>
                  <a:pt x="7469933" y="173193"/>
                </a:cubicBezTo>
                <a:cubicBezTo>
                  <a:pt x="7468664" y="128090"/>
                  <a:pt x="7472663" y="83495"/>
                  <a:pt x="7472663" y="83495"/>
                </a:cubicBezTo>
                <a:cubicBezTo>
                  <a:pt x="7472663" y="83495"/>
                  <a:pt x="7483642" y="127583"/>
                  <a:pt x="7499573" y="170501"/>
                </a:cubicBezTo>
                <a:cubicBezTo>
                  <a:pt x="7503492" y="181269"/>
                  <a:pt x="7507713" y="191947"/>
                  <a:pt x="7511839" y="201907"/>
                </a:cubicBezTo>
                <a:lnTo>
                  <a:pt x="7518949" y="218372"/>
                </a:lnTo>
                <a:lnTo>
                  <a:pt x="7577392" y="218372"/>
                </a:lnTo>
                <a:lnTo>
                  <a:pt x="7578208" y="211428"/>
                </a:lnTo>
                <a:cubicBezTo>
                  <a:pt x="7579795" y="195276"/>
                  <a:pt x="7580302" y="173661"/>
                  <a:pt x="7579414" y="151851"/>
                </a:cubicBezTo>
                <a:cubicBezTo>
                  <a:pt x="7578018" y="130119"/>
                  <a:pt x="7575098" y="108231"/>
                  <a:pt x="7571671" y="91844"/>
                </a:cubicBezTo>
                <a:cubicBezTo>
                  <a:pt x="7570275" y="83612"/>
                  <a:pt x="7568244" y="76901"/>
                  <a:pt x="7567229" y="72102"/>
                </a:cubicBezTo>
                <a:cubicBezTo>
                  <a:pt x="7566213" y="67888"/>
                  <a:pt x="7565578" y="65274"/>
                  <a:pt x="7565451" y="64689"/>
                </a:cubicBezTo>
                <a:cubicBezTo>
                  <a:pt x="7565832" y="65235"/>
                  <a:pt x="7567292" y="67693"/>
                  <a:pt x="7569703" y="71595"/>
                </a:cubicBezTo>
                <a:cubicBezTo>
                  <a:pt x="7572306" y="76082"/>
                  <a:pt x="7576622" y="82441"/>
                  <a:pt x="7580747" y="90284"/>
                </a:cubicBezTo>
                <a:cubicBezTo>
                  <a:pt x="7589695" y="105812"/>
                  <a:pt x="7599977" y="127036"/>
                  <a:pt x="7608926" y="148730"/>
                </a:cubicBezTo>
                <a:cubicBezTo>
                  <a:pt x="7617430" y="170423"/>
                  <a:pt x="7624539" y="192622"/>
                  <a:pt x="7628601" y="209438"/>
                </a:cubicBezTo>
                <a:lnTo>
                  <a:pt x="7630630" y="218372"/>
                </a:lnTo>
                <a:lnTo>
                  <a:pt x="7686702" y="218372"/>
                </a:lnTo>
                <a:lnTo>
                  <a:pt x="7690481" y="205264"/>
                </a:lnTo>
                <a:cubicBezTo>
                  <a:pt x="7690799" y="204132"/>
                  <a:pt x="7691053" y="203040"/>
                  <a:pt x="7691370" y="201908"/>
                </a:cubicBezTo>
                <a:lnTo>
                  <a:pt x="7698148" y="218372"/>
                </a:lnTo>
                <a:lnTo>
                  <a:pt x="7838682" y="218372"/>
                </a:lnTo>
                <a:lnTo>
                  <a:pt x="7843881" y="165858"/>
                </a:lnTo>
                <a:cubicBezTo>
                  <a:pt x="7847832" y="176343"/>
                  <a:pt x="7851922" y="186731"/>
                  <a:pt x="7855834" y="196415"/>
                </a:cubicBezTo>
                <a:lnTo>
                  <a:pt x="7864912" y="218372"/>
                </a:lnTo>
                <a:lnTo>
                  <a:pt x="7949815" y="218372"/>
                </a:lnTo>
                <a:lnTo>
                  <a:pt x="7951965" y="212091"/>
                </a:lnTo>
                <a:lnTo>
                  <a:pt x="7954144" y="218372"/>
                </a:lnTo>
                <a:lnTo>
                  <a:pt x="8039018" y="218372"/>
                </a:lnTo>
                <a:lnTo>
                  <a:pt x="8048097" y="196415"/>
                </a:lnTo>
                <a:cubicBezTo>
                  <a:pt x="8052009" y="186731"/>
                  <a:pt x="8056099" y="176343"/>
                  <a:pt x="8060049" y="165858"/>
                </a:cubicBezTo>
                <a:lnTo>
                  <a:pt x="8065249" y="218372"/>
                </a:lnTo>
                <a:lnTo>
                  <a:pt x="8205783" y="218372"/>
                </a:lnTo>
                <a:lnTo>
                  <a:pt x="8212560" y="201908"/>
                </a:lnTo>
                <a:cubicBezTo>
                  <a:pt x="8212878" y="203040"/>
                  <a:pt x="8213131" y="204132"/>
                  <a:pt x="8213449" y="205264"/>
                </a:cubicBezTo>
                <a:lnTo>
                  <a:pt x="8217235" y="218372"/>
                </a:lnTo>
                <a:lnTo>
                  <a:pt x="8273329" y="218372"/>
                </a:lnTo>
                <a:lnTo>
                  <a:pt x="8275329" y="209438"/>
                </a:lnTo>
                <a:cubicBezTo>
                  <a:pt x="8279391" y="192622"/>
                  <a:pt x="8286499" y="170423"/>
                  <a:pt x="8295004" y="148730"/>
                </a:cubicBezTo>
                <a:cubicBezTo>
                  <a:pt x="8303953" y="127036"/>
                  <a:pt x="8314298" y="105812"/>
                  <a:pt x="8323183" y="90284"/>
                </a:cubicBezTo>
                <a:cubicBezTo>
                  <a:pt x="8327372" y="82441"/>
                  <a:pt x="8331624" y="76082"/>
                  <a:pt x="8334290" y="71595"/>
                </a:cubicBezTo>
                <a:cubicBezTo>
                  <a:pt x="8336702" y="67693"/>
                  <a:pt x="8338161" y="65235"/>
                  <a:pt x="8338478" y="64689"/>
                </a:cubicBezTo>
                <a:cubicBezTo>
                  <a:pt x="8338352" y="65274"/>
                  <a:pt x="8337780" y="67888"/>
                  <a:pt x="8336702" y="72102"/>
                </a:cubicBezTo>
                <a:cubicBezTo>
                  <a:pt x="8335686" y="76901"/>
                  <a:pt x="8333656" y="83612"/>
                  <a:pt x="8332259" y="91844"/>
                </a:cubicBezTo>
                <a:cubicBezTo>
                  <a:pt x="8328832" y="108231"/>
                  <a:pt x="8325975" y="130119"/>
                  <a:pt x="8324579" y="151851"/>
                </a:cubicBezTo>
                <a:cubicBezTo>
                  <a:pt x="8323627" y="173661"/>
                  <a:pt x="8324135" y="195276"/>
                  <a:pt x="8325785" y="211428"/>
                </a:cubicBezTo>
                <a:lnTo>
                  <a:pt x="8326579" y="218372"/>
                </a:lnTo>
                <a:lnTo>
                  <a:pt x="8385005" y="218372"/>
                </a:lnTo>
                <a:lnTo>
                  <a:pt x="8392101" y="201907"/>
                </a:lnTo>
                <a:cubicBezTo>
                  <a:pt x="8396222" y="191947"/>
                  <a:pt x="8400438" y="181269"/>
                  <a:pt x="8404357" y="170501"/>
                </a:cubicBezTo>
                <a:cubicBezTo>
                  <a:pt x="8420287" y="127583"/>
                  <a:pt x="8431330" y="83495"/>
                  <a:pt x="8431330" y="83495"/>
                </a:cubicBezTo>
                <a:cubicBezTo>
                  <a:pt x="8431330" y="83495"/>
                  <a:pt x="8435265" y="128090"/>
                  <a:pt x="8433996" y="173193"/>
                </a:cubicBezTo>
                <a:cubicBezTo>
                  <a:pt x="8433774" y="184449"/>
                  <a:pt x="8433214" y="195722"/>
                  <a:pt x="8432500" y="206300"/>
                </a:cubicBezTo>
                <a:lnTo>
                  <a:pt x="8431489" y="218372"/>
                </a:lnTo>
                <a:lnTo>
                  <a:pt x="8490012" y="218372"/>
                </a:lnTo>
                <a:lnTo>
                  <a:pt x="8489847" y="215486"/>
                </a:lnTo>
                <a:cubicBezTo>
                  <a:pt x="8488705" y="196290"/>
                  <a:pt x="8488832" y="170696"/>
                  <a:pt x="8490355" y="145335"/>
                </a:cubicBezTo>
                <a:cubicBezTo>
                  <a:pt x="8492385" y="119935"/>
                  <a:pt x="8495813" y="94770"/>
                  <a:pt x="8499621" y="76043"/>
                </a:cubicBezTo>
                <a:cubicBezTo>
                  <a:pt x="8501207" y="66679"/>
                  <a:pt x="8503366" y="58914"/>
                  <a:pt x="8504508" y="53452"/>
                </a:cubicBezTo>
                <a:cubicBezTo>
                  <a:pt x="8505778" y="48029"/>
                  <a:pt x="8506476" y="44947"/>
                  <a:pt x="8506476" y="44947"/>
                </a:cubicBezTo>
                <a:cubicBezTo>
                  <a:pt x="8506476" y="44947"/>
                  <a:pt x="8506729" y="48068"/>
                  <a:pt x="8507110" y="53569"/>
                </a:cubicBezTo>
                <a:cubicBezTo>
                  <a:pt x="8507618" y="59071"/>
                  <a:pt x="8507745" y="66874"/>
                  <a:pt x="8508951" y="76237"/>
                </a:cubicBezTo>
                <a:cubicBezTo>
                  <a:pt x="8510791" y="94965"/>
                  <a:pt x="8514853" y="119741"/>
                  <a:pt x="8520247" y="144282"/>
                </a:cubicBezTo>
                <a:cubicBezTo>
                  <a:pt x="8526087" y="168784"/>
                  <a:pt x="8533322" y="192935"/>
                  <a:pt x="8539859" y="210843"/>
                </a:cubicBezTo>
                <a:lnTo>
                  <a:pt x="8542690" y="218372"/>
                </a:lnTo>
                <a:lnTo>
                  <a:pt x="8585573" y="218372"/>
                </a:lnTo>
                <a:lnTo>
                  <a:pt x="8594250" y="195393"/>
                </a:lnTo>
                <a:cubicBezTo>
                  <a:pt x="8609165" y="161020"/>
                  <a:pt x="8629538" y="128597"/>
                  <a:pt x="8629538" y="128597"/>
                </a:cubicBezTo>
                <a:cubicBezTo>
                  <a:pt x="8629538" y="128597"/>
                  <a:pt x="8623699" y="163712"/>
                  <a:pt x="8623826" y="198436"/>
                </a:cubicBezTo>
                <a:lnTo>
                  <a:pt x="8624788" y="218372"/>
                </a:lnTo>
                <a:lnTo>
                  <a:pt x="8640457" y="218372"/>
                </a:lnTo>
                <a:lnTo>
                  <a:pt x="8641755" y="212982"/>
                </a:lnTo>
                <a:cubicBezTo>
                  <a:pt x="8645290" y="198138"/>
                  <a:pt x="8653179" y="164180"/>
                  <a:pt x="8659748" y="130002"/>
                </a:cubicBezTo>
                <a:cubicBezTo>
                  <a:pt x="8668697" y="84431"/>
                  <a:pt x="8675234" y="38509"/>
                  <a:pt x="8675234" y="38509"/>
                </a:cubicBezTo>
                <a:cubicBezTo>
                  <a:pt x="8675234" y="38509"/>
                  <a:pt x="8676757" y="46859"/>
                  <a:pt x="8679042" y="60046"/>
                </a:cubicBezTo>
                <a:cubicBezTo>
                  <a:pt x="8675869" y="39758"/>
                  <a:pt x="8673330" y="25985"/>
                  <a:pt x="8673330" y="25985"/>
                </a:cubicBezTo>
                <a:cubicBezTo>
                  <a:pt x="8673330" y="25985"/>
                  <a:pt x="8697384" y="74521"/>
                  <a:pt x="8717503" y="124188"/>
                </a:cubicBezTo>
                <a:cubicBezTo>
                  <a:pt x="8732783" y="161381"/>
                  <a:pt x="8745742" y="199143"/>
                  <a:pt x="8751267" y="215700"/>
                </a:cubicBezTo>
                <a:lnTo>
                  <a:pt x="8752146" y="218372"/>
                </a:lnTo>
                <a:lnTo>
                  <a:pt x="8780919" y="218372"/>
                </a:lnTo>
                <a:lnTo>
                  <a:pt x="8782001" y="193476"/>
                </a:lnTo>
                <a:cubicBezTo>
                  <a:pt x="8783160" y="171778"/>
                  <a:pt x="8785222" y="142897"/>
                  <a:pt x="8788840" y="114161"/>
                </a:cubicBezTo>
                <a:cubicBezTo>
                  <a:pt x="8795567" y="56652"/>
                  <a:pt x="8808451" y="0"/>
                  <a:pt x="8808451" y="0"/>
                </a:cubicBezTo>
                <a:cubicBezTo>
                  <a:pt x="8808451" y="0"/>
                  <a:pt x="8810545" y="57354"/>
                  <a:pt x="8818796" y="114044"/>
                </a:cubicBezTo>
                <a:cubicBezTo>
                  <a:pt x="8824555" y="156620"/>
                  <a:pt x="8833742" y="198692"/>
                  <a:pt x="8837976" y="217067"/>
                </a:cubicBezTo>
                <a:lnTo>
                  <a:pt x="8838284" y="218372"/>
                </a:lnTo>
                <a:lnTo>
                  <a:pt x="8878119" y="218372"/>
                </a:lnTo>
                <a:lnTo>
                  <a:pt x="8879217" y="213925"/>
                </a:lnTo>
                <a:cubicBezTo>
                  <a:pt x="8880359" y="208697"/>
                  <a:pt x="8882707" y="201206"/>
                  <a:pt x="8884294" y="192155"/>
                </a:cubicBezTo>
                <a:cubicBezTo>
                  <a:pt x="8888229" y="174051"/>
                  <a:pt x="8891656" y="149705"/>
                  <a:pt x="8893433" y="125086"/>
                </a:cubicBezTo>
                <a:cubicBezTo>
                  <a:pt x="8894766" y="100506"/>
                  <a:pt x="8894386" y="75730"/>
                  <a:pt x="8892735" y="57120"/>
                </a:cubicBezTo>
                <a:cubicBezTo>
                  <a:pt x="8892227" y="47756"/>
                  <a:pt x="8890831" y="40070"/>
                  <a:pt x="8890324" y="34607"/>
                </a:cubicBezTo>
                <a:cubicBezTo>
                  <a:pt x="8889626" y="29145"/>
                  <a:pt x="8889244" y="26024"/>
                  <a:pt x="8889244" y="26024"/>
                </a:cubicBezTo>
                <a:cubicBezTo>
                  <a:pt x="8889244" y="26024"/>
                  <a:pt x="8890578" y="29028"/>
                  <a:pt x="8892862" y="34256"/>
                </a:cubicBezTo>
                <a:cubicBezTo>
                  <a:pt x="8894957" y="39524"/>
                  <a:pt x="8898701" y="46975"/>
                  <a:pt x="8901938" y="56105"/>
                </a:cubicBezTo>
                <a:cubicBezTo>
                  <a:pt x="8909237" y="74248"/>
                  <a:pt x="8917043" y="98867"/>
                  <a:pt x="8923326" y="123837"/>
                </a:cubicBezTo>
                <a:cubicBezTo>
                  <a:pt x="8929038" y="148846"/>
                  <a:pt x="8933100" y="174246"/>
                  <a:pt x="8934750" y="193364"/>
                </a:cubicBezTo>
                <a:cubicBezTo>
                  <a:pt x="8935956" y="202962"/>
                  <a:pt x="8935892" y="210921"/>
                  <a:pt x="8936401" y="216539"/>
                </a:cubicBezTo>
                <a:lnTo>
                  <a:pt x="8936493" y="218372"/>
                </a:lnTo>
                <a:lnTo>
                  <a:pt x="8951725" y="218372"/>
                </a:lnTo>
                <a:lnTo>
                  <a:pt x="8954107" y="211546"/>
                </a:lnTo>
                <a:cubicBezTo>
                  <a:pt x="8960772" y="195159"/>
                  <a:pt x="8968642" y="179123"/>
                  <a:pt x="8975179" y="167301"/>
                </a:cubicBezTo>
                <a:cubicBezTo>
                  <a:pt x="8981526" y="155440"/>
                  <a:pt x="8986286" y="147754"/>
                  <a:pt x="8986286" y="147754"/>
                </a:cubicBezTo>
                <a:cubicBezTo>
                  <a:pt x="8986286" y="147754"/>
                  <a:pt x="8981780" y="181191"/>
                  <a:pt x="8983810" y="214081"/>
                </a:cubicBezTo>
                <a:lnTo>
                  <a:pt x="8984266" y="218372"/>
                </a:lnTo>
                <a:lnTo>
                  <a:pt x="9003229" y="218372"/>
                </a:lnTo>
                <a:lnTo>
                  <a:pt x="9040105" y="44869"/>
                </a:lnTo>
                <a:lnTo>
                  <a:pt x="9054893" y="207175"/>
                </a:lnTo>
                <a:cubicBezTo>
                  <a:pt x="9056988" y="200348"/>
                  <a:pt x="9059209" y="193325"/>
                  <a:pt x="9061494" y="186302"/>
                </a:cubicBezTo>
                <a:cubicBezTo>
                  <a:pt x="9073997" y="147325"/>
                  <a:pt x="9089610" y="109128"/>
                  <a:pt x="9089610" y="109128"/>
                </a:cubicBezTo>
                <a:cubicBezTo>
                  <a:pt x="9089610" y="109128"/>
                  <a:pt x="9088785" y="148808"/>
                  <a:pt x="9091323" y="188136"/>
                </a:cubicBezTo>
                <a:lnTo>
                  <a:pt x="9093825" y="218372"/>
                </a:lnTo>
                <a:lnTo>
                  <a:pt x="9129285" y="218372"/>
                </a:lnTo>
                <a:lnTo>
                  <a:pt x="9129737" y="217027"/>
                </a:lnTo>
                <a:cubicBezTo>
                  <a:pt x="9134148" y="203254"/>
                  <a:pt x="9139558" y="184780"/>
                  <a:pt x="9143557" y="165974"/>
                </a:cubicBezTo>
                <a:cubicBezTo>
                  <a:pt x="9151934" y="128441"/>
                  <a:pt x="9154346" y="89932"/>
                  <a:pt x="9154346" y="89932"/>
                </a:cubicBezTo>
                <a:cubicBezTo>
                  <a:pt x="9154346" y="89932"/>
                  <a:pt x="9166849" y="127466"/>
                  <a:pt x="9173513" y="166209"/>
                </a:cubicBezTo>
                <a:cubicBezTo>
                  <a:pt x="9176369" y="182166"/>
                  <a:pt x="9178209" y="198261"/>
                  <a:pt x="9179384" y="211663"/>
                </a:cubicBezTo>
                <a:lnTo>
                  <a:pt x="9179877" y="218372"/>
                </a:lnTo>
                <a:lnTo>
                  <a:pt x="9182596" y="218372"/>
                </a:lnTo>
                <a:lnTo>
                  <a:pt x="9182747" y="216393"/>
                </a:lnTo>
                <a:cubicBezTo>
                  <a:pt x="9183096" y="212706"/>
                  <a:pt x="9183350" y="210609"/>
                  <a:pt x="9183350" y="210609"/>
                </a:cubicBezTo>
                <a:cubicBezTo>
                  <a:pt x="9183350" y="210609"/>
                  <a:pt x="9187412" y="176860"/>
                  <a:pt x="9199471" y="144945"/>
                </a:cubicBezTo>
                <a:cubicBezTo>
                  <a:pt x="9205563" y="128948"/>
                  <a:pt x="9212799" y="113420"/>
                  <a:pt x="9219145" y="102067"/>
                </a:cubicBezTo>
                <a:cubicBezTo>
                  <a:pt x="9225492" y="90713"/>
                  <a:pt x="9230189" y="83378"/>
                  <a:pt x="9230189" y="83378"/>
                </a:cubicBezTo>
                <a:cubicBezTo>
                  <a:pt x="9230189" y="83378"/>
                  <a:pt x="9225619" y="115527"/>
                  <a:pt x="9229237" y="146779"/>
                </a:cubicBezTo>
                <a:cubicBezTo>
                  <a:pt x="9231077" y="162424"/>
                  <a:pt x="9234124" y="177797"/>
                  <a:pt x="9237360" y="189150"/>
                </a:cubicBezTo>
                <a:cubicBezTo>
                  <a:pt x="9240470" y="200504"/>
                  <a:pt x="9243073" y="207917"/>
                  <a:pt x="9243073" y="207917"/>
                </a:cubicBezTo>
                <a:cubicBezTo>
                  <a:pt x="9243073" y="207917"/>
                  <a:pt x="9243676" y="209660"/>
                  <a:pt x="9244830" y="212690"/>
                </a:cubicBezTo>
                <a:lnTo>
                  <a:pt x="9247134" y="218372"/>
                </a:lnTo>
                <a:lnTo>
                  <a:pt x="9288315" y="218372"/>
                </a:lnTo>
                <a:lnTo>
                  <a:pt x="9288959" y="216813"/>
                </a:lnTo>
                <a:cubicBezTo>
                  <a:pt x="9288959" y="216813"/>
                  <a:pt x="9300383" y="188955"/>
                  <a:pt x="9309396" y="160356"/>
                </a:cubicBezTo>
                <a:cubicBezTo>
                  <a:pt x="9318598" y="131874"/>
                  <a:pt x="9325326" y="102730"/>
                  <a:pt x="9325326" y="102730"/>
                </a:cubicBezTo>
                <a:cubicBezTo>
                  <a:pt x="9325326" y="102730"/>
                  <a:pt x="9333577" y="131641"/>
                  <a:pt x="9339289" y="161176"/>
                </a:cubicBezTo>
                <a:cubicBezTo>
                  <a:pt x="9343716" y="183269"/>
                  <a:pt x="9346714" y="205647"/>
                  <a:pt x="9347937" y="215455"/>
                </a:cubicBezTo>
                <a:lnTo>
                  <a:pt x="9348288" y="218372"/>
                </a:lnTo>
                <a:lnTo>
                  <a:pt x="9351606" y="218372"/>
                </a:lnTo>
                <a:lnTo>
                  <a:pt x="9353775" y="213428"/>
                </a:lnTo>
                <a:cubicBezTo>
                  <a:pt x="9354886" y="210814"/>
                  <a:pt x="9355473" y="209361"/>
                  <a:pt x="9355473" y="209361"/>
                </a:cubicBezTo>
                <a:cubicBezTo>
                  <a:pt x="9355473" y="209361"/>
                  <a:pt x="9371974" y="169681"/>
                  <a:pt x="9382065" y="128441"/>
                </a:cubicBezTo>
                <a:cubicBezTo>
                  <a:pt x="9392601" y="87358"/>
                  <a:pt x="9396345" y="45064"/>
                  <a:pt x="9396345" y="45064"/>
                </a:cubicBezTo>
                <a:cubicBezTo>
                  <a:pt x="9396345" y="45064"/>
                  <a:pt x="9407579" y="86655"/>
                  <a:pt x="9411958" y="129417"/>
                </a:cubicBezTo>
                <a:cubicBezTo>
                  <a:pt x="9416782" y="172061"/>
                  <a:pt x="9414624" y="215408"/>
                  <a:pt x="9414624" y="215408"/>
                </a:cubicBezTo>
                <a:lnTo>
                  <a:pt x="9414472" y="218372"/>
                </a:lnTo>
                <a:lnTo>
                  <a:pt x="9415681" y="218372"/>
                </a:lnTo>
                <a:lnTo>
                  <a:pt x="9422890" y="196071"/>
                </a:lnTo>
                <a:cubicBezTo>
                  <a:pt x="9426334" y="185854"/>
                  <a:pt x="9430269" y="174675"/>
                  <a:pt x="9434489" y="163555"/>
                </a:cubicBezTo>
                <a:cubicBezTo>
                  <a:pt x="9448452" y="126218"/>
                  <a:pt x="9465652" y="89854"/>
                  <a:pt x="9465652" y="89854"/>
                </a:cubicBezTo>
                <a:cubicBezTo>
                  <a:pt x="9465652" y="89854"/>
                  <a:pt x="9463240" y="128090"/>
                  <a:pt x="9464191" y="166014"/>
                </a:cubicBezTo>
                <a:cubicBezTo>
                  <a:pt x="9464573" y="184995"/>
                  <a:pt x="9465810" y="203869"/>
                  <a:pt x="9466953" y="217998"/>
                </a:cubicBezTo>
                <a:lnTo>
                  <a:pt x="9466986" y="218372"/>
                </a:lnTo>
                <a:lnTo>
                  <a:pt x="9516051" y="218372"/>
                </a:lnTo>
                <a:lnTo>
                  <a:pt x="9517802" y="212027"/>
                </a:lnTo>
                <a:cubicBezTo>
                  <a:pt x="9519016" y="207407"/>
                  <a:pt x="9519662" y="204757"/>
                  <a:pt x="9519662" y="204757"/>
                </a:cubicBezTo>
                <a:cubicBezTo>
                  <a:pt x="9519662" y="204757"/>
                  <a:pt x="9530324" y="162424"/>
                  <a:pt x="9535592" y="119117"/>
                </a:cubicBezTo>
                <a:cubicBezTo>
                  <a:pt x="9540987" y="76901"/>
                  <a:pt x="9541050" y="34062"/>
                  <a:pt x="9541050" y="32188"/>
                </a:cubicBezTo>
                <a:cubicBezTo>
                  <a:pt x="9541812" y="34256"/>
                  <a:pt x="9556282" y="75770"/>
                  <a:pt x="9565485" y="118453"/>
                </a:cubicBezTo>
                <a:cubicBezTo>
                  <a:pt x="9575258" y="162151"/>
                  <a:pt x="9579447" y="206708"/>
                  <a:pt x="9579447" y="206708"/>
                </a:cubicBezTo>
                <a:cubicBezTo>
                  <a:pt x="9579447" y="206708"/>
                  <a:pt x="9579606" y="208288"/>
                  <a:pt x="9579856" y="211154"/>
                </a:cubicBezTo>
                <a:lnTo>
                  <a:pt x="9580423" y="218372"/>
                </a:lnTo>
                <a:lnTo>
                  <a:pt x="9597379" y="218372"/>
                </a:lnTo>
                <a:lnTo>
                  <a:pt x="9609467" y="175182"/>
                </a:lnTo>
                <a:cubicBezTo>
                  <a:pt x="9619114" y="136127"/>
                  <a:pt x="9624763" y="96331"/>
                  <a:pt x="9624763" y="96331"/>
                </a:cubicBezTo>
                <a:cubicBezTo>
                  <a:pt x="9624763" y="96331"/>
                  <a:pt x="9634092" y="135776"/>
                  <a:pt x="9639361" y="175923"/>
                </a:cubicBezTo>
                <a:cubicBezTo>
                  <a:pt x="9640726" y="185951"/>
                  <a:pt x="9641836" y="196012"/>
                  <a:pt x="9642735" y="205464"/>
                </a:cubicBezTo>
                <a:lnTo>
                  <a:pt x="9643782" y="218372"/>
                </a:lnTo>
                <a:lnTo>
                  <a:pt x="9670266" y="218372"/>
                </a:lnTo>
                <a:lnTo>
                  <a:pt x="9676805" y="206122"/>
                </a:lnTo>
                <a:cubicBezTo>
                  <a:pt x="9684422" y="192193"/>
                  <a:pt x="9695909" y="174051"/>
                  <a:pt x="9708539" y="156454"/>
                </a:cubicBezTo>
                <a:cubicBezTo>
                  <a:pt x="9721550" y="138975"/>
                  <a:pt x="9735576" y="122043"/>
                  <a:pt x="9747064" y="109830"/>
                </a:cubicBezTo>
                <a:cubicBezTo>
                  <a:pt x="9757600" y="98438"/>
                  <a:pt x="9765342" y="90830"/>
                  <a:pt x="9766422" y="89815"/>
                </a:cubicBezTo>
                <a:cubicBezTo>
                  <a:pt x="9765279" y="91961"/>
                  <a:pt x="9747000" y="127193"/>
                  <a:pt x="9736846" y="163088"/>
                </a:cubicBezTo>
                <a:cubicBezTo>
                  <a:pt x="9731641" y="181659"/>
                  <a:pt x="9727770" y="200192"/>
                  <a:pt x="9725930" y="214121"/>
                </a:cubicBezTo>
                <a:lnTo>
                  <a:pt x="9725406" y="218372"/>
                </a:lnTo>
                <a:lnTo>
                  <a:pt x="9746483" y="218372"/>
                </a:lnTo>
                <a:lnTo>
                  <a:pt x="9795870" y="141356"/>
                </a:lnTo>
                <a:lnTo>
                  <a:pt x="9785500" y="218372"/>
                </a:lnTo>
                <a:lnTo>
                  <a:pt x="9806524" y="218372"/>
                </a:lnTo>
                <a:lnTo>
                  <a:pt x="9809833" y="199763"/>
                </a:lnTo>
                <a:cubicBezTo>
                  <a:pt x="9812372" y="181971"/>
                  <a:pt x="9815100" y="158093"/>
                  <a:pt x="9814466" y="134099"/>
                </a:cubicBezTo>
                <a:cubicBezTo>
                  <a:pt x="9813704" y="110221"/>
                  <a:pt x="9811038" y="85992"/>
                  <a:pt x="9805644" y="68240"/>
                </a:cubicBezTo>
                <a:cubicBezTo>
                  <a:pt x="9803803" y="59149"/>
                  <a:pt x="9800503" y="51930"/>
                  <a:pt x="9798790" y="46703"/>
                </a:cubicBezTo>
                <a:cubicBezTo>
                  <a:pt x="9797203" y="42137"/>
                  <a:pt x="9796124" y="39289"/>
                  <a:pt x="9795933" y="38665"/>
                </a:cubicBezTo>
                <a:cubicBezTo>
                  <a:pt x="9796441" y="39329"/>
                  <a:pt x="9798281" y="41943"/>
                  <a:pt x="9801201" y="46078"/>
                </a:cubicBezTo>
                <a:cubicBezTo>
                  <a:pt x="9804438" y="50955"/>
                  <a:pt x="9810023" y="57744"/>
                  <a:pt x="9814656" y="66445"/>
                </a:cubicBezTo>
                <a:cubicBezTo>
                  <a:pt x="9825572" y="83456"/>
                  <a:pt x="9835790" y="107334"/>
                  <a:pt x="9844231" y="131680"/>
                </a:cubicBezTo>
                <a:cubicBezTo>
                  <a:pt x="9848738" y="145179"/>
                  <a:pt x="9852228" y="158757"/>
                  <a:pt x="9854958" y="171437"/>
                </a:cubicBezTo>
                <a:cubicBezTo>
                  <a:pt x="9855592" y="168082"/>
                  <a:pt x="9856100" y="164726"/>
                  <a:pt x="9856798" y="161332"/>
                </a:cubicBezTo>
                <a:cubicBezTo>
                  <a:pt x="9861812" y="138741"/>
                  <a:pt x="9868413" y="116502"/>
                  <a:pt x="9874696" y="100155"/>
                </a:cubicBezTo>
                <a:cubicBezTo>
                  <a:pt x="9877489" y="91922"/>
                  <a:pt x="9880788" y="85211"/>
                  <a:pt x="9882629" y="80452"/>
                </a:cubicBezTo>
                <a:cubicBezTo>
                  <a:pt x="9884597" y="75730"/>
                  <a:pt x="9885739" y="73038"/>
                  <a:pt x="9885739" y="73038"/>
                </a:cubicBezTo>
                <a:cubicBezTo>
                  <a:pt x="9885739" y="73038"/>
                  <a:pt x="9885548" y="75848"/>
                  <a:pt x="9885168" y="80764"/>
                </a:cubicBezTo>
                <a:cubicBezTo>
                  <a:pt x="9884914" y="85679"/>
                  <a:pt x="9883962" y="92625"/>
                  <a:pt x="9883962" y="101013"/>
                </a:cubicBezTo>
                <a:cubicBezTo>
                  <a:pt x="9883264" y="117751"/>
                  <a:pt x="9884216" y="139990"/>
                  <a:pt x="9886691" y="161956"/>
                </a:cubicBezTo>
                <a:cubicBezTo>
                  <a:pt x="9888214" y="172959"/>
                  <a:pt x="9890118" y="183873"/>
                  <a:pt x="9892236" y="194042"/>
                </a:cubicBezTo>
                <a:lnTo>
                  <a:pt x="9898256" y="218372"/>
                </a:lnTo>
                <a:lnTo>
                  <a:pt x="9934341" y="218372"/>
                </a:lnTo>
                <a:lnTo>
                  <a:pt x="9924010" y="141356"/>
                </a:lnTo>
                <a:lnTo>
                  <a:pt x="9973397" y="218372"/>
                </a:lnTo>
                <a:lnTo>
                  <a:pt x="9994468" y="218372"/>
                </a:lnTo>
                <a:lnTo>
                  <a:pt x="9993950" y="214121"/>
                </a:lnTo>
                <a:cubicBezTo>
                  <a:pt x="9992110" y="200192"/>
                  <a:pt x="9988238" y="181659"/>
                  <a:pt x="9983033" y="163088"/>
                </a:cubicBezTo>
                <a:cubicBezTo>
                  <a:pt x="9972879" y="127193"/>
                  <a:pt x="9954600" y="91961"/>
                  <a:pt x="9953458" y="89815"/>
                </a:cubicBezTo>
                <a:cubicBezTo>
                  <a:pt x="9954537" y="90830"/>
                  <a:pt x="9962217" y="98438"/>
                  <a:pt x="9972815" y="109830"/>
                </a:cubicBezTo>
                <a:cubicBezTo>
                  <a:pt x="9984240" y="122043"/>
                  <a:pt x="9998329" y="138975"/>
                  <a:pt x="10011340" y="156454"/>
                </a:cubicBezTo>
                <a:cubicBezTo>
                  <a:pt x="10023907" y="174051"/>
                  <a:pt x="10035457" y="192193"/>
                  <a:pt x="10043074" y="206122"/>
                </a:cubicBezTo>
                <a:lnTo>
                  <a:pt x="10049590" y="218372"/>
                </a:lnTo>
                <a:lnTo>
                  <a:pt x="10076072" y="218372"/>
                </a:lnTo>
                <a:lnTo>
                  <a:pt x="10077119" y="205464"/>
                </a:lnTo>
                <a:cubicBezTo>
                  <a:pt x="10078020" y="196012"/>
                  <a:pt x="10079139" y="185951"/>
                  <a:pt x="10080519" y="175923"/>
                </a:cubicBezTo>
                <a:cubicBezTo>
                  <a:pt x="10085787" y="135776"/>
                  <a:pt x="10095053" y="96331"/>
                  <a:pt x="10095053" y="96331"/>
                </a:cubicBezTo>
                <a:cubicBezTo>
                  <a:pt x="10095053" y="96331"/>
                  <a:pt x="10100765" y="136127"/>
                  <a:pt x="10110412" y="175182"/>
                </a:cubicBezTo>
                <a:lnTo>
                  <a:pt x="10122500" y="218372"/>
                </a:lnTo>
                <a:lnTo>
                  <a:pt x="10139456" y="218372"/>
                </a:lnTo>
                <a:lnTo>
                  <a:pt x="10140023" y="211154"/>
                </a:lnTo>
                <a:cubicBezTo>
                  <a:pt x="10140273" y="208288"/>
                  <a:pt x="10140432" y="206708"/>
                  <a:pt x="10140432" y="206708"/>
                </a:cubicBezTo>
                <a:cubicBezTo>
                  <a:pt x="10140432" y="206708"/>
                  <a:pt x="10144621" y="162151"/>
                  <a:pt x="10154394" y="118453"/>
                </a:cubicBezTo>
                <a:cubicBezTo>
                  <a:pt x="10163597" y="75770"/>
                  <a:pt x="10178068" y="34256"/>
                  <a:pt x="10178830" y="32188"/>
                </a:cubicBezTo>
                <a:cubicBezTo>
                  <a:pt x="10178830" y="34062"/>
                  <a:pt x="10178893" y="76901"/>
                  <a:pt x="10184288" y="119117"/>
                </a:cubicBezTo>
                <a:cubicBezTo>
                  <a:pt x="10189555" y="162424"/>
                  <a:pt x="10200218" y="204757"/>
                  <a:pt x="10200218" y="204757"/>
                </a:cubicBezTo>
                <a:cubicBezTo>
                  <a:pt x="10200218" y="204757"/>
                  <a:pt x="10200865" y="207407"/>
                  <a:pt x="10202078" y="212027"/>
                </a:cubicBezTo>
                <a:lnTo>
                  <a:pt x="10203829" y="218372"/>
                </a:lnTo>
                <a:lnTo>
                  <a:pt x="10252893" y="218372"/>
                </a:lnTo>
                <a:lnTo>
                  <a:pt x="10252927" y="217998"/>
                </a:lnTo>
                <a:cubicBezTo>
                  <a:pt x="10254069" y="203869"/>
                  <a:pt x="10255307" y="184995"/>
                  <a:pt x="10255688" y="166014"/>
                </a:cubicBezTo>
                <a:cubicBezTo>
                  <a:pt x="10256640" y="128090"/>
                  <a:pt x="10254228" y="89854"/>
                  <a:pt x="10254228" y="89854"/>
                </a:cubicBezTo>
                <a:cubicBezTo>
                  <a:pt x="10254228" y="89854"/>
                  <a:pt x="10271364" y="126218"/>
                  <a:pt x="10285390" y="163555"/>
                </a:cubicBezTo>
                <a:cubicBezTo>
                  <a:pt x="10289611" y="174675"/>
                  <a:pt x="10293546" y="185854"/>
                  <a:pt x="10296989" y="196071"/>
                </a:cubicBezTo>
                <a:lnTo>
                  <a:pt x="10304198" y="218372"/>
                </a:lnTo>
                <a:lnTo>
                  <a:pt x="10305369" y="218372"/>
                </a:lnTo>
                <a:lnTo>
                  <a:pt x="10305192" y="215408"/>
                </a:lnTo>
                <a:cubicBezTo>
                  <a:pt x="10305192" y="215408"/>
                  <a:pt x="10303098" y="172061"/>
                  <a:pt x="10307921" y="129417"/>
                </a:cubicBezTo>
                <a:cubicBezTo>
                  <a:pt x="10312300" y="86655"/>
                  <a:pt x="10323534" y="45064"/>
                  <a:pt x="10323534" y="45064"/>
                </a:cubicBezTo>
                <a:cubicBezTo>
                  <a:pt x="10323534" y="45064"/>
                  <a:pt x="10327279" y="87358"/>
                  <a:pt x="10337814" y="128441"/>
                </a:cubicBezTo>
                <a:cubicBezTo>
                  <a:pt x="10347906" y="169681"/>
                  <a:pt x="10364407" y="209361"/>
                  <a:pt x="10364407" y="209361"/>
                </a:cubicBezTo>
                <a:cubicBezTo>
                  <a:pt x="10364407" y="209361"/>
                  <a:pt x="10364994" y="210814"/>
                  <a:pt x="10366097" y="213428"/>
                </a:cubicBezTo>
                <a:lnTo>
                  <a:pt x="10368241" y="218372"/>
                </a:lnTo>
                <a:lnTo>
                  <a:pt x="10371592" y="218372"/>
                </a:lnTo>
                <a:lnTo>
                  <a:pt x="10371942" y="215455"/>
                </a:lnTo>
                <a:cubicBezTo>
                  <a:pt x="10373162" y="205647"/>
                  <a:pt x="10376148" y="183269"/>
                  <a:pt x="10380527" y="161176"/>
                </a:cubicBezTo>
                <a:cubicBezTo>
                  <a:pt x="10386303" y="131641"/>
                  <a:pt x="10394554" y="102730"/>
                  <a:pt x="10394554" y="102730"/>
                </a:cubicBezTo>
                <a:cubicBezTo>
                  <a:pt x="10394554" y="102730"/>
                  <a:pt x="10401281" y="131874"/>
                  <a:pt x="10410420" y="160356"/>
                </a:cubicBezTo>
                <a:cubicBezTo>
                  <a:pt x="10419496" y="188955"/>
                  <a:pt x="10430920" y="216813"/>
                  <a:pt x="10430920" y="216813"/>
                </a:cubicBezTo>
                <a:lnTo>
                  <a:pt x="10431563" y="218372"/>
                </a:lnTo>
                <a:lnTo>
                  <a:pt x="10472741" y="218372"/>
                </a:lnTo>
                <a:lnTo>
                  <a:pt x="10475049" y="212690"/>
                </a:lnTo>
                <a:cubicBezTo>
                  <a:pt x="10476204" y="209660"/>
                  <a:pt x="10476807" y="207917"/>
                  <a:pt x="10476807" y="207917"/>
                </a:cubicBezTo>
                <a:cubicBezTo>
                  <a:pt x="10476807" y="207917"/>
                  <a:pt x="10479409" y="200504"/>
                  <a:pt x="10482519" y="189150"/>
                </a:cubicBezTo>
                <a:cubicBezTo>
                  <a:pt x="10485756" y="177797"/>
                  <a:pt x="10488738" y="162424"/>
                  <a:pt x="10490643" y="146779"/>
                </a:cubicBezTo>
                <a:cubicBezTo>
                  <a:pt x="10494260" y="115527"/>
                  <a:pt x="10489627" y="83378"/>
                  <a:pt x="10489627" y="83378"/>
                </a:cubicBezTo>
                <a:cubicBezTo>
                  <a:pt x="10489627" y="83378"/>
                  <a:pt x="10494387" y="90713"/>
                  <a:pt x="10500670" y="102067"/>
                </a:cubicBezTo>
                <a:cubicBezTo>
                  <a:pt x="10507080" y="113420"/>
                  <a:pt x="10514316" y="128948"/>
                  <a:pt x="10520408" y="144945"/>
                </a:cubicBezTo>
                <a:cubicBezTo>
                  <a:pt x="10532467" y="176860"/>
                  <a:pt x="10536466" y="210609"/>
                  <a:pt x="10536466" y="210609"/>
                </a:cubicBezTo>
                <a:cubicBezTo>
                  <a:pt x="10536466" y="210609"/>
                  <a:pt x="10536736" y="212706"/>
                  <a:pt x="10537093" y="216393"/>
                </a:cubicBezTo>
                <a:lnTo>
                  <a:pt x="10537241" y="218372"/>
                </a:lnTo>
                <a:lnTo>
                  <a:pt x="10539984" y="218372"/>
                </a:lnTo>
                <a:lnTo>
                  <a:pt x="10540472" y="211663"/>
                </a:lnTo>
                <a:cubicBezTo>
                  <a:pt x="10541638" y="198261"/>
                  <a:pt x="10543478" y="182166"/>
                  <a:pt x="10546366" y="166209"/>
                </a:cubicBezTo>
                <a:cubicBezTo>
                  <a:pt x="10552967" y="127466"/>
                  <a:pt x="10565533" y="89932"/>
                  <a:pt x="10565533" y="89932"/>
                </a:cubicBezTo>
                <a:cubicBezTo>
                  <a:pt x="10565533" y="89932"/>
                  <a:pt x="10567945" y="128441"/>
                  <a:pt x="10576323" y="165974"/>
                </a:cubicBezTo>
                <a:cubicBezTo>
                  <a:pt x="10580321" y="184780"/>
                  <a:pt x="10585732" y="203254"/>
                  <a:pt x="10590143" y="217027"/>
                </a:cubicBezTo>
                <a:lnTo>
                  <a:pt x="10590594" y="218372"/>
                </a:lnTo>
                <a:lnTo>
                  <a:pt x="10626054" y="218372"/>
                </a:lnTo>
                <a:lnTo>
                  <a:pt x="10628556" y="188136"/>
                </a:lnTo>
                <a:cubicBezTo>
                  <a:pt x="10631032" y="148808"/>
                  <a:pt x="10630270" y="109128"/>
                  <a:pt x="10630270" y="109128"/>
                </a:cubicBezTo>
                <a:cubicBezTo>
                  <a:pt x="10630270" y="109128"/>
                  <a:pt x="10645883" y="147325"/>
                  <a:pt x="10658385" y="186302"/>
                </a:cubicBezTo>
                <a:cubicBezTo>
                  <a:pt x="10660670" y="193325"/>
                  <a:pt x="10662892" y="200348"/>
                  <a:pt x="10664986" y="207175"/>
                </a:cubicBezTo>
                <a:lnTo>
                  <a:pt x="10679710" y="44869"/>
                </a:lnTo>
                <a:lnTo>
                  <a:pt x="10716644" y="218372"/>
                </a:lnTo>
                <a:lnTo>
                  <a:pt x="10735613" y="218372"/>
                </a:lnTo>
                <a:lnTo>
                  <a:pt x="10736069" y="214081"/>
                </a:lnTo>
                <a:cubicBezTo>
                  <a:pt x="10738100" y="181191"/>
                  <a:pt x="10733530" y="147754"/>
                  <a:pt x="10733530" y="147754"/>
                </a:cubicBezTo>
                <a:cubicBezTo>
                  <a:pt x="10733530" y="147754"/>
                  <a:pt x="10738290" y="155440"/>
                  <a:pt x="10744700" y="167301"/>
                </a:cubicBezTo>
                <a:cubicBezTo>
                  <a:pt x="10751238" y="179123"/>
                  <a:pt x="10759107" y="195159"/>
                  <a:pt x="10765772" y="211546"/>
                </a:cubicBezTo>
                <a:lnTo>
                  <a:pt x="10768154" y="218372"/>
                </a:lnTo>
                <a:lnTo>
                  <a:pt x="10783387" y="218372"/>
                </a:lnTo>
                <a:lnTo>
                  <a:pt x="10783479" y="216539"/>
                </a:lnTo>
                <a:cubicBezTo>
                  <a:pt x="10783923" y="210921"/>
                  <a:pt x="10783923" y="202962"/>
                  <a:pt x="10785129" y="193364"/>
                </a:cubicBezTo>
                <a:cubicBezTo>
                  <a:pt x="10786779" y="174246"/>
                  <a:pt x="10790841" y="148846"/>
                  <a:pt x="10796553" y="123837"/>
                </a:cubicBezTo>
                <a:cubicBezTo>
                  <a:pt x="10802773" y="98867"/>
                  <a:pt x="10810643" y="74248"/>
                  <a:pt x="10817941" y="56105"/>
                </a:cubicBezTo>
                <a:cubicBezTo>
                  <a:pt x="10821178" y="46975"/>
                  <a:pt x="10824923" y="39524"/>
                  <a:pt x="10827018" y="34256"/>
                </a:cubicBezTo>
                <a:cubicBezTo>
                  <a:pt x="10829302" y="29028"/>
                  <a:pt x="10830635" y="26024"/>
                  <a:pt x="10830635" y="26024"/>
                </a:cubicBezTo>
                <a:cubicBezTo>
                  <a:pt x="10830635" y="26024"/>
                  <a:pt x="10830254" y="29145"/>
                  <a:pt x="10829556" y="34607"/>
                </a:cubicBezTo>
                <a:cubicBezTo>
                  <a:pt x="10829048" y="40070"/>
                  <a:pt x="10827652" y="47756"/>
                  <a:pt x="10827144" y="57120"/>
                </a:cubicBezTo>
                <a:cubicBezTo>
                  <a:pt x="10825431" y="75730"/>
                  <a:pt x="10825113" y="100506"/>
                  <a:pt x="10826446" y="125086"/>
                </a:cubicBezTo>
                <a:cubicBezTo>
                  <a:pt x="10828223" y="149705"/>
                  <a:pt x="10831651" y="174051"/>
                  <a:pt x="10835585" y="192155"/>
                </a:cubicBezTo>
                <a:cubicBezTo>
                  <a:pt x="10837172" y="201206"/>
                  <a:pt x="10839457" y="208697"/>
                  <a:pt x="10840662" y="213925"/>
                </a:cubicBezTo>
                <a:lnTo>
                  <a:pt x="10841760" y="218372"/>
                </a:lnTo>
                <a:lnTo>
                  <a:pt x="10881540" y="218372"/>
                </a:lnTo>
                <a:lnTo>
                  <a:pt x="10881850" y="217067"/>
                </a:lnTo>
                <a:cubicBezTo>
                  <a:pt x="10886101" y="198692"/>
                  <a:pt x="10895324" y="156620"/>
                  <a:pt x="10901083" y="114044"/>
                </a:cubicBezTo>
                <a:cubicBezTo>
                  <a:pt x="10909334" y="57354"/>
                  <a:pt x="10911428" y="0"/>
                  <a:pt x="10911428" y="0"/>
                </a:cubicBezTo>
                <a:cubicBezTo>
                  <a:pt x="10911428" y="0"/>
                  <a:pt x="10924312" y="56652"/>
                  <a:pt x="10930976" y="114161"/>
                </a:cubicBezTo>
                <a:cubicBezTo>
                  <a:pt x="10934625" y="142897"/>
                  <a:pt x="10936704" y="171778"/>
                  <a:pt x="10937870" y="193476"/>
                </a:cubicBezTo>
                <a:lnTo>
                  <a:pt x="10938958" y="218372"/>
                </a:lnTo>
                <a:lnTo>
                  <a:pt x="10967734" y="218372"/>
                </a:lnTo>
                <a:lnTo>
                  <a:pt x="10968613" y="215700"/>
                </a:lnTo>
                <a:cubicBezTo>
                  <a:pt x="10974137" y="199143"/>
                  <a:pt x="10987096" y="161381"/>
                  <a:pt x="11002377" y="124188"/>
                </a:cubicBezTo>
                <a:cubicBezTo>
                  <a:pt x="11021670" y="76355"/>
                  <a:pt x="11044772" y="29574"/>
                  <a:pt x="11046486" y="26180"/>
                </a:cubicBezTo>
                <a:cubicBezTo>
                  <a:pt x="11046168" y="27936"/>
                  <a:pt x="11043820" y="41123"/>
                  <a:pt x="11040837" y="60007"/>
                </a:cubicBezTo>
                <a:cubicBezTo>
                  <a:pt x="11043122" y="46859"/>
                  <a:pt x="11044645" y="38509"/>
                  <a:pt x="11044645" y="38509"/>
                </a:cubicBezTo>
                <a:cubicBezTo>
                  <a:pt x="11044645" y="38509"/>
                  <a:pt x="11051182" y="84431"/>
                  <a:pt x="11060132" y="130002"/>
                </a:cubicBezTo>
                <a:cubicBezTo>
                  <a:pt x="11066700" y="164180"/>
                  <a:pt x="11074554" y="198138"/>
                  <a:pt x="11078071" y="212982"/>
                </a:cubicBezTo>
                <a:lnTo>
                  <a:pt x="11079362" y="218372"/>
                </a:lnTo>
                <a:lnTo>
                  <a:pt x="11095052" y="218372"/>
                </a:lnTo>
                <a:lnTo>
                  <a:pt x="11095990" y="198436"/>
                </a:lnTo>
                <a:cubicBezTo>
                  <a:pt x="11096180" y="163712"/>
                  <a:pt x="11090342" y="128597"/>
                  <a:pt x="11090342" y="128597"/>
                </a:cubicBezTo>
                <a:cubicBezTo>
                  <a:pt x="11090342" y="128597"/>
                  <a:pt x="11110714" y="161020"/>
                  <a:pt x="11125629" y="195393"/>
                </a:cubicBezTo>
                <a:lnTo>
                  <a:pt x="11134306" y="218372"/>
                </a:lnTo>
                <a:lnTo>
                  <a:pt x="11177178" y="218372"/>
                </a:lnTo>
                <a:lnTo>
                  <a:pt x="11180021" y="210843"/>
                </a:lnTo>
                <a:cubicBezTo>
                  <a:pt x="11186557" y="192935"/>
                  <a:pt x="11193729" y="168784"/>
                  <a:pt x="11199632" y="144282"/>
                </a:cubicBezTo>
                <a:cubicBezTo>
                  <a:pt x="11205026" y="119741"/>
                  <a:pt x="11209088" y="94965"/>
                  <a:pt x="11210866" y="76237"/>
                </a:cubicBezTo>
                <a:cubicBezTo>
                  <a:pt x="11212135" y="66874"/>
                  <a:pt x="11212262" y="59071"/>
                  <a:pt x="11212769" y="53569"/>
                </a:cubicBezTo>
                <a:cubicBezTo>
                  <a:pt x="11213150" y="48068"/>
                  <a:pt x="11213404" y="44947"/>
                  <a:pt x="11213404" y="44947"/>
                </a:cubicBezTo>
                <a:cubicBezTo>
                  <a:pt x="11213404" y="44947"/>
                  <a:pt x="11214102" y="48029"/>
                  <a:pt x="11215371" y="53452"/>
                </a:cubicBezTo>
                <a:cubicBezTo>
                  <a:pt x="11216451" y="58914"/>
                  <a:pt x="11218672" y="66679"/>
                  <a:pt x="11220258" y="76043"/>
                </a:cubicBezTo>
                <a:cubicBezTo>
                  <a:pt x="11224066" y="94770"/>
                  <a:pt x="11227494" y="119935"/>
                  <a:pt x="11229524" y="145335"/>
                </a:cubicBezTo>
                <a:cubicBezTo>
                  <a:pt x="11231048" y="170696"/>
                  <a:pt x="11231175" y="196290"/>
                  <a:pt x="11230033" y="215486"/>
                </a:cubicBezTo>
                <a:lnTo>
                  <a:pt x="11229847" y="218372"/>
                </a:lnTo>
                <a:lnTo>
                  <a:pt x="11288371" y="218372"/>
                </a:lnTo>
                <a:lnTo>
                  <a:pt x="11287352" y="206300"/>
                </a:lnTo>
                <a:cubicBezTo>
                  <a:pt x="11286629" y="195722"/>
                  <a:pt x="11286058" y="184449"/>
                  <a:pt x="11285820" y="173193"/>
                </a:cubicBezTo>
                <a:cubicBezTo>
                  <a:pt x="11284551" y="128090"/>
                  <a:pt x="11288549" y="83495"/>
                  <a:pt x="11288549" y="83495"/>
                </a:cubicBezTo>
                <a:cubicBezTo>
                  <a:pt x="11288549" y="83495"/>
                  <a:pt x="11299529" y="127583"/>
                  <a:pt x="11315522" y="170501"/>
                </a:cubicBezTo>
                <a:cubicBezTo>
                  <a:pt x="11319441" y="181269"/>
                  <a:pt x="11323658" y="191947"/>
                  <a:pt x="11327778" y="201907"/>
                </a:cubicBezTo>
                <a:lnTo>
                  <a:pt x="11334875" y="218372"/>
                </a:lnTo>
                <a:lnTo>
                  <a:pt x="11393301" y="218372"/>
                </a:lnTo>
                <a:lnTo>
                  <a:pt x="11394095" y="211428"/>
                </a:lnTo>
                <a:cubicBezTo>
                  <a:pt x="11395745" y="195276"/>
                  <a:pt x="11396252" y="173661"/>
                  <a:pt x="11395300" y="151851"/>
                </a:cubicBezTo>
                <a:cubicBezTo>
                  <a:pt x="11393904" y="130119"/>
                  <a:pt x="11391048" y="108231"/>
                  <a:pt x="11387621" y="91844"/>
                </a:cubicBezTo>
                <a:cubicBezTo>
                  <a:pt x="11386225" y="83612"/>
                  <a:pt x="11384193" y="76901"/>
                  <a:pt x="11383115" y="72102"/>
                </a:cubicBezTo>
                <a:cubicBezTo>
                  <a:pt x="11382099" y="67888"/>
                  <a:pt x="11381528" y="65274"/>
                  <a:pt x="11381401" y="64689"/>
                </a:cubicBezTo>
                <a:cubicBezTo>
                  <a:pt x="11381718" y="65235"/>
                  <a:pt x="11383178" y="67693"/>
                  <a:pt x="11385590" y="71595"/>
                </a:cubicBezTo>
                <a:cubicBezTo>
                  <a:pt x="11388192" y="76082"/>
                  <a:pt x="11392508" y="82441"/>
                  <a:pt x="11396697" y="90284"/>
                </a:cubicBezTo>
                <a:cubicBezTo>
                  <a:pt x="11405582" y="105812"/>
                  <a:pt x="11415927" y="127036"/>
                  <a:pt x="11424876" y="148730"/>
                </a:cubicBezTo>
                <a:cubicBezTo>
                  <a:pt x="11433380" y="170423"/>
                  <a:pt x="11440488" y="192622"/>
                  <a:pt x="11444550" y="209438"/>
                </a:cubicBezTo>
                <a:lnTo>
                  <a:pt x="11446551" y="218372"/>
                </a:lnTo>
                <a:lnTo>
                  <a:pt x="11502645" y="218372"/>
                </a:lnTo>
                <a:lnTo>
                  <a:pt x="11506431" y="205264"/>
                </a:lnTo>
                <a:cubicBezTo>
                  <a:pt x="11516712" y="167106"/>
                  <a:pt x="11524582" y="128402"/>
                  <a:pt x="11524582" y="128402"/>
                </a:cubicBezTo>
                <a:cubicBezTo>
                  <a:pt x="11524582" y="128402"/>
                  <a:pt x="11531690" y="167145"/>
                  <a:pt x="11536324" y="206239"/>
                </a:cubicBezTo>
                <a:lnTo>
                  <a:pt x="11537526" y="218372"/>
                </a:lnTo>
                <a:lnTo>
                  <a:pt x="11551326" y="218372"/>
                </a:lnTo>
                <a:lnTo>
                  <a:pt x="11551334" y="217583"/>
                </a:lnTo>
                <a:cubicBezTo>
                  <a:pt x="11551508" y="200650"/>
                  <a:pt x="11551746" y="178070"/>
                  <a:pt x="11552000" y="155479"/>
                </a:cubicBezTo>
                <a:cubicBezTo>
                  <a:pt x="11551746" y="110221"/>
                  <a:pt x="11551492" y="65001"/>
                  <a:pt x="11551492" y="65001"/>
                </a:cubicBezTo>
                <a:cubicBezTo>
                  <a:pt x="11551492" y="65001"/>
                  <a:pt x="11566597" y="109089"/>
                  <a:pt x="11581766" y="153177"/>
                </a:cubicBezTo>
                <a:cubicBezTo>
                  <a:pt x="11588970" y="175319"/>
                  <a:pt x="11596173" y="197451"/>
                  <a:pt x="11601576" y="214048"/>
                </a:cubicBezTo>
                <a:lnTo>
                  <a:pt x="11602984" y="218372"/>
                </a:lnTo>
                <a:lnTo>
                  <a:pt x="11631817" y="218372"/>
                </a:lnTo>
                <a:lnTo>
                  <a:pt x="11630548" y="198810"/>
                </a:lnTo>
                <a:cubicBezTo>
                  <a:pt x="11629962" y="188338"/>
                  <a:pt x="11629446" y="177172"/>
                  <a:pt x="11629113" y="166014"/>
                </a:cubicBezTo>
                <a:cubicBezTo>
                  <a:pt x="11627652" y="121379"/>
                  <a:pt x="11629049" y="76940"/>
                  <a:pt x="11629049" y="76940"/>
                </a:cubicBezTo>
                <a:cubicBezTo>
                  <a:pt x="11629049" y="76940"/>
                  <a:pt x="11642568" y="120443"/>
                  <a:pt x="11658815" y="163244"/>
                </a:cubicBezTo>
                <a:cubicBezTo>
                  <a:pt x="11662829" y="173963"/>
                  <a:pt x="11667014" y="184632"/>
                  <a:pt x="11671033" y="194605"/>
                </a:cubicBezTo>
                <a:lnTo>
                  <a:pt x="11680846" y="218372"/>
                </a:lnTo>
                <a:lnTo>
                  <a:pt x="11743666" y="218372"/>
                </a:lnTo>
                <a:lnTo>
                  <a:pt x="11744495" y="206668"/>
                </a:lnTo>
                <a:cubicBezTo>
                  <a:pt x="11747098" y="209829"/>
                  <a:pt x="11749764" y="213028"/>
                  <a:pt x="11752429" y="216188"/>
                </a:cubicBezTo>
                <a:lnTo>
                  <a:pt x="11754285" y="218372"/>
                </a:lnTo>
                <a:lnTo>
                  <a:pt x="11846181" y="218372"/>
                </a:lnTo>
                <a:lnTo>
                  <a:pt x="11871620" y="130704"/>
                </a:lnTo>
                <a:lnTo>
                  <a:pt x="11872127" y="129182"/>
                </a:lnTo>
                <a:lnTo>
                  <a:pt x="11872572" y="130704"/>
                </a:lnTo>
                <a:lnTo>
                  <a:pt x="11898010" y="218372"/>
                </a:lnTo>
                <a:lnTo>
                  <a:pt x="11989902" y="218372"/>
                </a:lnTo>
                <a:lnTo>
                  <a:pt x="11991762" y="216188"/>
                </a:lnTo>
                <a:cubicBezTo>
                  <a:pt x="11994428" y="213028"/>
                  <a:pt x="11997031" y="209829"/>
                  <a:pt x="11999696" y="206668"/>
                </a:cubicBezTo>
                <a:lnTo>
                  <a:pt x="12000526" y="218372"/>
                </a:lnTo>
                <a:lnTo>
                  <a:pt x="12063384" y="218372"/>
                </a:lnTo>
                <a:lnTo>
                  <a:pt x="12073195" y="194605"/>
                </a:lnTo>
                <a:cubicBezTo>
                  <a:pt x="12077217" y="184632"/>
                  <a:pt x="12081410" y="173963"/>
                  <a:pt x="12085440" y="163244"/>
                </a:cubicBezTo>
                <a:cubicBezTo>
                  <a:pt x="12101624" y="120443"/>
                  <a:pt x="12115142" y="76940"/>
                  <a:pt x="12115142" y="76940"/>
                </a:cubicBezTo>
                <a:cubicBezTo>
                  <a:pt x="12115142" y="76940"/>
                  <a:pt x="12116538" y="121379"/>
                  <a:pt x="12115079" y="166014"/>
                </a:cubicBezTo>
                <a:cubicBezTo>
                  <a:pt x="12114746" y="177172"/>
                  <a:pt x="12114230" y="188338"/>
                  <a:pt x="12113644" y="198810"/>
                </a:cubicBezTo>
                <a:lnTo>
                  <a:pt x="12112375" y="218372"/>
                </a:lnTo>
                <a:lnTo>
                  <a:pt x="12143208" y="218372"/>
                </a:lnTo>
                <a:lnTo>
                  <a:pt x="12186225" y="90946"/>
                </a:lnTo>
                <a:lnTo>
                  <a:pt x="12190350" y="218372"/>
                </a:lnTo>
                <a:lnTo>
                  <a:pt x="12192000" y="218372"/>
                </a:lnTo>
                <a:lnTo>
                  <a:pt x="12192000" y="269100"/>
                </a:lnTo>
                <a:lnTo>
                  <a:pt x="12192001" y="269133"/>
                </a:lnTo>
                <a:lnTo>
                  <a:pt x="12192000" y="269133"/>
                </a:lnTo>
                <a:lnTo>
                  <a:pt x="12192000" y="586467"/>
                </a:lnTo>
                <a:lnTo>
                  <a:pt x="0" y="586467"/>
                </a:lnTo>
                <a:lnTo>
                  <a:pt x="0" y="218372"/>
                </a:lnTo>
                <a:lnTo>
                  <a:pt x="6411" y="218372"/>
                </a:lnTo>
                <a:lnTo>
                  <a:pt x="6411" y="173349"/>
                </a:lnTo>
                <a:lnTo>
                  <a:pt x="10854" y="128402"/>
                </a:lnTo>
                <a:lnTo>
                  <a:pt x="36978" y="218372"/>
                </a:lnTo>
                <a:lnTo>
                  <a:pt x="112885" y="218372"/>
                </a:lnTo>
                <a:lnTo>
                  <a:pt x="126293" y="176753"/>
                </a:lnTo>
                <a:cubicBezTo>
                  <a:pt x="130267" y="163185"/>
                  <a:pt x="132647" y="154075"/>
                  <a:pt x="132647" y="154075"/>
                </a:cubicBezTo>
                <a:cubicBezTo>
                  <a:pt x="132647" y="154075"/>
                  <a:pt x="134012" y="163273"/>
                  <a:pt x="135630" y="177133"/>
                </a:cubicBezTo>
                <a:lnTo>
                  <a:pt x="139271" y="218372"/>
                </a:lnTo>
                <a:lnTo>
                  <a:pt x="202325" y="218372"/>
                </a:lnTo>
                <a:lnTo>
                  <a:pt x="212138" y="194605"/>
                </a:lnTo>
                <a:cubicBezTo>
                  <a:pt x="216157" y="184632"/>
                  <a:pt x="220342" y="173963"/>
                  <a:pt x="224356" y="163244"/>
                </a:cubicBezTo>
                <a:cubicBezTo>
                  <a:pt x="240604" y="120443"/>
                  <a:pt x="254059" y="76940"/>
                  <a:pt x="254059" y="76940"/>
                </a:cubicBezTo>
                <a:cubicBezTo>
                  <a:pt x="254059" y="76940"/>
                  <a:pt x="255519" y="121379"/>
                  <a:pt x="254059" y="166014"/>
                </a:cubicBezTo>
                <a:cubicBezTo>
                  <a:pt x="253726" y="177172"/>
                  <a:pt x="253210" y="188338"/>
                  <a:pt x="252624" y="198810"/>
                </a:cubicBezTo>
                <a:lnTo>
                  <a:pt x="251355" y="218372"/>
                </a:lnTo>
                <a:lnTo>
                  <a:pt x="282201" y="218372"/>
                </a:lnTo>
                <a:lnTo>
                  <a:pt x="325269" y="90946"/>
                </a:lnTo>
                <a:lnTo>
                  <a:pt x="329344" y="218372"/>
                </a:lnTo>
                <a:lnTo>
                  <a:pt x="345697" y="218372"/>
                </a:lnTo>
                <a:lnTo>
                  <a:pt x="346911" y="206239"/>
                </a:lnTo>
                <a:cubicBezTo>
                  <a:pt x="351544" y="167145"/>
                  <a:pt x="358589" y="128402"/>
                  <a:pt x="358589" y="128402"/>
                </a:cubicBezTo>
                <a:cubicBezTo>
                  <a:pt x="358589" y="128402"/>
                  <a:pt x="366522" y="167106"/>
                  <a:pt x="376804" y="205264"/>
                </a:cubicBezTo>
                <a:lnTo>
                  <a:pt x="380576" y="218372"/>
                </a:lnTo>
                <a:lnTo>
                  <a:pt x="436656" y="218372"/>
                </a:lnTo>
                <a:lnTo>
                  <a:pt x="438684" y="209438"/>
                </a:lnTo>
                <a:cubicBezTo>
                  <a:pt x="442746" y="192622"/>
                  <a:pt x="449855" y="170423"/>
                  <a:pt x="458296" y="148730"/>
                </a:cubicBezTo>
                <a:cubicBezTo>
                  <a:pt x="467245" y="127036"/>
                  <a:pt x="477590" y="105812"/>
                  <a:pt x="486538" y="90284"/>
                </a:cubicBezTo>
                <a:cubicBezTo>
                  <a:pt x="490664" y="82441"/>
                  <a:pt x="494980" y="76082"/>
                  <a:pt x="497582" y="71595"/>
                </a:cubicBezTo>
                <a:cubicBezTo>
                  <a:pt x="499993" y="67693"/>
                  <a:pt x="501453" y="65235"/>
                  <a:pt x="501834" y="64689"/>
                </a:cubicBezTo>
                <a:cubicBezTo>
                  <a:pt x="501707" y="65274"/>
                  <a:pt x="501072" y="67888"/>
                  <a:pt x="500057" y="72102"/>
                </a:cubicBezTo>
                <a:cubicBezTo>
                  <a:pt x="499041" y="76901"/>
                  <a:pt x="497011" y="83612"/>
                  <a:pt x="495614" y="91844"/>
                </a:cubicBezTo>
                <a:cubicBezTo>
                  <a:pt x="492124" y="108231"/>
                  <a:pt x="489268" y="130119"/>
                  <a:pt x="487871" y="151851"/>
                </a:cubicBezTo>
                <a:cubicBezTo>
                  <a:pt x="486983" y="173661"/>
                  <a:pt x="487490" y="195276"/>
                  <a:pt x="489077" y="211428"/>
                </a:cubicBezTo>
                <a:lnTo>
                  <a:pt x="489871" y="218372"/>
                </a:lnTo>
                <a:lnTo>
                  <a:pt x="548337" y="218372"/>
                </a:lnTo>
                <a:lnTo>
                  <a:pt x="555447" y="201907"/>
                </a:lnTo>
                <a:cubicBezTo>
                  <a:pt x="559573" y="191947"/>
                  <a:pt x="563794" y="181269"/>
                  <a:pt x="567713" y="170501"/>
                </a:cubicBezTo>
                <a:cubicBezTo>
                  <a:pt x="583643" y="127583"/>
                  <a:pt x="594623" y="83495"/>
                  <a:pt x="594623" y="83495"/>
                </a:cubicBezTo>
                <a:cubicBezTo>
                  <a:pt x="594623" y="83495"/>
                  <a:pt x="598621" y="128090"/>
                  <a:pt x="597352" y="173193"/>
                </a:cubicBezTo>
                <a:cubicBezTo>
                  <a:pt x="597114" y="184449"/>
                  <a:pt x="596547" y="195722"/>
                  <a:pt x="595830" y="206300"/>
                </a:cubicBezTo>
                <a:lnTo>
                  <a:pt x="594820" y="218372"/>
                </a:lnTo>
                <a:lnTo>
                  <a:pt x="653324" y="218372"/>
                </a:lnTo>
                <a:lnTo>
                  <a:pt x="653139" y="215486"/>
                </a:lnTo>
                <a:cubicBezTo>
                  <a:pt x="651997" y="196290"/>
                  <a:pt x="652124" y="170696"/>
                  <a:pt x="653710" y="145335"/>
                </a:cubicBezTo>
                <a:cubicBezTo>
                  <a:pt x="655741" y="119935"/>
                  <a:pt x="659169" y="94770"/>
                  <a:pt x="662977" y="76043"/>
                </a:cubicBezTo>
                <a:cubicBezTo>
                  <a:pt x="664563" y="66679"/>
                  <a:pt x="666721" y="58914"/>
                  <a:pt x="667864" y="53452"/>
                </a:cubicBezTo>
                <a:cubicBezTo>
                  <a:pt x="669069" y="48029"/>
                  <a:pt x="669831" y="44947"/>
                  <a:pt x="669831" y="44947"/>
                </a:cubicBezTo>
                <a:cubicBezTo>
                  <a:pt x="669831" y="44947"/>
                  <a:pt x="670021" y="48068"/>
                  <a:pt x="670402" y="53569"/>
                </a:cubicBezTo>
                <a:cubicBezTo>
                  <a:pt x="670910" y="59071"/>
                  <a:pt x="671100" y="66874"/>
                  <a:pt x="672306" y="76237"/>
                </a:cubicBezTo>
                <a:cubicBezTo>
                  <a:pt x="674147" y="94965"/>
                  <a:pt x="678145" y="119741"/>
                  <a:pt x="683603" y="144282"/>
                </a:cubicBezTo>
                <a:cubicBezTo>
                  <a:pt x="689442" y="168784"/>
                  <a:pt x="696678" y="192935"/>
                  <a:pt x="703215" y="210843"/>
                </a:cubicBezTo>
                <a:lnTo>
                  <a:pt x="706046" y="218372"/>
                </a:lnTo>
                <a:lnTo>
                  <a:pt x="748929" y="218372"/>
                </a:lnTo>
                <a:lnTo>
                  <a:pt x="757606" y="195393"/>
                </a:lnTo>
                <a:cubicBezTo>
                  <a:pt x="772521" y="161020"/>
                  <a:pt x="792893" y="128597"/>
                  <a:pt x="792893" y="128597"/>
                </a:cubicBezTo>
                <a:cubicBezTo>
                  <a:pt x="792893" y="128597"/>
                  <a:pt x="786991" y="163712"/>
                  <a:pt x="787181" y="198436"/>
                </a:cubicBezTo>
                <a:lnTo>
                  <a:pt x="788131" y="218372"/>
                </a:lnTo>
                <a:lnTo>
                  <a:pt x="803813" y="218372"/>
                </a:lnTo>
                <a:lnTo>
                  <a:pt x="805111" y="212982"/>
                </a:lnTo>
                <a:cubicBezTo>
                  <a:pt x="808646" y="198138"/>
                  <a:pt x="816535" y="164180"/>
                  <a:pt x="823104" y="130002"/>
                </a:cubicBezTo>
                <a:cubicBezTo>
                  <a:pt x="831989" y="84431"/>
                  <a:pt x="838526" y="38509"/>
                  <a:pt x="838526" y="38509"/>
                </a:cubicBezTo>
                <a:cubicBezTo>
                  <a:pt x="838526" y="38509"/>
                  <a:pt x="840113" y="46859"/>
                  <a:pt x="842398" y="60046"/>
                </a:cubicBezTo>
                <a:cubicBezTo>
                  <a:pt x="839224" y="39758"/>
                  <a:pt x="836686" y="25985"/>
                  <a:pt x="836686" y="25985"/>
                </a:cubicBezTo>
                <a:cubicBezTo>
                  <a:pt x="836686" y="25985"/>
                  <a:pt x="860740" y="74521"/>
                  <a:pt x="880859" y="124188"/>
                </a:cubicBezTo>
                <a:cubicBezTo>
                  <a:pt x="896091" y="161381"/>
                  <a:pt x="909074" y="199143"/>
                  <a:pt x="914613" y="215700"/>
                </a:cubicBezTo>
                <a:lnTo>
                  <a:pt x="915495" y="218372"/>
                </a:lnTo>
                <a:lnTo>
                  <a:pt x="944266" y="218372"/>
                </a:lnTo>
                <a:lnTo>
                  <a:pt x="945333" y="193476"/>
                </a:lnTo>
                <a:cubicBezTo>
                  <a:pt x="946484" y="171778"/>
                  <a:pt x="948546" y="142897"/>
                  <a:pt x="952195" y="114161"/>
                </a:cubicBezTo>
                <a:cubicBezTo>
                  <a:pt x="958923" y="56652"/>
                  <a:pt x="971807" y="0"/>
                  <a:pt x="971807" y="0"/>
                </a:cubicBezTo>
                <a:close/>
              </a:path>
            </a:pathLst>
          </a:custGeom>
          <a:solidFill>
            <a:srgbClr val="3A660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C7547-1A00-DE4B-84C1-311631059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73" y="185792"/>
            <a:ext cx="10907654" cy="770400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rgbClr val="3A660E"/>
                </a:solidFill>
                <a:latin typeface="Oswald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="" xmlns:a16="http://schemas.microsoft.com/office/drawing/2014/main" id="{34117598-E0E8-095A-5970-337E8365C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07600" y="1415039"/>
            <a:ext cx="6976800" cy="34718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1pPr>
            <a:lvl2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2pPr>
            <a:lvl3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3pPr>
            <a:lvl4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4pPr>
            <a:lvl5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B1B91247-696D-322E-7FD7-E63337DFCD1B}"/>
              </a:ext>
            </a:extLst>
          </p:cNvPr>
          <p:cNvGrpSpPr/>
          <p:nvPr userDrawn="1"/>
        </p:nvGrpSpPr>
        <p:grpSpPr>
          <a:xfrm>
            <a:off x="7362384" y="5575014"/>
            <a:ext cx="1123320" cy="1142286"/>
            <a:chOff x="7151591" y="5232326"/>
            <a:chExt cx="1347025" cy="1369771"/>
          </a:xfrm>
          <a:solidFill>
            <a:srgbClr val="3A660E"/>
          </a:solidFill>
        </p:grpSpPr>
        <p:sp>
          <p:nvSpPr>
            <p:cNvPr id="9" name="Freeform: Shape 8">
              <a:extLst>
                <a:ext uri="{FF2B5EF4-FFF2-40B4-BE49-F238E27FC236}">
                  <a16:creationId xmlns="" xmlns:a16="http://schemas.microsoft.com/office/drawing/2014/main" id="{ED4CB415-76FD-0F4A-A4A4-A10B80AB1F50}"/>
                </a:ext>
              </a:extLst>
            </p:cNvPr>
            <p:cNvSpPr/>
            <p:nvPr/>
          </p:nvSpPr>
          <p:spPr>
            <a:xfrm>
              <a:off x="7151591" y="5364152"/>
              <a:ext cx="1347025" cy="1170331"/>
            </a:xfrm>
            <a:custGeom>
              <a:avLst/>
              <a:gdLst>
                <a:gd name="connsiteX0" fmla="*/ 268796 w 1347025"/>
                <a:gd name="connsiteY0" fmla="*/ 544544 h 1170331"/>
                <a:gd name="connsiteX1" fmla="*/ 138875 w 1347025"/>
                <a:gd name="connsiteY1" fmla="*/ 544544 h 1170331"/>
                <a:gd name="connsiteX2" fmla="*/ 132969 w 1347025"/>
                <a:gd name="connsiteY2" fmla="*/ 535591 h 1170331"/>
                <a:gd name="connsiteX3" fmla="*/ 666274 w 1347025"/>
                <a:gd name="connsiteY3" fmla="*/ 0 h 1170331"/>
                <a:gd name="connsiteX4" fmla="*/ 940689 w 1347025"/>
                <a:gd name="connsiteY4" fmla="*/ 285655 h 1170331"/>
                <a:gd name="connsiteX5" fmla="*/ 960882 w 1347025"/>
                <a:gd name="connsiteY5" fmla="*/ 234887 h 1170331"/>
                <a:gd name="connsiteX6" fmla="*/ 1050036 w 1347025"/>
                <a:gd name="connsiteY6" fmla="*/ 234887 h 1170331"/>
                <a:gd name="connsiteX7" fmla="*/ 1050036 w 1347025"/>
                <a:gd name="connsiteY7" fmla="*/ 381191 h 1170331"/>
                <a:gd name="connsiteX8" fmla="*/ 1201293 w 1347025"/>
                <a:gd name="connsiteY8" fmla="*/ 534734 h 1170331"/>
                <a:gd name="connsiteX9" fmla="*/ 1197674 w 1347025"/>
                <a:gd name="connsiteY9" fmla="*/ 543687 h 1170331"/>
                <a:gd name="connsiteX10" fmla="*/ 1054227 w 1347025"/>
                <a:gd name="connsiteY10" fmla="*/ 543687 h 1170331"/>
                <a:gd name="connsiteX11" fmla="*/ 1054227 w 1347025"/>
                <a:gd name="connsiteY11" fmla="*/ 1119759 h 1170331"/>
                <a:gd name="connsiteX12" fmla="*/ 1347026 w 1347025"/>
                <a:gd name="connsiteY12" fmla="*/ 1120331 h 1170331"/>
                <a:gd name="connsiteX13" fmla="*/ 748379 w 1347025"/>
                <a:gd name="connsiteY13" fmla="*/ 1141286 h 1170331"/>
                <a:gd name="connsiteX14" fmla="*/ 421767 w 1347025"/>
                <a:gd name="connsiteY14" fmla="*/ 1077944 h 1170331"/>
                <a:gd name="connsiteX15" fmla="*/ 33242 w 1347025"/>
                <a:gd name="connsiteY15" fmla="*/ 1084517 h 1170331"/>
                <a:gd name="connsiteX16" fmla="*/ 0 w 1347025"/>
                <a:gd name="connsiteY16" fmla="*/ 1084421 h 1170331"/>
                <a:gd name="connsiteX17" fmla="*/ 266129 w 1347025"/>
                <a:gd name="connsiteY17" fmla="*/ 1019747 h 1170331"/>
                <a:gd name="connsiteX18" fmla="*/ 268700 w 1347025"/>
                <a:gd name="connsiteY18" fmla="*/ 544639 h 1170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47025" h="1170331">
                  <a:moveTo>
                    <a:pt x="268796" y="544544"/>
                  </a:moveTo>
                  <a:lnTo>
                    <a:pt x="138875" y="544544"/>
                  </a:lnTo>
                  <a:cubicBezTo>
                    <a:pt x="136874" y="541592"/>
                    <a:pt x="134969" y="538544"/>
                    <a:pt x="132969" y="535591"/>
                  </a:cubicBezTo>
                  <a:cubicBezTo>
                    <a:pt x="307372" y="355759"/>
                    <a:pt x="486918" y="181166"/>
                    <a:pt x="666274" y="0"/>
                  </a:cubicBezTo>
                  <a:cubicBezTo>
                    <a:pt x="756952" y="94298"/>
                    <a:pt x="845439" y="186404"/>
                    <a:pt x="940689" y="285655"/>
                  </a:cubicBezTo>
                  <a:cubicBezTo>
                    <a:pt x="950690" y="260604"/>
                    <a:pt x="955453" y="248602"/>
                    <a:pt x="960882" y="234887"/>
                  </a:cubicBezTo>
                  <a:lnTo>
                    <a:pt x="1050036" y="234887"/>
                  </a:lnTo>
                  <a:lnTo>
                    <a:pt x="1050036" y="381191"/>
                  </a:lnTo>
                  <a:cubicBezTo>
                    <a:pt x="1102328" y="434245"/>
                    <a:pt x="1151763" y="484441"/>
                    <a:pt x="1201293" y="534734"/>
                  </a:cubicBezTo>
                  <a:cubicBezTo>
                    <a:pt x="1200055" y="537686"/>
                    <a:pt x="1198912" y="540734"/>
                    <a:pt x="1197674" y="543687"/>
                  </a:cubicBezTo>
                  <a:lnTo>
                    <a:pt x="1054227" y="543687"/>
                  </a:lnTo>
                  <a:lnTo>
                    <a:pt x="1054227" y="1119759"/>
                  </a:lnTo>
                  <a:cubicBezTo>
                    <a:pt x="1149572" y="1131665"/>
                    <a:pt x="1245203" y="1127188"/>
                    <a:pt x="1347026" y="1120331"/>
                  </a:cubicBezTo>
                  <a:cubicBezTo>
                    <a:pt x="1145286" y="1180433"/>
                    <a:pt x="947928" y="1185005"/>
                    <a:pt x="748379" y="1141286"/>
                  </a:cubicBezTo>
                  <a:cubicBezTo>
                    <a:pt x="640080" y="1117568"/>
                    <a:pt x="531305" y="1094899"/>
                    <a:pt x="421767" y="1077944"/>
                  </a:cubicBezTo>
                  <a:cubicBezTo>
                    <a:pt x="292418" y="1057847"/>
                    <a:pt x="162401" y="1063847"/>
                    <a:pt x="33242" y="1084517"/>
                  </a:cubicBezTo>
                  <a:cubicBezTo>
                    <a:pt x="22479" y="1086231"/>
                    <a:pt x="11430" y="1086517"/>
                    <a:pt x="0" y="1084421"/>
                  </a:cubicBezTo>
                  <a:cubicBezTo>
                    <a:pt x="85820" y="1049274"/>
                    <a:pt x="175736" y="1030986"/>
                    <a:pt x="266129" y="1019747"/>
                  </a:cubicBezTo>
                  <a:cubicBezTo>
                    <a:pt x="278702" y="984028"/>
                    <a:pt x="281273" y="602837"/>
                    <a:pt x="268700" y="54463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="" xmlns:a16="http://schemas.microsoft.com/office/drawing/2014/main" id="{9C216EEB-6D62-2214-85E5-14F4226DA25E}"/>
                </a:ext>
              </a:extLst>
            </p:cNvPr>
            <p:cNvSpPr/>
            <p:nvPr/>
          </p:nvSpPr>
          <p:spPr>
            <a:xfrm>
              <a:off x="8154796" y="5232326"/>
              <a:ext cx="293338" cy="359962"/>
            </a:xfrm>
            <a:custGeom>
              <a:avLst/>
              <a:gdLst>
                <a:gd name="connsiteX0" fmla="*/ 293148 w 293338"/>
                <a:gd name="connsiteY0" fmla="*/ 0 h 359962"/>
                <a:gd name="connsiteX1" fmla="*/ 276003 w 293338"/>
                <a:gd name="connsiteY1" fmla="*/ 220885 h 359962"/>
                <a:gd name="connsiteX2" fmla="*/ 115507 w 293338"/>
                <a:gd name="connsiteY2" fmla="*/ 359093 h 359962"/>
                <a:gd name="connsiteX3" fmla="*/ 79883 w 293338"/>
                <a:gd name="connsiteY3" fmla="*/ 349758 h 359962"/>
                <a:gd name="connsiteX4" fmla="*/ 108363 w 293338"/>
                <a:gd name="connsiteY4" fmla="*/ 240697 h 359962"/>
                <a:gd name="connsiteX5" fmla="*/ 99886 w 293338"/>
                <a:gd name="connsiteY5" fmla="*/ 237173 h 359962"/>
                <a:gd name="connsiteX6" fmla="*/ 54356 w 293338"/>
                <a:gd name="connsiteY6" fmla="*/ 326041 h 359962"/>
                <a:gd name="connsiteX7" fmla="*/ 21685 w 293338"/>
                <a:gd name="connsiteY7" fmla="*/ 149924 h 359962"/>
                <a:gd name="connsiteX8" fmla="*/ 107220 w 293338"/>
                <a:gd name="connsiteY8" fmla="*/ 71152 h 359962"/>
                <a:gd name="connsiteX9" fmla="*/ 293338 w 293338"/>
                <a:gd name="connsiteY9" fmla="*/ 0 h 35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3338" h="359962">
                  <a:moveTo>
                    <a:pt x="293148" y="0"/>
                  </a:moveTo>
                  <a:cubicBezTo>
                    <a:pt x="287052" y="82772"/>
                    <a:pt x="285814" y="152400"/>
                    <a:pt x="276003" y="220885"/>
                  </a:cubicBezTo>
                  <a:cubicBezTo>
                    <a:pt x="262192" y="317373"/>
                    <a:pt x="201041" y="367284"/>
                    <a:pt x="115507" y="359093"/>
                  </a:cubicBezTo>
                  <a:cubicBezTo>
                    <a:pt x="104934" y="358045"/>
                    <a:pt x="94742" y="353759"/>
                    <a:pt x="79883" y="349758"/>
                  </a:cubicBezTo>
                  <a:cubicBezTo>
                    <a:pt x="89694" y="312039"/>
                    <a:pt x="99028" y="276320"/>
                    <a:pt x="108363" y="240697"/>
                  </a:cubicBezTo>
                  <a:cubicBezTo>
                    <a:pt x="105505" y="239554"/>
                    <a:pt x="102648" y="238316"/>
                    <a:pt x="99886" y="237173"/>
                  </a:cubicBezTo>
                  <a:cubicBezTo>
                    <a:pt x="84741" y="266795"/>
                    <a:pt x="69501" y="296418"/>
                    <a:pt x="54356" y="326041"/>
                  </a:cubicBezTo>
                  <a:cubicBezTo>
                    <a:pt x="-889" y="282988"/>
                    <a:pt x="-18034" y="206978"/>
                    <a:pt x="21685" y="149924"/>
                  </a:cubicBezTo>
                  <a:cubicBezTo>
                    <a:pt x="43498" y="118586"/>
                    <a:pt x="73692" y="88202"/>
                    <a:pt x="107220" y="71152"/>
                  </a:cubicBezTo>
                  <a:cubicBezTo>
                    <a:pt x="162846" y="42863"/>
                    <a:pt x="224187" y="25622"/>
                    <a:pt x="293338" y="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="" xmlns:a16="http://schemas.microsoft.com/office/drawing/2014/main" id="{00D07535-14A6-D9B0-05B6-77B45E3CA015}"/>
                </a:ext>
              </a:extLst>
            </p:cNvPr>
            <p:cNvSpPr/>
            <p:nvPr/>
          </p:nvSpPr>
          <p:spPr>
            <a:xfrm>
              <a:off x="7173403" y="6461403"/>
              <a:ext cx="1201674" cy="140694"/>
            </a:xfrm>
            <a:custGeom>
              <a:avLst/>
              <a:gdLst>
                <a:gd name="connsiteX0" fmla="*/ 0 w 1201674"/>
                <a:gd name="connsiteY0" fmla="*/ 32032 h 140694"/>
                <a:gd name="connsiteX1" fmla="*/ 309563 w 1201674"/>
                <a:gd name="connsiteY1" fmla="*/ 6315 h 140694"/>
                <a:gd name="connsiteX2" fmla="*/ 669227 w 1201674"/>
                <a:gd name="connsiteY2" fmla="*/ 72038 h 140694"/>
                <a:gd name="connsiteX3" fmla="*/ 1141667 w 1201674"/>
                <a:gd name="connsiteY3" fmla="*/ 98993 h 140694"/>
                <a:gd name="connsiteX4" fmla="*/ 1201674 w 1201674"/>
                <a:gd name="connsiteY4" fmla="*/ 97850 h 140694"/>
                <a:gd name="connsiteX5" fmla="*/ 946023 w 1201674"/>
                <a:gd name="connsiteY5" fmla="*/ 139856 h 140694"/>
                <a:gd name="connsiteX6" fmla="*/ 634746 w 1201674"/>
                <a:gd name="connsiteY6" fmla="*/ 109185 h 140694"/>
                <a:gd name="connsiteX7" fmla="*/ 393097 w 1201674"/>
                <a:gd name="connsiteY7" fmla="*/ 57560 h 140694"/>
                <a:gd name="connsiteX8" fmla="*/ 0 w 1201674"/>
                <a:gd name="connsiteY8" fmla="*/ 32128 h 140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01674" h="140694">
                  <a:moveTo>
                    <a:pt x="0" y="32032"/>
                  </a:moveTo>
                  <a:cubicBezTo>
                    <a:pt x="101346" y="4886"/>
                    <a:pt x="205264" y="-8925"/>
                    <a:pt x="309563" y="6315"/>
                  </a:cubicBezTo>
                  <a:cubicBezTo>
                    <a:pt x="430054" y="23936"/>
                    <a:pt x="549878" y="47082"/>
                    <a:pt x="669227" y="72038"/>
                  </a:cubicBezTo>
                  <a:cubicBezTo>
                    <a:pt x="825627" y="104708"/>
                    <a:pt x="982599" y="116996"/>
                    <a:pt x="1141667" y="98993"/>
                  </a:cubicBezTo>
                  <a:cubicBezTo>
                    <a:pt x="1161479" y="96707"/>
                    <a:pt x="1181386" y="95564"/>
                    <a:pt x="1201674" y="97850"/>
                  </a:cubicBezTo>
                  <a:cubicBezTo>
                    <a:pt x="1118616" y="126521"/>
                    <a:pt x="1032701" y="136331"/>
                    <a:pt x="946023" y="139856"/>
                  </a:cubicBezTo>
                  <a:cubicBezTo>
                    <a:pt x="840962" y="144237"/>
                    <a:pt x="737330" y="131093"/>
                    <a:pt x="634746" y="109185"/>
                  </a:cubicBezTo>
                  <a:cubicBezTo>
                    <a:pt x="554165" y="92040"/>
                    <a:pt x="473774" y="74038"/>
                    <a:pt x="393097" y="57560"/>
                  </a:cubicBezTo>
                  <a:cubicBezTo>
                    <a:pt x="263557" y="31175"/>
                    <a:pt x="132779" y="21364"/>
                    <a:pt x="0" y="3212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2922798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="" xmlns:a16="http://schemas.microsoft.com/office/drawing/2014/main" id="{7D577B22-D10B-88BE-F3C6-9933827D7913}"/>
              </a:ext>
            </a:extLst>
          </p:cNvPr>
          <p:cNvSpPr/>
          <p:nvPr userDrawn="1"/>
        </p:nvSpPr>
        <p:spPr bwMode="auto">
          <a:xfrm>
            <a:off x="10617964" y="5286375"/>
            <a:ext cx="1762126" cy="17621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C7547-1A00-DE4B-84C1-311631059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73" y="185792"/>
            <a:ext cx="10907654" cy="770400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rgbClr val="3A660E"/>
                </a:solidFill>
                <a:latin typeface="Oswald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="" xmlns:a16="http://schemas.microsoft.com/office/drawing/2014/main" id="{34117598-E0E8-095A-5970-337E8365C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07600" y="1415039"/>
            <a:ext cx="6976800" cy="34718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1pPr>
            <a:lvl2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2pPr>
            <a:lvl3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3pPr>
            <a:lvl4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4pPr>
            <a:lvl5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="" xmlns:a16="http://schemas.microsoft.com/office/drawing/2014/main" id="{7A25E4AA-E109-7265-7593-EC032A707A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9425" y="5476875"/>
            <a:ext cx="1552575" cy="138112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="" xmlns:a16="http://schemas.microsoft.com/office/drawing/2014/main" id="{EC8DE23F-FB4D-7C80-C46D-4B5AA7A416DF}"/>
              </a:ext>
            </a:extLst>
          </p:cNvPr>
          <p:cNvSpPr/>
          <p:nvPr userDrawn="1"/>
        </p:nvSpPr>
        <p:spPr bwMode="auto">
          <a:xfrm>
            <a:off x="-954146" y="-834505"/>
            <a:ext cx="2249546" cy="22495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16CAEFB1-E3B4-E2E1-15C2-41169C8930E7}"/>
              </a:ext>
            </a:extLst>
          </p:cNvPr>
          <p:cNvSpPr/>
          <p:nvPr userDrawn="1"/>
        </p:nvSpPr>
        <p:spPr bwMode="auto">
          <a:xfrm>
            <a:off x="-710436" y="-590795"/>
            <a:ext cx="1762126" cy="1762124"/>
          </a:xfrm>
          <a:prstGeom prst="ellipse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6E53B7B6-AD3B-01F4-2123-A563D8BF9C3E}"/>
              </a:ext>
            </a:extLst>
          </p:cNvPr>
          <p:cNvSpPr/>
          <p:nvPr userDrawn="1"/>
        </p:nvSpPr>
        <p:spPr bwMode="auto">
          <a:xfrm>
            <a:off x="-438591" y="-318950"/>
            <a:ext cx="1218436" cy="1218434"/>
          </a:xfrm>
          <a:prstGeom prst="ellipse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928412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C7547-1A00-DE4B-84C1-311631059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73" y="185792"/>
            <a:ext cx="10907654" cy="770400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rgbClr val="3A660E"/>
                </a:solidFill>
                <a:latin typeface="Oswald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="" xmlns:a16="http://schemas.microsoft.com/office/drawing/2014/main" id="{34117598-E0E8-095A-5970-337E8365C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07600" y="1415039"/>
            <a:ext cx="6976800" cy="34718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1pPr>
            <a:lvl2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2pPr>
            <a:lvl3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3pPr>
            <a:lvl4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4pPr>
            <a:lvl5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9CC96C3A-A302-3AD3-48DE-AF77735061C0}"/>
              </a:ext>
            </a:extLst>
          </p:cNvPr>
          <p:cNvGrpSpPr/>
          <p:nvPr userDrawn="1"/>
        </p:nvGrpSpPr>
        <p:grpSpPr>
          <a:xfrm>
            <a:off x="-791028" y="6066972"/>
            <a:ext cx="1582056" cy="1582056"/>
            <a:chOff x="3062515" y="5011921"/>
            <a:chExt cx="1582056" cy="1582056"/>
          </a:xfrm>
        </p:grpSpPr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4B608D25-B537-E473-B19C-B32CB2F1D3E8}"/>
                </a:ext>
              </a:extLst>
            </p:cNvPr>
            <p:cNvSpPr/>
            <p:nvPr userDrawn="1"/>
          </p:nvSpPr>
          <p:spPr bwMode="auto">
            <a:xfrm>
              <a:off x="3062515" y="5011921"/>
              <a:ext cx="1582056" cy="1582056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00B54AEB-55A5-2B23-866D-BA0DA3D6FB41}"/>
                </a:ext>
              </a:extLst>
            </p:cNvPr>
            <p:cNvSpPr/>
            <p:nvPr userDrawn="1"/>
          </p:nvSpPr>
          <p:spPr bwMode="auto">
            <a:xfrm>
              <a:off x="3188651" y="5138057"/>
              <a:ext cx="1329784" cy="1329784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rtl="0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1CCC5E8F-7C62-EA3F-C08A-5E042584A03F}"/>
                </a:ext>
              </a:extLst>
            </p:cNvPr>
            <p:cNvSpPr/>
            <p:nvPr userDrawn="1"/>
          </p:nvSpPr>
          <p:spPr bwMode="auto">
            <a:xfrm>
              <a:off x="3333275" y="5282681"/>
              <a:ext cx="1040536" cy="1040536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rtl="0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5943DEA0-9EFA-5D3B-953F-FC9C990A0E7E}"/>
                </a:ext>
              </a:extLst>
            </p:cNvPr>
            <p:cNvSpPr/>
            <p:nvPr userDrawn="1"/>
          </p:nvSpPr>
          <p:spPr bwMode="auto">
            <a:xfrm>
              <a:off x="3493946" y="5443352"/>
              <a:ext cx="719194" cy="719194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rtl="0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85D59BE4-CA96-016D-89CB-65A607C5620E}"/>
              </a:ext>
            </a:extLst>
          </p:cNvPr>
          <p:cNvGrpSpPr/>
          <p:nvPr userDrawn="1"/>
        </p:nvGrpSpPr>
        <p:grpSpPr>
          <a:xfrm>
            <a:off x="11400972" y="-791028"/>
            <a:ext cx="1582056" cy="1582056"/>
            <a:chOff x="3062515" y="5011921"/>
            <a:chExt cx="1582056" cy="1582056"/>
          </a:xfrm>
        </p:grpSpPr>
        <p:sp>
          <p:nvSpPr>
            <p:cNvPr id="16" name="Oval 15">
              <a:extLst>
                <a:ext uri="{FF2B5EF4-FFF2-40B4-BE49-F238E27FC236}">
                  <a16:creationId xmlns="" xmlns:a16="http://schemas.microsoft.com/office/drawing/2014/main" id="{76BBBB9C-95B2-06F8-F505-11CD2956DF6E}"/>
                </a:ext>
              </a:extLst>
            </p:cNvPr>
            <p:cNvSpPr/>
            <p:nvPr userDrawn="1"/>
          </p:nvSpPr>
          <p:spPr bwMode="auto">
            <a:xfrm>
              <a:off x="3062515" y="5011921"/>
              <a:ext cx="1582056" cy="1582056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98C4A451-1F50-8177-3D7E-78661B02C134}"/>
                </a:ext>
              </a:extLst>
            </p:cNvPr>
            <p:cNvSpPr/>
            <p:nvPr userDrawn="1"/>
          </p:nvSpPr>
          <p:spPr bwMode="auto">
            <a:xfrm>
              <a:off x="3188651" y="5138057"/>
              <a:ext cx="1329784" cy="1329784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rtl="0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CB94C367-F3A2-275C-CB45-813CFBC8C6DC}"/>
                </a:ext>
              </a:extLst>
            </p:cNvPr>
            <p:cNvSpPr/>
            <p:nvPr userDrawn="1"/>
          </p:nvSpPr>
          <p:spPr bwMode="auto">
            <a:xfrm>
              <a:off x="3333275" y="5282681"/>
              <a:ext cx="1040536" cy="1040536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rtl="0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F1C3A907-611D-C2C1-5611-7225C947D34C}"/>
                </a:ext>
              </a:extLst>
            </p:cNvPr>
            <p:cNvSpPr/>
            <p:nvPr userDrawn="1"/>
          </p:nvSpPr>
          <p:spPr bwMode="auto">
            <a:xfrm>
              <a:off x="3493946" y="5443352"/>
              <a:ext cx="719194" cy="719194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rtl="0"/>
              <a:endParaRPr lang="en-US" dirty="0"/>
            </a:p>
          </p:txBody>
        </p:sp>
      </p:grpSp>
    </p:spTree>
    <p:extLst>
      <p:ext uri="{BB962C8B-B14F-4D97-AF65-F5344CB8AC3E}">
        <p14:creationId xmlns="" xmlns:p14="http://schemas.microsoft.com/office/powerpoint/2010/main" val="4251756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C7547-1A00-DE4B-84C1-311631059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73" y="185792"/>
            <a:ext cx="10907654" cy="770400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rgbClr val="3A660E"/>
                </a:solidFill>
                <a:latin typeface="Oswald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="" xmlns:a16="http://schemas.microsoft.com/office/drawing/2014/main" id="{34117598-E0E8-095A-5970-337E8365C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07600" y="1415039"/>
            <a:ext cx="6976800" cy="34718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1pPr>
            <a:lvl2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2pPr>
            <a:lvl3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3pPr>
            <a:lvl4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4pPr>
            <a:lvl5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9CC96C3A-A302-3AD3-48DE-AF77735061C0}"/>
              </a:ext>
            </a:extLst>
          </p:cNvPr>
          <p:cNvGrpSpPr/>
          <p:nvPr userDrawn="1"/>
        </p:nvGrpSpPr>
        <p:grpSpPr>
          <a:xfrm>
            <a:off x="-791028" y="6066972"/>
            <a:ext cx="1582056" cy="1582056"/>
            <a:chOff x="3062515" y="5011921"/>
            <a:chExt cx="1582056" cy="1582056"/>
          </a:xfrm>
        </p:grpSpPr>
        <p:sp>
          <p:nvSpPr>
            <p:cNvPr id="9" name="Oval 8">
              <a:extLst>
                <a:ext uri="{FF2B5EF4-FFF2-40B4-BE49-F238E27FC236}">
                  <a16:creationId xmlns="" xmlns:a16="http://schemas.microsoft.com/office/drawing/2014/main" id="{4B608D25-B537-E473-B19C-B32CB2F1D3E8}"/>
                </a:ext>
              </a:extLst>
            </p:cNvPr>
            <p:cNvSpPr/>
            <p:nvPr userDrawn="1"/>
          </p:nvSpPr>
          <p:spPr bwMode="auto">
            <a:xfrm>
              <a:off x="3062515" y="5011921"/>
              <a:ext cx="1582056" cy="1582056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="" xmlns:a16="http://schemas.microsoft.com/office/drawing/2014/main" id="{00B54AEB-55A5-2B23-866D-BA0DA3D6FB41}"/>
                </a:ext>
              </a:extLst>
            </p:cNvPr>
            <p:cNvSpPr/>
            <p:nvPr userDrawn="1"/>
          </p:nvSpPr>
          <p:spPr bwMode="auto">
            <a:xfrm>
              <a:off x="3188651" y="5138057"/>
              <a:ext cx="1329784" cy="1329784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rtl="0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="" xmlns:a16="http://schemas.microsoft.com/office/drawing/2014/main" id="{1CCC5E8F-7C62-EA3F-C08A-5E042584A03F}"/>
                </a:ext>
              </a:extLst>
            </p:cNvPr>
            <p:cNvSpPr/>
            <p:nvPr userDrawn="1"/>
          </p:nvSpPr>
          <p:spPr bwMode="auto">
            <a:xfrm>
              <a:off x="3333275" y="5282681"/>
              <a:ext cx="1040536" cy="1040536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rtl="0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="" xmlns:a16="http://schemas.microsoft.com/office/drawing/2014/main" id="{5943DEA0-9EFA-5D3B-953F-FC9C990A0E7E}"/>
                </a:ext>
              </a:extLst>
            </p:cNvPr>
            <p:cNvSpPr/>
            <p:nvPr userDrawn="1"/>
          </p:nvSpPr>
          <p:spPr bwMode="auto">
            <a:xfrm>
              <a:off x="3493946" y="5443352"/>
              <a:ext cx="719194" cy="719194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rtl="0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85D59BE4-CA96-016D-89CB-65A607C5620E}"/>
              </a:ext>
            </a:extLst>
          </p:cNvPr>
          <p:cNvGrpSpPr/>
          <p:nvPr userDrawn="1"/>
        </p:nvGrpSpPr>
        <p:grpSpPr>
          <a:xfrm>
            <a:off x="11400972" y="-791028"/>
            <a:ext cx="1582056" cy="1582056"/>
            <a:chOff x="3062515" y="5011921"/>
            <a:chExt cx="1582056" cy="1582056"/>
          </a:xfrm>
        </p:grpSpPr>
        <p:sp>
          <p:nvSpPr>
            <p:cNvPr id="16" name="Oval 15">
              <a:extLst>
                <a:ext uri="{FF2B5EF4-FFF2-40B4-BE49-F238E27FC236}">
                  <a16:creationId xmlns="" xmlns:a16="http://schemas.microsoft.com/office/drawing/2014/main" id="{76BBBB9C-95B2-06F8-F505-11CD2956DF6E}"/>
                </a:ext>
              </a:extLst>
            </p:cNvPr>
            <p:cNvSpPr/>
            <p:nvPr userDrawn="1"/>
          </p:nvSpPr>
          <p:spPr bwMode="auto">
            <a:xfrm>
              <a:off x="3062515" y="5011921"/>
              <a:ext cx="1582056" cy="1582056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98C4A451-1F50-8177-3D7E-78661B02C134}"/>
                </a:ext>
              </a:extLst>
            </p:cNvPr>
            <p:cNvSpPr/>
            <p:nvPr userDrawn="1"/>
          </p:nvSpPr>
          <p:spPr bwMode="auto">
            <a:xfrm>
              <a:off x="3188651" y="5138057"/>
              <a:ext cx="1329784" cy="1329784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rtl="0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CB94C367-F3A2-275C-CB45-813CFBC8C6DC}"/>
                </a:ext>
              </a:extLst>
            </p:cNvPr>
            <p:cNvSpPr/>
            <p:nvPr userDrawn="1"/>
          </p:nvSpPr>
          <p:spPr bwMode="auto">
            <a:xfrm>
              <a:off x="3333275" y="5282681"/>
              <a:ext cx="1040536" cy="1040536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rtl="0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F1C3A907-611D-C2C1-5611-7225C947D34C}"/>
                </a:ext>
              </a:extLst>
            </p:cNvPr>
            <p:cNvSpPr/>
            <p:nvPr userDrawn="1"/>
          </p:nvSpPr>
          <p:spPr bwMode="auto">
            <a:xfrm>
              <a:off x="3493946" y="5443352"/>
              <a:ext cx="719194" cy="719194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rtl="0"/>
              <a:endParaRPr lang="en-US" dirty="0"/>
            </a:p>
          </p:txBody>
        </p:sp>
      </p:grpSp>
    </p:spTree>
    <p:extLst>
      <p:ext uri="{BB962C8B-B14F-4D97-AF65-F5344CB8AC3E}">
        <p14:creationId xmlns="" xmlns:p14="http://schemas.microsoft.com/office/powerpoint/2010/main" val="3549440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C7547-1A00-DE4B-84C1-311631059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173" y="185792"/>
            <a:ext cx="10907654" cy="770400"/>
          </a:xfrm>
          <a:prstGeom prst="rect">
            <a:avLst/>
          </a:prstGeom>
        </p:spPr>
        <p:txBody>
          <a:bodyPr anchor="ctr"/>
          <a:lstStyle>
            <a:lvl1pPr algn="ctr">
              <a:defRPr sz="3200" b="1">
                <a:solidFill>
                  <a:srgbClr val="3A660E"/>
                </a:solidFill>
                <a:latin typeface="Oswald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="" xmlns:a16="http://schemas.microsoft.com/office/drawing/2014/main" id="{34117598-E0E8-095A-5970-337E8365C6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07600" y="1415039"/>
            <a:ext cx="6976800" cy="34718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1pPr>
            <a:lvl2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2pPr>
            <a:lvl3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3pPr>
            <a:lvl4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4pPr>
            <a:lvl5pPr>
              <a:defRPr>
                <a:solidFill>
                  <a:srgbClr val="3A660E"/>
                </a:solidFill>
                <a:latin typeface="Abel" panose="02000506030000020004" pitchFamily="2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85D59BE4-CA96-016D-89CB-65A607C5620E}"/>
              </a:ext>
            </a:extLst>
          </p:cNvPr>
          <p:cNvGrpSpPr/>
          <p:nvPr userDrawn="1"/>
        </p:nvGrpSpPr>
        <p:grpSpPr>
          <a:xfrm>
            <a:off x="11400972" y="-791028"/>
            <a:ext cx="1582056" cy="1582056"/>
            <a:chOff x="3062515" y="5011921"/>
            <a:chExt cx="1582056" cy="1582056"/>
          </a:xfrm>
        </p:grpSpPr>
        <p:sp>
          <p:nvSpPr>
            <p:cNvPr id="16" name="Oval 15">
              <a:extLst>
                <a:ext uri="{FF2B5EF4-FFF2-40B4-BE49-F238E27FC236}">
                  <a16:creationId xmlns="" xmlns:a16="http://schemas.microsoft.com/office/drawing/2014/main" id="{76BBBB9C-95B2-06F8-F505-11CD2956DF6E}"/>
                </a:ext>
              </a:extLst>
            </p:cNvPr>
            <p:cNvSpPr/>
            <p:nvPr userDrawn="1"/>
          </p:nvSpPr>
          <p:spPr bwMode="auto">
            <a:xfrm>
              <a:off x="3062515" y="5011921"/>
              <a:ext cx="1582056" cy="1582056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="" xmlns:a16="http://schemas.microsoft.com/office/drawing/2014/main" id="{98C4A451-1F50-8177-3D7E-78661B02C134}"/>
                </a:ext>
              </a:extLst>
            </p:cNvPr>
            <p:cNvSpPr/>
            <p:nvPr userDrawn="1"/>
          </p:nvSpPr>
          <p:spPr bwMode="auto">
            <a:xfrm>
              <a:off x="3188651" y="5138057"/>
              <a:ext cx="1329784" cy="1329784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rtl="0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="" xmlns:a16="http://schemas.microsoft.com/office/drawing/2014/main" id="{CB94C367-F3A2-275C-CB45-813CFBC8C6DC}"/>
                </a:ext>
              </a:extLst>
            </p:cNvPr>
            <p:cNvSpPr/>
            <p:nvPr userDrawn="1"/>
          </p:nvSpPr>
          <p:spPr bwMode="auto">
            <a:xfrm>
              <a:off x="3333275" y="5282681"/>
              <a:ext cx="1040536" cy="1040536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rtl="0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="" xmlns:a16="http://schemas.microsoft.com/office/drawing/2014/main" id="{F1C3A907-611D-C2C1-5611-7225C947D34C}"/>
                </a:ext>
              </a:extLst>
            </p:cNvPr>
            <p:cNvSpPr/>
            <p:nvPr userDrawn="1"/>
          </p:nvSpPr>
          <p:spPr bwMode="auto">
            <a:xfrm>
              <a:off x="3493946" y="5443352"/>
              <a:ext cx="719194" cy="719194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rtl="0"/>
              <a:endParaRPr lang="en-US" dirty="0"/>
            </a:p>
          </p:txBody>
        </p:sp>
      </p:grp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8A222A65-B627-40E6-959C-9CCB77A529F7}"/>
              </a:ext>
            </a:extLst>
          </p:cNvPr>
          <p:cNvSpPr/>
          <p:nvPr userDrawn="1"/>
        </p:nvSpPr>
        <p:spPr bwMode="auto">
          <a:xfrm>
            <a:off x="-1091818" y="5547436"/>
            <a:ext cx="2249546" cy="22495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703FC479-3720-F820-AC5E-B06C2E9703AE}"/>
              </a:ext>
            </a:extLst>
          </p:cNvPr>
          <p:cNvSpPr/>
          <p:nvPr userDrawn="1"/>
        </p:nvSpPr>
        <p:spPr bwMode="auto">
          <a:xfrm>
            <a:off x="-848108" y="5791146"/>
            <a:ext cx="1762126" cy="1762124"/>
          </a:xfrm>
          <a:prstGeom prst="ellipse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="" xmlns:a16="http://schemas.microsoft.com/office/drawing/2014/main" id="{3F6A9A3A-D8D2-60F3-9453-8937F8036C1C}"/>
              </a:ext>
            </a:extLst>
          </p:cNvPr>
          <p:cNvSpPr/>
          <p:nvPr userDrawn="1"/>
        </p:nvSpPr>
        <p:spPr bwMode="auto">
          <a:xfrm>
            <a:off x="-576263" y="6062991"/>
            <a:ext cx="1218436" cy="1218434"/>
          </a:xfrm>
          <a:prstGeom prst="ellipse">
            <a:avLst/>
          </a:prstGeom>
          <a:solidFill>
            <a:schemeClr val="tx1">
              <a:alpha val="4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477885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666D7EF-4B87-98BA-69D7-AE3371A692B9}"/>
              </a:ext>
            </a:extLst>
          </p:cNvPr>
          <p:cNvSpPr txBox="1"/>
          <p:nvPr userDrawn="1"/>
        </p:nvSpPr>
        <p:spPr>
          <a:xfrm>
            <a:off x="827314" y="5732189"/>
            <a:ext cx="10537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3A660E"/>
                </a:solidFill>
                <a:latin typeface="+mn-lt"/>
              </a:rPr>
              <a:t>Attribution: </a:t>
            </a:r>
            <a:r>
              <a:rPr lang="en-US" sz="2400" dirty="0">
                <a:solidFill>
                  <a:srgbClr val="3A660E"/>
                </a:solidFill>
                <a:latin typeface="+mn-lt"/>
              </a:rPr>
              <a:t>The presentation template is designed by </a:t>
            </a:r>
            <a:r>
              <a:rPr lang="en-US" sz="2400" b="1" dirty="0" err="1">
                <a:solidFill>
                  <a:srgbClr val="3A660E"/>
                </a:solidFill>
                <a:latin typeface="+mn-lt"/>
              </a:rPr>
              <a:t>Collidu.com</a:t>
            </a:r>
            <a:endParaRPr lang="en-US" sz="2400" b="1" dirty="0">
              <a:solidFill>
                <a:srgbClr val="3A660E"/>
              </a:solidFill>
              <a:latin typeface="+mn-lt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="" xmlns:a16="http://schemas.microsoft.com/office/drawing/2014/main" id="{5AC97624-318F-420B-4B71-4623A3D9763D}"/>
              </a:ext>
            </a:extLst>
          </p:cNvPr>
          <p:cNvSpPr/>
          <p:nvPr userDrawn="1"/>
        </p:nvSpPr>
        <p:spPr>
          <a:xfrm>
            <a:off x="0" y="6146157"/>
            <a:ext cx="12192001" cy="508148"/>
          </a:xfrm>
          <a:custGeom>
            <a:avLst/>
            <a:gdLst>
              <a:gd name="connsiteX0" fmla="*/ 971807 w 12192001"/>
              <a:gd name="connsiteY0" fmla="*/ 0 h 586467"/>
              <a:gd name="connsiteX1" fmla="*/ 982152 w 12192001"/>
              <a:gd name="connsiteY1" fmla="*/ 114044 h 586467"/>
              <a:gd name="connsiteX2" fmla="*/ 1001332 w 12192001"/>
              <a:gd name="connsiteY2" fmla="*/ 217067 h 586467"/>
              <a:gd name="connsiteX3" fmla="*/ 1001641 w 12192001"/>
              <a:gd name="connsiteY3" fmla="*/ 218372 h 586467"/>
              <a:gd name="connsiteX4" fmla="*/ 1041475 w 12192001"/>
              <a:gd name="connsiteY4" fmla="*/ 218372 h 586467"/>
              <a:gd name="connsiteX5" fmla="*/ 1042572 w 12192001"/>
              <a:gd name="connsiteY5" fmla="*/ 213925 h 586467"/>
              <a:gd name="connsiteX6" fmla="*/ 1047650 w 12192001"/>
              <a:gd name="connsiteY6" fmla="*/ 192155 h 586467"/>
              <a:gd name="connsiteX7" fmla="*/ 1056789 w 12192001"/>
              <a:gd name="connsiteY7" fmla="*/ 125086 h 586467"/>
              <a:gd name="connsiteX8" fmla="*/ 1056027 w 12192001"/>
              <a:gd name="connsiteY8" fmla="*/ 57120 h 586467"/>
              <a:gd name="connsiteX9" fmla="*/ 1053616 w 12192001"/>
              <a:gd name="connsiteY9" fmla="*/ 34607 h 586467"/>
              <a:gd name="connsiteX10" fmla="*/ 1052600 w 12192001"/>
              <a:gd name="connsiteY10" fmla="*/ 26024 h 586467"/>
              <a:gd name="connsiteX11" fmla="*/ 1056154 w 12192001"/>
              <a:gd name="connsiteY11" fmla="*/ 34256 h 586467"/>
              <a:gd name="connsiteX12" fmla="*/ 1065294 w 12192001"/>
              <a:gd name="connsiteY12" fmla="*/ 56105 h 586467"/>
              <a:gd name="connsiteX13" fmla="*/ 1086618 w 12192001"/>
              <a:gd name="connsiteY13" fmla="*/ 123837 h 586467"/>
              <a:gd name="connsiteX14" fmla="*/ 1098106 w 12192001"/>
              <a:gd name="connsiteY14" fmla="*/ 193364 h 586467"/>
              <a:gd name="connsiteX15" fmla="*/ 1099693 w 12192001"/>
              <a:gd name="connsiteY15" fmla="*/ 216539 h 586467"/>
              <a:gd name="connsiteX16" fmla="*/ 1099798 w 12192001"/>
              <a:gd name="connsiteY16" fmla="*/ 218372 h 586467"/>
              <a:gd name="connsiteX17" fmla="*/ 1115028 w 12192001"/>
              <a:gd name="connsiteY17" fmla="*/ 218372 h 586467"/>
              <a:gd name="connsiteX18" fmla="*/ 1117400 w 12192001"/>
              <a:gd name="connsiteY18" fmla="*/ 211546 h 586467"/>
              <a:gd name="connsiteX19" fmla="*/ 1138471 w 12192001"/>
              <a:gd name="connsiteY19" fmla="*/ 167301 h 586467"/>
              <a:gd name="connsiteX20" fmla="*/ 1149641 w 12192001"/>
              <a:gd name="connsiteY20" fmla="*/ 147754 h 586467"/>
              <a:gd name="connsiteX21" fmla="*/ 1147102 w 12192001"/>
              <a:gd name="connsiteY21" fmla="*/ 214081 h 586467"/>
              <a:gd name="connsiteX22" fmla="*/ 1147558 w 12192001"/>
              <a:gd name="connsiteY22" fmla="*/ 218372 h 586467"/>
              <a:gd name="connsiteX23" fmla="*/ 1166585 w 12192001"/>
              <a:gd name="connsiteY23" fmla="*/ 218372 h 586467"/>
              <a:gd name="connsiteX24" fmla="*/ 1203461 w 12192001"/>
              <a:gd name="connsiteY24" fmla="*/ 44869 h 586467"/>
              <a:gd name="connsiteX25" fmla="*/ 1218249 w 12192001"/>
              <a:gd name="connsiteY25" fmla="*/ 207175 h 586467"/>
              <a:gd name="connsiteX26" fmla="*/ 1224849 w 12192001"/>
              <a:gd name="connsiteY26" fmla="*/ 186302 h 586467"/>
              <a:gd name="connsiteX27" fmla="*/ 1252965 w 12192001"/>
              <a:gd name="connsiteY27" fmla="*/ 109128 h 586467"/>
              <a:gd name="connsiteX28" fmla="*/ 1254615 w 12192001"/>
              <a:gd name="connsiteY28" fmla="*/ 188136 h 586467"/>
              <a:gd name="connsiteX29" fmla="*/ 1257131 w 12192001"/>
              <a:gd name="connsiteY29" fmla="*/ 218372 h 586467"/>
              <a:gd name="connsiteX30" fmla="*/ 1292608 w 12192001"/>
              <a:gd name="connsiteY30" fmla="*/ 218372 h 586467"/>
              <a:gd name="connsiteX31" fmla="*/ 1293061 w 12192001"/>
              <a:gd name="connsiteY31" fmla="*/ 217027 h 586467"/>
              <a:gd name="connsiteX32" fmla="*/ 1306912 w 12192001"/>
              <a:gd name="connsiteY32" fmla="*/ 165974 h 586467"/>
              <a:gd name="connsiteX33" fmla="*/ 1317702 w 12192001"/>
              <a:gd name="connsiteY33" fmla="*/ 89932 h 586467"/>
              <a:gd name="connsiteX34" fmla="*/ 1336805 w 12192001"/>
              <a:gd name="connsiteY34" fmla="*/ 166209 h 586467"/>
              <a:gd name="connsiteX35" fmla="*/ 1342732 w 12192001"/>
              <a:gd name="connsiteY35" fmla="*/ 211663 h 586467"/>
              <a:gd name="connsiteX36" fmla="*/ 1343228 w 12192001"/>
              <a:gd name="connsiteY36" fmla="*/ 218372 h 586467"/>
              <a:gd name="connsiteX37" fmla="*/ 1345931 w 12192001"/>
              <a:gd name="connsiteY37" fmla="*/ 218372 h 586467"/>
              <a:gd name="connsiteX38" fmla="*/ 1346080 w 12192001"/>
              <a:gd name="connsiteY38" fmla="*/ 216393 h 586467"/>
              <a:gd name="connsiteX39" fmla="*/ 1346706 w 12192001"/>
              <a:gd name="connsiteY39" fmla="*/ 210609 h 586467"/>
              <a:gd name="connsiteX40" fmla="*/ 1362763 w 12192001"/>
              <a:gd name="connsiteY40" fmla="*/ 144945 h 586467"/>
              <a:gd name="connsiteX41" fmla="*/ 1382501 w 12192001"/>
              <a:gd name="connsiteY41" fmla="*/ 102067 h 586467"/>
              <a:gd name="connsiteX42" fmla="*/ 1393545 w 12192001"/>
              <a:gd name="connsiteY42" fmla="*/ 83378 h 586467"/>
              <a:gd name="connsiteX43" fmla="*/ 1392593 w 12192001"/>
              <a:gd name="connsiteY43" fmla="*/ 146779 h 586467"/>
              <a:gd name="connsiteX44" fmla="*/ 1400653 w 12192001"/>
              <a:gd name="connsiteY44" fmla="*/ 189150 h 586467"/>
              <a:gd name="connsiteX45" fmla="*/ 1406428 w 12192001"/>
              <a:gd name="connsiteY45" fmla="*/ 207917 h 586467"/>
              <a:gd name="connsiteX46" fmla="*/ 1408177 w 12192001"/>
              <a:gd name="connsiteY46" fmla="*/ 212690 h 586467"/>
              <a:gd name="connsiteX47" fmla="*/ 1410474 w 12192001"/>
              <a:gd name="connsiteY47" fmla="*/ 218372 h 586467"/>
              <a:gd name="connsiteX48" fmla="*/ 1451672 w 12192001"/>
              <a:gd name="connsiteY48" fmla="*/ 218372 h 586467"/>
              <a:gd name="connsiteX49" fmla="*/ 1452315 w 12192001"/>
              <a:gd name="connsiteY49" fmla="*/ 216813 h 586467"/>
              <a:gd name="connsiteX50" fmla="*/ 1472751 w 12192001"/>
              <a:gd name="connsiteY50" fmla="*/ 160356 h 586467"/>
              <a:gd name="connsiteX51" fmla="*/ 1488682 w 12192001"/>
              <a:gd name="connsiteY51" fmla="*/ 102730 h 586467"/>
              <a:gd name="connsiteX52" fmla="*/ 1502644 w 12192001"/>
              <a:gd name="connsiteY52" fmla="*/ 161176 h 586467"/>
              <a:gd name="connsiteX53" fmla="*/ 1511239 w 12192001"/>
              <a:gd name="connsiteY53" fmla="*/ 215455 h 586467"/>
              <a:gd name="connsiteX54" fmla="*/ 1511584 w 12192001"/>
              <a:gd name="connsiteY54" fmla="*/ 218372 h 586467"/>
              <a:gd name="connsiteX55" fmla="*/ 1514931 w 12192001"/>
              <a:gd name="connsiteY55" fmla="*/ 218372 h 586467"/>
              <a:gd name="connsiteX56" fmla="*/ 1517075 w 12192001"/>
              <a:gd name="connsiteY56" fmla="*/ 213428 h 586467"/>
              <a:gd name="connsiteX57" fmla="*/ 1518765 w 12192001"/>
              <a:gd name="connsiteY57" fmla="*/ 209361 h 586467"/>
              <a:gd name="connsiteX58" fmla="*/ 1545421 w 12192001"/>
              <a:gd name="connsiteY58" fmla="*/ 128441 h 586467"/>
              <a:gd name="connsiteX59" fmla="*/ 1559701 w 12192001"/>
              <a:gd name="connsiteY59" fmla="*/ 45064 h 586467"/>
              <a:gd name="connsiteX60" fmla="*/ 1575314 w 12192001"/>
              <a:gd name="connsiteY60" fmla="*/ 129417 h 586467"/>
              <a:gd name="connsiteX61" fmla="*/ 1577980 w 12192001"/>
              <a:gd name="connsiteY61" fmla="*/ 215408 h 586467"/>
              <a:gd name="connsiteX62" fmla="*/ 1577828 w 12192001"/>
              <a:gd name="connsiteY62" fmla="*/ 218372 h 586467"/>
              <a:gd name="connsiteX63" fmla="*/ 1579032 w 12192001"/>
              <a:gd name="connsiteY63" fmla="*/ 218372 h 586467"/>
              <a:gd name="connsiteX64" fmla="*/ 1586215 w 12192001"/>
              <a:gd name="connsiteY64" fmla="*/ 196071 h 586467"/>
              <a:gd name="connsiteX65" fmla="*/ 1597781 w 12192001"/>
              <a:gd name="connsiteY65" fmla="*/ 163555 h 586467"/>
              <a:gd name="connsiteX66" fmla="*/ 1629007 w 12192001"/>
              <a:gd name="connsiteY66" fmla="*/ 89854 h 586467"/>
              <a:gd name="connsiteX67" fmla="*/ 1627547 w 12192001"/>
              <a:gd name="connsiteY67" fmla="*/ 166014 h 586467"/>
              <a:gd name="connsiteX68" fmla="*/ 1630276 w 12192001"/>
              <a:gd name="connsiteY68" fmla="*/ 217998 h 586467"/>
              <a:gd name="connsiteX69" fmla="*/ 1630309 w 12192001"/>
              <a:gd name="connsiteY69" fmla="*/ 218372 h 586467"/>
              <a:gd name="connsiteX70" fmla="*/ 1679389 w 12192001"/>
              <a:gd name="connsiteY70" fmla="*/ 218372 h 586467"/>
              <a:gd name="connsiteX71" fmla="*/ 1681147 w 12192001"/>
              <a:gd name="connsiteY71" fmla="*/ 212027 h 586467"/>
              <a:gd name="connsiteX72" fmla="*/ 1683017 w 12192001"/>
              <a:gd name="connsiteY72" fmla="*/ 204757 h 586467"/>
              <a:gd name="connsiteX73" fmla="*/ 1698884 w 12192001"/>
              <a:gd name="connsiteY73" fmla="*/ 119117 h 586467"/>
              <a:gd name="connsiteX74" fmla="*/ 1704406 w 12192001"/>
              <a:gd name="connsiteY74" fmla="*/ 32188 h 586467"/>
              <a:gd name="connsiteX75" fmla="*/ 1728777 w 12192001"/>
              <a:gd name="connsiteY75" fmla="*/ 118453 h 586467"/>
              <a:gd name="connsiteX76" fmla="*/ 1742740 w 12192001"/>
              <a:gd name="connsiteY76" fmla="*/ 206708 h 586467"/>
              <a:gd name="connsiteX77" fmla="*/ 1743158 w 12192001"/>
              <a:gd name="connsiteY77" fmla="*/ 211154 h 586467"/>
              <a:gd name="connsiteX78" fmla="*/ 1743734 w 12192001"/>
              <a:gd name="connsiteY78" fmla="*/ 218372 h 586467"/>
              <a:gd name="connsiteX79" fmla="*/ 1760697 w 12192001"/>
              <a:gd name="connsiteY79" fmla="*/ 218372 h 586467"/>
              <a:gd name="connsiteX80" fmla="*/ 1772760 w 12192001"/>
              <a:gd name="connsiteY80" fmla="*/ 175182 h 586467"/>
              <a:gd name="connsiteX81" fmla="*/ 1788119 w 12192001"/>
              <a:gd name="connsiteY81" fmla="*/ 96331 h 586467"/>
              <a:gd name="connsiteX82" fmla="*/ 1802652 w 12192001"/>
              <a:gd name="connsiteY82" fmla="*/ 175923 h 586467"/>
              <a:gd name="connsiteX83" fmla="*/ 1806063 w 12192001"/>
              <a:gd name="connsiteY83" fmla="*/ 205464 h 586467"/>
              <a:gd name="connsiteX84" fmla="*/ 1807120 w 12192001"/>
              <a:gd name="connsiteY84" fmla="*/ 218372 h 586467"/>
              <a:gd name="connsiteX85" fmla="*/ 1833582 w 12192001"/>
              <a:gd name="connsiteY85" fmla="*/ 218372 h 586467"/>
              <a:gd name="connsiteX86" fmla="*/ 1840098 w 12192001"/>
              <a:gd name="connsiteY86" fmla="*/ 206122 h 586467"/>
              <a:gd name="connsiteX87" fmla="*/ 1871895 w 12192001"/>
              <a:gd name="connsiteY87" fmla="*/ 156454 h 586467"/>
              <a:gd name="connsiteX88" fmla="*/ 1910419 w 12192001"/>
              <a:gd name="connsiteY88" fmla="*/ 109830 h 586467"/>
              <a:gd name="connsiteX89" fmla="*/ 1929777 w 12192001"/>
              <a:gd name="connsiteY89" fmla="*/ 89815 h 586467"/>
              <a:gd name="connsiteX90" fmla="*/ 1900138 w 12192001"/>
              <a:gd name="connsiteY90" fmla="*/ 163088 h 586467"/>
              <a:gd name="connsiteX91" fmla="*/ 1889221 w 12192001"/>
              <a:gd name="connsiteY91" fmla="*/ 214121 h 586467"/>
              <a:gd name="connsiteX92" fmla="*/ 1888711 w 12192001"/>
              <a:gd name="connsiteY92" fmla="*/ 218372 h 586467"/>
              <a:gd name="connsiteX93" fmla="*/ 1909838 w 12192001"/>
              <a:gd name="connsiteY93" fmla="*/ 218372 h 586467"/>
              <a:gd name="connsiteX94" fmla="*/ 1959225 w 12192001"/>
              <a:gd name="connsiteY94" fmla="*/ 141356 h 586467"/>
              <a:gd name="connsiteX95" fmla="*/ 1948856 w 12192001"/>
              <a:gd name="connsiteY95" fmla="*/ 218372 h 586467"/>
              <a:gd name="connsiteX96" fmla="*/ 1969879 w 12192001"/>
              <a:gd name="connsiteY96" fmla="*/ 218372 h 586467"/>
              <a:gd name="connsiteX97" fmla="*/ 1973188 w 12192001"/>
              <a:gd name="connsiteY97" fmla="*/ 199763 h 586467"/>
              <a:gd name="connsiteX98" fmla="*/ 1977821 w 12192001"/>
              <a:gd name="connsiteY98" fmla="*/ 134099 h 586467"/>
              <a:gd name="connsiteX99" fmla="*/ 1968999 w 12192001"/>
              <a:gd name="connsiteY99" fmla="*/ 68240 h 586467"/>
              <a:gd name="connsiteX100" fmla="*/ 1962145 w 12192001"/>
              <a:gd name="connsiteY100" fmla="*/ 46703 h 586467"/>
              <a:gd name="connsiteX101" fmla="*/ 1959289 w 12192001"/>
              <a:gd name="connsiteY101" fmla="*/ 38665 h 586467"/>
              <a:gd name="connsiteX102" fmla="*/ 1964557 w 12192001"/>
              <a:gd name="connsiteY102" fmla="*/ 46078 h 586467"/>
              <a:gd name="connsiteX103" fmla="*/ 1977948 w 12192001"/>
              <a:gd name="connsiteY103" fmla="*/ 66445 h 586467"/>
              <a:gd name="connsiteX104" fmla="*/ 2007524 w 12192001"/>
              <a:gd name="connsiteY104" fmla="*/ 131680 h 586467"/>
              <a:gd name="connsiteX105" fmla="*/ 2018313 w 12192001"/>
              <a:gd name="connsiteY105" fmla="*/ 171437 h 586467"/>
              <a:gd name="connsiteX106" fmla="*/ 2020154 w 12192001"/>
              <a:gd name="connsiteY106" fmla="*/ 161332 h 586467"/>
              <a:gd name="connsiteX107" fmla="*/ 2037988 w 12192001"/>
              <a:gd name="connsiteY107" fmla="*/ 100155 h 586467"/>
              <a:gd name="connsiteX108" fmla="*/ 2045921 w 12192001"/>
              <a:gd name="connsiteY108" fmla="*/ 80452 h 586467"/>
              <a:gd name="connsiteX109" fmla="*/ 2049095 w 12192001"/>
              <a:gd name="connsiteY109" fmla="*/ 73038 h 586467"/>
              <a:gd name="connsiteX110" fmla="*/ 2048460 w 12192001"/>
              <a:gd name="connsiteY110" fmla="*/ 80764 h 586467"/>
              <a:gd name="connsiteX111" fmla="*/ 2047254 w 12192001"/>
              <a:gd name="connsiteY111" fmla="*/ 101013 h 586467"/>
              <a:gd name="connsiteX112" fmla="*/ 2050047 w 12192001"/>
              <a:gd name="connsiteY112" fmla="*/ 161956 h 586467"/>
              <a:gd name="connsiteX113" fmla="*/ 2055585 w 12192001"/>
              <a:gd name="connsiteY113" fmla="*/ 194042 h 586467"/>
              <a:gd name="connsiteX114" fmla="*/ 2061555 w 12192001"/>
              <a:gd name="connsiteY114" fmla="*/ 218372 h 586467"/>
              <a:gd name="connsiteX115" fmla="*/ 2097672 w 12192001"/>
              <a:gd name="connsiteY115" fmla="*/ 218372 h 586467"/>
              <a:gd name="connsiteX116" fmla="*/ 2087302 w 12192001"/>
              <a:gd name="connsiteY116" fmla="*/ 141356 h 586467"/>
              <a:gd name="connsiteX117" fmla="*/ 2136689 w 12192001"/>
              <a:gd name="connsiteY117" fmla="*/ 218372 h 586467"/>
              <a:gd name="connsiteX118" fmla="*/ 2157816 w 12192001"/>
              <a:gd name="connsiteY118" fmla="*/ 218372 h 586467"/>
              <a:gd name="connsiteX119" fmla="*/ 2157306 w 12192001"/>
              <a:gd name="connsiteY119" fmla="*/ 214121 h 586467"/>
              <a:gd name="connsiteX120" fmla="*/ 2146390 w 12192001"/>
              <a:gd name="connsiteY120" fmla="*/ 163088 h 586467"/>
              <a:gd name="connsiteX121" fmla="*/ 2116751 w 12192001"/>
              <a:gd name="connsiteY121" fmla="*/ 89815 h 586467"/>
              <a:gd name="connsiteX122" fmla="*/ 2136108 w 12192001"/>
              <a:gd name="connsiteY122" fmla="*/ 109830 h 586467"/>
              <a:gd name="connsiteX123" fmla="*/ 2174632 w 12192001"/>
              <a:gd name="connsiteY123" fmla="*/ 156454 h 586467"/>
              <a:gd name="connsiteX124" fmla="*/ 2206429 w 12192001"/>
              <a:gd name="connsiteY124" fmla="*/ 206122 h 586467"/>
              <a:gd name="connsiteX125" fmla="*/ 2212945 w 12192001"/>
              <a:gd name="connsiteY125" fmla="*/ 218372 h 586467"/>
              <a:gd name="connsiteX126" fmla="*/ 2239408 w 12192001"/>
              <a:gd name="connsiteY126" fmla="*/ 218372 h 586467"/>
              <a:gd name="connsiteX127" fmla="*/ 2240465 w 12192001"/>
              <a:gd name="connsiteY127" fmla="*/ 205464 h 586467"/>
              <a:gd name="connsiteX128" fmla="*/ 2243875 w 12192001"/>
              <a:gd name="connsiteY128" fmla="*/ 175923 h 586467"/>
              <a:gd name="connsiteX129" fmla="*/ 2258409 w 12192001"/>
              <a:gd name="connsiteY129" fmla="*/ 96331 h 586467"/>
              <a:gd name="connsiteX130" fmla="*/ 2273768 w 12192001"/>
              <a:gd name="connsiteY130" fmla="*/ 175182 h 586467"/>
              <a:gd name="connsiteX131" fmla="*/ 2285830 w 12192001"/>
              <a:gd name="connsiteY131" fmla="*/ 218372 h 586467"/>
              <a:gd name="connsiteX132" fmla="*/ 2302794 w 12192001"/>
              <a:gd name="connsiteY132" fmla="*/ 218372 h 586467"/>
              <a:gd name="connsiteX133" fmla="*/ 2303371 w 12192001"/>
              <a:gd name="connsiteY133" fmla="*/ 211154 h 586467"/>
              <a:gd name="connsiteX134" fmla="*/ 2303788 w 12192001"/>
              <a:gd name="connsiteY134" fmla="*/ 206708 h 586467"/>
              <a:gd name="connsiteX135" fmla="*/ 2317750 w 12192001"/>
              <a:gd name="connsiteY135" fmla="*/ 118453 h 586467"/>
              <a:gd name="connsiteX136" fmla="*/ 2342122 w 12192001"/>
              <a:gd name="connsiteY136" fmla="*/ 32188 h 586467"/>
              <a:gd name="connsiteX137" fmla="*/ 2347643 w 12192001"/>
              <a:gd name="connsiteY137" fmla="*/ 119117 h 586467"/>
              <a:gd name="connsiteX138" fmla="*/ 2363573 w 12192001"/>
              <a:gd name="connsiteY138" fmla="*/ 204757 h 586467"/>
              <a:gd name="connsiteX139" fmla="*/ 2365434 w 12192001"/>
              <a:gd name="connsiteY139" fmla="*/ 212027 h 586467"/>
              <a:gd name="connsiteX140" fmla="*/ 2367185 w 12192001"/>
              <a:gd name="connsiteY140" fmla="*/ 218372 h 586467"/>
              <a:gd name="connsiteX141" fmla="*/ 2416218 w 12192001"/>
              <a:gd name="connsiteY141" fmla="*/ 218372 h 586467"/>
              <a:gd name="connsiteX142" fmla="*/ 2416251 w 12192001"/>
              <a:gd name="connsiteY142" fmla="*/ 217998 h 586467"/>
              <a:gd name="connsiteX143" fmla="*/ 2418980 w 12192001"/>
              <a:gd name="connsiteY143" fmla="*/ 166014 h 586467"/>
              <a:gd name="connsiteX144" fmla="*/ 2417520 w 12192001"/>
              <a:gd name="connsiteY144" fmla="*/ 89854 h 586467"/>
              <a:gd name="connsiteX145" fmla="*/ 2448746 w 12192001"/>
              <a:gd name="connsiteY145" fmla="*/ 163555 h 586467"/>
              <a:gd name="connsiteX146" fmla="*/ 2460313 w 12192001"/>
              <a:gd name="connsiteY146" fmla="*/ 196071 h 586467"/>
              <a:gd name="connsiteX147" fmla="*/ 2467496 w 12192001"/>
              <a:gd name="connsiteY147" fmla="*/ 218372 h 586467"/>
              <a:gd name="connsiteX148" fmla="*/ 2468701 w 12192001"/>
              <a:gd name="connsiteY148" fmla="*/ 218372 h 586467"/>
              <a:gd name="connsiteX149" fmla="*/ 2468548 w 12192001"/>
              <a:gd name="connsiteY149" fmla="*/ 215408 h 586467"/>
              <a:gd name="connsiteX150" fmla="*/ 2471213 w 12192001"/>
              <a:gd name="connsiteY150" fmla="*/ 129417 h 586467"/>
              <a:gd name="connsiteX151" fmla="*/ 2486826 w 12192001"/>
              <a:gd name="connsiteY151" fmla="*/ 45064 h 586467"/>
              <a:gd name="connsiteX152" fmla="*/ 2501106 w 12192001"/>
              <a:gd name="connsiteY152" fmla="*/ 128441 h 586467"/>
              <a:gd name="connsiteX153" fmla="*/ 2527762 w 12192001"/>
              <a:gd name="connsiteY153" fmla="*/ 209361 h 586467"/>
              <a:gd name="connsiteX154" fmla="*/ 2529452 w 12192001"/>
              <a:gd name="connsiteY154" fmla="*/ 213428 h 586467"/>
              <a:gd name="connsiteX155" fmla="*/ 2531596 w 12192001"/>
              <a:gd name="connsiteY155" fmla="*/ 218372 h 586467"/>
              <a:gd name="connsiteX156" fmla="*/ 2534943 w 12192001"/>
              <a:gd name="connsiteY156" fmla="*/ 218372 h 586467"/>
              <a:gd name="connsiteX157" fmla="*/ 2535288 w 12192001"/>
              <a:gd name="connsiteY157" fmla="*/ 215455 h 586467"/>
              <a:gd name="connsiteX158" fmla="*/ 2543883 w 12192001"/>
              <a:gd name="connsiteY158" fmla="*/ 161176 h 586467"/>
              <a:gd name="connsiteX159" fmla="*/ 2557846 w 12192001"/>
              <a:gd name="connsiteY159" fmla="*/ 102730 h 586467"/>
              <a:gd name="connsiteX160" fmla="*/ 2573776 w 12192001"/>
              <a:gd name="connsiteY160" fmla="*/ 160356 h 586467"/>
              <a:gd name="connsiteX161" fmla="*/ 2594276 w 12192001"/>
              <a:gd name="connsiteY161" fmla="*/ 216813 h 586467"/>
              <a:gd name="connsiteX162" fmla="*/ 2594916 w 12192001"/>
              <a:gd name="connsiteY162" fmla="*/ 218372 h 586467"/>
              <a:gd name="connsiteX163" fmla="*/ 2636053 w 12192001"/>
              <a:gd name="connsiteY163" fmla="*/ 218372 h 586467"/>
              <a:gd name="connsiteX164" fmla="*/ 2638351 w 12192001"/>
              <a:gd name="connsiteY164" fmla="*/ 212690 h 586467"/>
              <a:gd name="connsiteX165" fmla="*/ 2640099 w 12192001"/>
              <a:gd name="connsiteY165" fmla="*/ 207917 h 586467"/>
              <a:gd name="connsiteX166" fmla="*/ 2645874 w 12192001"/>
              <a:gd name="connsiteY166" fmla="*/ 189150 h 586467"/>
              <a:gd name="connsiteX167" fmla="*/ 2653935 w 12192001"/>
              <a:gd name="connsiteY167" fmla="*/ 146779 h 586467"/>
              <a:gd name="connsiteX168" fmla="*/ 2652983 w 12192001"/>
              <a:gd name="connsiteY168" fmla="*/ 83378 h 586467"/>
              <a:gd name="connsiteX169" fmla="*/ 2664026 w 12192001"/>
              <a:gd name="connsiteY169" fmla="*/ 102067 h 586467"/>
              <a:gd name="connsiteX170" fmla="*/ 2683764 w 12192001"/>
              <a:gd name="connsiteY170" fmla="*/ 144945 h 586467"/>
              <a:gd name="connsiteX171" fmla="*/ 2699821 w 12192001"/>
              <a:gd name="connsiteY171" fmla="*/ 210609 h 586467"/>
              <a:gd name="connsiteX172" fmla="*/ 2700448 w 12192001"/>
              <a:gd name="connsiteY172" fmla="*/ 216393 h 586467"/>
              <a:gd name="connsiteX173" fmla="*/ 2700597 w 12192001"/>
              <a:gd name="connsiteY173" fmla="*/ 218372 h 586467"/>
              <a:gd name="connsiteX174" fmla="*/ 2703300 w 12192001"/>
              <a:gd name="connsiteY174" fmla="*/ 218372 h 586467"/>
              <a:gd name="connsiteX175" fmla="*/ 2703796 w 12192001"/>
              <a:gd name="connsiteY175" fmla="*/ 211663 h 586467"/>
              <a:gd name="connsiteX176" fmla="*/ 2709722 w 12192001"/>
              <a:gd name="connsiteY176" fmla="*/ 166209 h 586467"/>
              <a:gd name="connsiteX177" fmla="*/ 2728826 w 12192001"/>
              <a:gd name="connsiteY177" fmla="*/ 89932 h 586467"/>
              <a:gd name="connsiteX178" fmla="*/ 2739615 w 12192001"/>
              <a:gd name="connsiteY178" fmla="*/ 165974 h 586467"/>
              <a:gd name="connsiteX179" fmla="*/ 2753467 w 12192001"/>
              <a:gd name="connsiteY179" fmla="*/ 217027 h 586467"/>
              <a:gd name="connsiteX180" fmla="*/ 2753920 w 12192001"/>
              <a:gd name="connsiteY180" fmla="*/ 218372 h 586467"/>
              <a:gd name="connsiteX181" fmla="*/ 2789410 w 12192001"/>
              <a:gd name="connsiteY181" fmla="*/ 218372 h 586467"/>
              <a:gd name="connsiteX182" fmla="*/ 2791912 w 12192001"/>
              <a:gd name="connsiteY182" fmla="*/ 188136 h 586467"/>
              <a:gd name="connsiteX183" fmla="*/ 2793625 w 12192001"/>
              <a:gd name="connsiteY183" fmla="*/ 109128 h 586467"/>
              <a:gd name="connsiteX184" fmla="*/ 2821678 w 12192001"/>
              <a:gd name="connsiteY184" fmla="*/ 186302 h 586467"/>
              <a:gd name="connsiteX185" fmla="*/ 2828278 w 12192001"/>
              <a:gd name="connsiteY185" fmla="*/ 207175 h 586467"/>
              <a:gd name="connsiteX186" fmla="*/ 2843066 w 12192001"/>
              <a:gd name="connsiteY186" fmla="*/ 44869 h 586467"/>
              <a:gd name="connsiteX187" fmla="*/ 2879943 w 12192001"/>
              <a:gd name="connsiteY187" fmla="*/ 218372 h 586467"/>
              <a:gd name="connsiteX188" fmla="*/ 2898970 w 12192001"/>
              <a:gd name="connsiteY188" fmla="*/ 218372 h 586467"/>
              <a:gd name="connsiteX189" fmla="*/ 2899425 w 12192001"/>
              <a:gd name="connsiteY189" fmla="*/ 214081 h 586467"/>
              <a:gd name="connsiteX190" fmla="*/ 2896886 w 12192001"/>
              <a:gd name="connsiteY190" fmla="*/ 147754 h 586467"/>
              <a:gd name="connsiteX191" fmla="*/ 2908056 w 12192001"/>
              <a:gd name="connsiteY191" fmla="*/ 167301 h 586467"/>
              <a:gd name="connsiteX192" fmla="*/ 2929127 w 12192001"/>
              <a:gd name="connsiteY192" fmla="*/ 211546 h 586467"/>
              <a:gd name="connsiteX193" fmla="*/ 2931509 w 12192001"/>
              <a:gd name="connsiteY193" fmla="*/ 218372 h 586467"/>
              <a:gd name="connsiteX194" fmla="*/ 2946730 w 12192001"/>
              <a:gd name="connsiteY194" fmla="*/ 218372 h 586467"/>
              <a:gd name="connsiteX195" fmla="*/ 2946835 w 12192001"/>
              <a:gd name="connsiteY195" fmla="*/ 216539 h 586467"/>
              <a:gd name="connsiteX196" fmla="*/ 2948421 w 12192001"/>
              <a:gd name="connsiteY196" fmla="*/ 193364 h 586467"/>
              <a:gd name="connsiteX197" fmla="*/ 2959909 w 12192001"/>
              <a:gd name="connsiteY197" fmla="*/ 123837 h 586467"/>
              <a:gd name="connsiteX198" fmla="*/ 2981234 w 12192001"/>
              <a:gd name="connsiteY198" fmla="*/ 56105 h 586467"/>
              <a:gd name="connsiteX199" fmla="*/ 2990373 w 12192001"/>
              <a:gd name="connsiteY199" fmla="*/ 34256 h 586467"/>
              <a:gd name="connsiteX200" fmla="*/ 2993927 w 12192001"/>
              <a:gd name="connsiteY200" fmla="*/ 26024 h 586467"/>
              <a:gd name="connsiteX201" fmla="*/ 2992912 w 12192001"/>
              <a:gd name="connsiteY201" fmla="*/ 34607 h 586467"/>
              <a:gd name="connsiteX202" fmla="*/ 2990500 w 12192001"/>
              <a:gd name="connsiteY202" fmla="*/ 57120 h 586467"/>
              <a:gd name="connsiteX203" fmla="*/ 2989738 w 12192001"/>
              <a:gd name="connsiteY203" fmla="*/ 125086 h 586467"/>
              <a:gd name="connsiteX204" fmla="*/ 2998941 w 12192001"/>
              <a:gd name="connsiteY204" fmla="*/ 192155 h 586467"/>
              <a:gd name="connsiteX205" fmla="*/ 3003955 w 12192001"/>
              <a:gd name="connsiteY205" fmla="*/ 213925 h 586467"/>
              <a:gd name="connsiteX206" fmla="*/ 3005052 w 12192001"/>
              <a:gd name="connsiteY206" fmla="*/ 218372 h 586467"/>
              <a:gd name="connsiteX207" fmla="*/ 3044889 w 12192001"/>
              <a:gd name="connsiteY207" fmla="*/ 218372 h 586467"/>
              <a:gd name="connsiteX208" fmla="*/ 3045197 w 12192001"/>
              <a:gd name="connsiteY208" fmla="*/ 217067 h 586467"/>
              <a:gd name="connsiteX209" fmla="*/ 3064439 w 12192001"/>
              <a:gd name="connsiteY209" fmla="*/ 114044 h 586467"/>
              <a:gd name="connsiteX210" fmla="*/ 3074721 w 12192001"/>
              <a:gd name="connsiteY210" fmla="*/ 0 h 586467"/>
              <a:gd name="connsiteX211" fmla="*/ 3094332 w 12192001"/>
              <a:gd name="connsiteY211" fmla="*/ 114161 h 586467"/>
              <a:gd name="connsiteX212" fmla="*/ 3101226 w 12192001"/>
              <a:gd name="connsiteY212" fmla="*/ 193476 h 586467"/>
              <a:gd name="connsiteX213" fmla="*/ 3102315 w 12192001"/>
              <a:gd name="connsiteY213" fmla="*/ 218372 h 586467"/>
              <a:gd name="connsiteX214" fmla="*/ 3131032 w 12192001"/>
              <a:gd name="connsiteY214" fmla="*/ 218372 h 586467"/>
              <a:gd name="connsiteX215" fmla="*/ 3131914 w 12192001"/>
              <a:gd name="connsiteY215" fmla="*/ 215700 h 586467"/>
              <a:gd name="connsiteX216" fmla="*/ 3165669 w 12192001"/>
              <a:gd name="connsiteY216" fmla="*/ 124188 h 586467"/>
              <a:gd name="connsiteX217" fmla="*/ 3209778 w 12192001"/>
              <a:gd name="connsiteY217" fmla="*/ 26180 h 586467"/>
              <a:gd name="connsiteX218" fmla="*/ 3204130 w 12192001"/>
              <a:gd name="connsiteY218" fmla="*/ 60007 h 586467"/>
              <a:gd name="connsiteX219" fmla="*/ 3208001 w 12192001"/>
              <a:gd name="connsiteY219" fmla="*/ 38509 h 586467"/>
              <a:gd name="connsiteX220" fmla="*/ 3223424 w 12192001"/>
              <a:gd name="connsiteY220" fmla="*/ 130002 h 586467"/>
              <a:gd name="connsiteX221" fmla="*/ 3241417 w 12192001"/>
              <a:gd name="connsiteY221" fmla="*/ 212982 h 586467"/>
              <a:gd name="connsiteX222" fmla="*/ 3242716 w 12192001"/>
              <a:gd name="connsiteY222" fmla="*/ 218372 h 586467"/>
              <a:gd name="connsiteX223" fmla="*/ 3258397 w 12192001"/>
              <a:gd name="connsiteY223" fmla="*/ 218372 h 586467"/>
              <a:gd name="connsiteX224" fmla="*/ 3259346 w 12192001"/>
              <a:gd name="connsiteY224" fmla="*/ 198436 h 586467"/>
              <a:gd name="connsiteX225" fmla="*/ 3253634 w 12192001"/>
              <a:gd name="connsiteY225" fmla="*/ 128597 h 586467"/>
              <a:gd name="connsiteX226" fmla="*/ 3288922 w 12192001"/>
              <a:gd name="connsiteY226" fmla="*/ 195393 h 586467"/>
              <a:gd name="connsiteX227" fmla="*/ 3297610 w 12192001"/>
              <a:gd name="connsiteY227" fmla="*/ 218372 h 586467"/>
              <a:gd name="connsiteX228" fmla="*/ 3340482 w 12192001"/>
              <a:gd name="connsiteY228" fmla="*/ 218372 h 586467"/>
              <a:gd name="connsiteX229" fmla="*/ 3343313 w 12192001"/>
              <a:gd name="connsiteY229" fmla="*/ 210843 h 586467"/>
              <a:gd name="connsiteX230" fmla="*/ 3362924 w 12192001"/>
              <a:gd name="connsiteY230" fmla="*/ 144282 h 586467"/>
              <a:gd name="connsiteX231" fmla="*/ 3374221 w 12192001"/>
              <a:gd name="connsiteY231" fmla="*/ 76237 h 586467"/>
              <a:gd name="connsiteX232" fmla="*/ 3376125 w 12192001"/>
              <a:gd name="connsiteY232" fmla="*/ 53569 h 586467"/>
              <a:gd name="connsiteX233" fmla="*/ 3376696 w 12192001"/>
              <a:gd name="connsiteY233" fmla="*/ 44947 h 586467"/>
              <a:gd name="connsiteX234" fmla="*/ 3378664 w 12192001"/>
              <a:gd name="connsiteY234" fmla="*/ 53452 h 586467"/>
              <a:gd name="connsiteX235" fmla="*/ 3383551 w 12192001"/>
              <a:gd name="connsiteY235" fmla="*/ 76043 h 586467"/>
              <a:gd name="connsiteX236" fmla="*/ 3392817 w 12192001"/>
              <a:gd name="connsiteY236" fmla="*/ 145335 h 586467"/>
              <a:gd name="connsiteX237" fmla="*/ 3393388 w 12192001"/>
              <a:gd name="connsiteY237" fmla="*/ 215486 h 586467"/>
              <a:gd name="connsiteX238" fmla="*/ 3393203 w 12192001"/>
              <a:gd name="connsiteY238" fmla="*/ 218372 h 586467"/>
              <a:gd name="connsiteX239" fmla="*/ 3451708 w 12192001"/>
              <a:gd name="connsiteY239" fmla="*/ 218372 h 586467"/>
              <a:gd name="connsiteX240" fmla="*/ 3450698 w 12192001"/>
              <a:gd name="connsiteY240" fmla="*/ 206300 h 586467"/>
              <a:gd name="connsiteX241" fmla="*/ 3449176 w 12192001"/>
              <a:gd name="connsiteY241" fmla="*/ 173193 h 586467"/>
              <a:gd name="connsiteX242" fmla="*/ 3451905 w 12192001"/>
              <a:gd name="connsiteY242" fmla="*/ 83495 h 586467"/>
              <a:gd name="connsiteX243" fmla="*/ 3478815 w 12192001"/>
              <a:gd name="connsiteY243" fmla="*/ 170501 h 586467"/>
              <a:gd name="connsiteX244" fmla="*/ 3491081 w 12192001"/>
              <a:gd name="connsiteY244" fmla="*/ 201907 h 586467"/>
              <a:gd name="connsiteX245" fmla="*/ 3498191 w 12192001"/>
              <a:gd name="connsiteY245" fmla="*/ 218372 h 586467"/>
              <a:gd name="connsiteX246" fmla="*/ 3556656 w 12192001"/>
              <a:gd name="connsiteY246" fmla="*/ 218372 h 586467"/>
              <a:gd name="connsiteX247" fmla="*/ 3557450 w 12192001"/>
              <a:gd name="connsiteY247" fmla="*/ 211428 h 586467"/>
              <a:gd name="connsiteX248" fmla="*/ 3558656 w 12192001"/>
              <a:gd name="connsiteY248" fmla="*/ 151851 h 586467"/>
              <a:gd name="connsiteX249" fmla="*/ 3550913 w 12192001"/>
              <a:gd name="connsiteY249" fmla="*/ 91844 h 586467"/>
              <a:gd name="connsiteX250" fmla="*/ 3546471 w 12192001"/>
              <a:gd name="connsiteY250" fmla="*/ 72102 h 586467"/>
              <a:gd name="connsiteX251" fmla="*/ 3544693 w 12192001"/>
              <a:gd name="connsiteY251" fmla="*/ 64689 h 586467"/>
              <a:gd name="connsiteX252" fmla="*/ 3548945 w 12192001"/>
              <a:gd name="connsiteY252" fmla="*/ 71595 h 586467"/>
              <a:gd name="connsiteX253" fmla="*/ 3559989 w 12192001"/>
              <a:gd name="connsiteY253" fmla="*/ 90284 h 586467"/>
              <a:gd name="connsiteX254" fmla="*/ 3588232 w 12192001"/>
              <a:gd name="connsiteY254" fmla="*/ 148730 h 586467"/>
              <a:gd name="connsiteX255" fmla="*/ 3607843 w 12192001"/>
              <a:gd name="connsiteY255" fmla="*/ 209438 h 586467"/>
              <a:gd name="connsiteX256" fmla="*/ 3609872 w 12192001"/>
              <a:gd name="connsiteY256" fmla="*/ 218372 h 586467"/>
              <a:gd name="connsiteX257" fmla="*/ 3665952 w 12192001"/>
              <a:gd name="connsiteY257" fmla="*/ 218372 h 586467"/>
              <a:gd name="connsiteX258" fmla="*/ 3669723 w 12192001"/>
              <a:gd name="connsiteY258" fmla="*/ 205264 h 586467"/>
              <a:gd name="connsiteX259" fmla="*/ 3687938 w 12192001"/>
              <a:gd name="connsiteY259" fmla="*/ 128402 h 586467"/>
              <a:gd name="connsiteX260" fmla="*/ 3699616 w 12192001"/>
              <a:gd name="connsiteY260" fmla="*/ 206239 h 586467"/>
              <a:gd name="connsiteX261" fmla="*/ 3700830 w 12192001"/>
              <a:gd name="connsiteY261" fmla="*/ 218372 h 586467"/>
              <a:gd name="connsiteX262" fmla="*/ 3714682 w 12192001"/>
              <a:gd name="connsiteY262" fmla="*/ 218372 h 586467"/>
              <a:gd name="connsiteX263" fmla="*/ 3714690 w 12192001"/>
              <a:gd name="connsiteY263" fmla="*/ 217583 h 586467"/>
              <a:gd name="connsiteX264" fmla="*/ 3715356 w 12192001"/>
              <a:gd name="connsiteY264" fmla="*/ 155479 h 586467"/>
              <a:gd name="connsiteX265" fmla="*/ 3714785 w 12192001"/>
              <a:gd name="connsiteY265" fmla="*/ 65001 h 586467"/>
              <a:gd name="connsiteX266" fmla="*/ 3745058 w 12192001"/>
              <a:gd name="connsiteY266" fmla="*/ 153177 h 586467"/>
              <a:gd name="connsiteX267" fmla="*/ 3764900 w 12192001"/>
              <a:gd name="connsiteY267" fmla="*/ 214048 h 586467"/>
              <a:gd name="connsiteX268" fmla="*/ 3766313 w 12192001"/>
              <a:gd name="connsiteY268" fmla="*/ 218372 h 586467"/>
              <a:gd name="connsiteX269" fmla="*/ 3795172 w 12192001"/>
              <a:gd name="connsiteY269" fmla="*/ 218372 h 586467"/>
              <a:gd name="connsiteX270" fmla="*/ 3793903 w 12192001"/>
              <a:gd name="connsiteY270" fmla="*/ 198810 h 586467"/>
              <a:gd name="connsiteX271" fmla="*/ 3792468 w 12192001"/>
              <a:gd name="connsiteY271" fmla="*/ 166014 h 586467"/>
              <a:gd name="connsiteX272" fmla="*/ 3792405 w 12192001"/>
              <a:gd name="connsiteY272" fmla="*/ 76940 h 586467"/>
              <a:gd name="connsiteX273" fmla="*/ 3822107 w 12192001"/>
              <a:gd name="connsiteY273" fmla="*/ 163244 h 586467"/>
              <a:gd name="connsiteX274" fmla="*/ 3834326 w 12192001"/>
              <a:gd name="connsiteY274" fmla="*/ 194605 h 586467"/>
              <a:gd name="connsiteX275" fmla="*/ 3844139 w 12192001"/>
              <a:gd name="connsiteY275" fmla="*/ 218372 h 586467"/>
              <a:gd name="connsiteX276" fmla="*/ 3906964 w 12192001"/>
              <a:gd name="connsiteY276" fmla="*/ 218372 h 586467"/>
              <a:gd name="connsiteX277" fmla="*/ 3907470 w 12192001"/>
              <a:gd name="connsiteY277" fmla="*/ 210570 h 586467"/>
              <a:gd name="connsiteX278" fmla="*/ 3912167 w 12192001"/>
              <a:gd name="connsiteY278" fmla="*/ 216188 h 586467"/>
              <a:gd name="connsiteX279" fmla="*/ 3914032 w 12192001"/>
              <a:gd name="connsiteY279" fmla="*/ 218372 h 586467"/>
              <a:gd name="connsiteX280" fmla="*/ 4022706 w 12192001"/>
              <a:gd name="connsiteY280" fmla="*/ 218372 h 586467"/>
              <a:gd name="connsiteX281" fmla="*/ 4029517 w 12192001"/>
              <a:gd name="connsiteY281" fmla="*/ 149315 h 586467"/>
              <a:gd name="connsiteX282" fmla="*/ 4033642 w 12192001"/>
              <a:gd name="connsiteY282" fmla="*/ 135308 h 586467"/>
              <a:gd name="connsiteX283" fmla="*/ 4037704 w 12192001"/>
              <a:gd name="connsiteY283" fmla="*/ 149315 h 586467"/>
              <a:gd name="connsiteX284" fmla="*/ 4044548 w 12192001"/>
              <a:gd name="connsiteY284" fmla="*/ 218372 h 586467"/>
              <a:gd name="connsiteX285" fmla="*/ 4153254 w 12192001"/>
              <a:gd name="connsiteY285" fmla="*/ 218372 h 586467"/>
              <a:gd name="connsiteX286" fmla="*/ 4155118 w 12192001"/>
              <a:gd name="connsiteY286" fmla="*/ 216188 h 586467"/>
              <a:gd name="connsiteX287" fmla="*/ 4159751 w 12192001"/>
              <a:gd name="connsiteY287" fmla="*/ 210648 h 586467"/>
              <a:gd name="connsiteX288" fmla="*/ 4160283 w 12192001"/>
              <a:gd name="connsiteY288" fmla="*/ 218372 h 586467"/>
              <a:gd name="connsiteX289" fmla="*/ 4223123 w 12192001"/>
              <a:gd name="connsiteY289" fmla="*/ 218372 h 586467"/>
              <a:gd name="connsiteX290" fmla="*/ 4232934 w 12192001"/>
              <a:gd name="connsiteY290" fmla="*/ 194605 h 586467"/>
              <a:gd name="connsiteX291" fmla="*/ 4245178 w 12192001"/>
              <a:gd name="connsiteY291" fmla="*/ 163244 h 586467"/>
              <a:gd name="connsiteX292" fmla="*/ 4274881 w 12192001"/>
              <a:gd name="connsiteY292" fmla="*/ 76940 h 586467"/>
              <a:gd name="connsiteX293" fmla="*/ 4274817 w 12192001"/>
              <a:gd name="connsiteY293" fmla="*/ 166014 h 586467"/>
              <a:gd name="connsiteX294" fmla="*/ 4273382 w 12192001"/>
              <a:gd name="connsiteY294" fmla="*/ 198810 h 586467"/>
              <a:gd name="connsiteX295" fmla="*/ 4272114 w 12192001"/>
              <a:gd name="connsiteY295" fmla="*/ 218372 h 586467"/>
              <a:gd name="connsiteX296" fmla="*/ 4302946 w 12192001"/>
              <a:gd name="connsiteY296" fmla="*/ 218372 h 586467"/>
              <a:gd name="connsiteX297" fmla="*/ 4345964 w 12192001"/>
              <a:gd name="connsiteY297" fmla="*/ 90946 h 586467"/>
              <a:gd name="connsiteX298" fmla="*/ 4350088 w 12192001"/>
              <a:gd name="connsiteY298" fmla="*/ 218372 h 586467"/>
              <a:gd name="connsiteX299" fmla="*/ 4366405 w 12192001"/>
              <a:gd name="connsiteY299" fmla="*/ 218372 h 586467"/>
              <a:gd name="connsiteX300" fmla="*/ 4367606 w 12192001"/>
              <a:gd name="connsiteY300" fmla="*/ 206239 h 586467"/>
              <a:gd name="connsiteX301" fmla="*/ 4379347 w 12192001"/>
              <a:gd name="connsiteY301" fmla="*/ 128402 h 586467"/>
              <a:gd name="connsiteX302" fmla="*/ 4397499 w 12192001"/>
              <a:gd name="connsiteY302" fmla="*/ 205264 h 586467"/>
              <a:gd name="connsiteX303" fmla="*/ 4401285 w 12192001"/>
              <a:gd name="connsiteY303" fmla="*/ 218372 h 586467"/>
              <a:gd name="connsiteX304" fmla="*/ 4457415 w 12192001"/>
              <a:gd name="connsiteY304" fmla="*/ 218372 h 586467"/>
              <a:gd name="connsiteX305" fmla="*/ 4459442 w 12192001"/>
              <a:gd name="connsiteY305" fmla="*/ 209438 h 586467"/>
              <a:gd name="connsiteX306" fmla="*/ 4479054 w 12192001"/>
              <a:gd name="connsiteY306" fmla="*/ 148730 h 586467"/>
              <a:gd name="connsiteX307" fmla="*/ 4507296 w 12192001"/>
              <a:gd name="connsiteY307" fmla="*/ 90284 h 586467"/>
              <a:gd name="connsiteX308" fmla="*/ 4518340 w 12192001"/>
              <a:gd name="connsiteY308" fmla="*/ 71595 h 586467"/>
              <a:gd name="connsiteX309" fmla="*/ 4522592 w 12192001"/>
              <a:gd name="connsiteY309" fmla="*/ 64689 h 586467"/>
              <a:gd name="connsiteX310" fmla="*/ 4520816 w 12192001"/>
              <a:gd name="connsiteY310" fmla="*/ 72102 h 586467"/>
              <a:gd name="connsiteX311" fmla="*/ 4516309 w 12192001"/>
              <a:gd name="connsiteY311" fmla="*/ 91844 h 586467"/>
              <a:gd name="connsiteX312" fmla="*/ 4508629 w 12192001"/>
              <a:gd name="connsiteY312" fmla="*/ 151851 h 586467"/>
              <a:gd name="connsiteX313" fmla="*/ 4509835 w 12192001"/>
              <a:gd name="connsiteY313" fmla="*/ 211428 h 586467"/>
              <a:gd name="connsiteX314" fmla="*/ 4510629 w 12192001"/>
              <a:gd name="connsiteY314" fmla="*/ 218372 h 586467"/>
              <a:gd name="connsiteX315" fmla="*/ 4569056 w 12192001"/>
              <a:gd name="connsiteY315" fmla="*/ 218372 h 586467"/>
              <a:gd name="connsiteX316" fmla="*/ 4576152 w 12192001"/>
              <a:gd name="connsiteY316" fmla="*/ 201907 h 586467"/>
              <a:gd name="connsiteX317" fmla="*/ 4588408 w 12192001"/>
              <a:gd name="connsiteY317" fmla="*/ 170501 h 586467"/>
              <a:gd name="connsiteX318" fmla="*/ 4615382 w 12192001"/>
              <a:gd name="connsiteY318" fmla="*/ 83495 h 586467"/>
              <a:gd name="connsiteX319" fmla="*/ 4618110 w 12192001"/>
              <a:gd name="connsiteY319" fmla="*/ 173193 h 586467"/>
              <a:gd name="connsiteX320" fmla="*/ 4616578 w 12192001"/>
              <a:gd name="connsiteY320" fmla="*/ 206300 h 586467"/>
              <a:gd name="connsiteX321" fmla="*/ 4615559 w 12192001"/>
              <a:gd name="connsiteY321" fmla="*/ 218372 h 586467"/>
              <a:gd name="connsiteX322" fmla="*/ 4674083 w 12192001"/>
              <a:gd name="connsiteY322" fmla="*/ 218372 h 586467"/>
              <a:gd name="connsiteX323" fmla="*/ 4673897 w 12192001"/>
              <a:gd name="connsiteY323" fmla="*/ 215486 h 586467"/>
              <a:gd name="connsiteX324" fmla="*/ 4674469 w 12192001"/>
              <a:gd name="connsiteY324" fmla="*/ 145335 h 586467"/>
              <a:gd name="connsiteX325" fmla="*/ 4683734 w 12192001"/>
              <a:gd name="connsiteY325" fmla="*/ 76043 h 586467"/>
              <a:gd name="connsiteX326" fmla="*/ 4688623 w 12192001"/>
              <a:gd name="connsiteY326" fmla="*/ 53452 h 586467"/>
              <a:gd name="connsiteX327" fmla="*/ 4690525 w 12192001"/>
              <a:gd name="connsiteY327" fmla="*/ 44947 h 586467"/>
              <a:gd name="connsiteX328" fmla="*/ 4691161 w 12192001"/>
              <a:gd name="connsiteY328" fmla="*/ 53569 h 586467"/>
              <a:gd name="connsiteX329" fmla="*/ 4693064 w 12192001"/>
              <a:gd name="connsiteY329" fmla="*/ 76237 h 586467"/>
              <a:gd name="connsiteX330" fmla="*/ 4704299 w 12192001"/>
              <a:gd name="connsiteY330" fmla="*/ 144282 h 586467"/>
              <a:gd name="connsiteX331" fmla="*/ 4723973 w 12192001"/>
              <a:gd name="connsiteY331" fmla="*/ 210843 h 586467"/>
              <a:gd name="connsiteX332" fmla="*/ 4726805 w 12192001"/>
              <a:gd name="connsiteY332" fmla="*/ 218372 h 586467"/>
              <a:gd name="connsiteX333" fmla="*/ 4769623 w 12192001"/>
              <a:gd name="connsiteY333" fmla="*/ 218372 h 586467"/>
              <a:gd name="connsiteX334" fmla="*/ 4778300 w 12192001"/>
              <a:gd name="connsiteY334" fmla="*/ 195393 h 586467"/>
              <a:gd name="connsiteX335" fmla="*/ 4813651 w 12192001"/>
              <a:gd name="connsiteY335" fmla="*/ 128597 h 586467"/>
              <a:gd name="connsiteX336" fmla="*/ 4807939 w 12192001"/>
              <a:gd name="connsiteY336" fmla="*/ 198436 h 586467"/>
              <a:gd name="connsiteX337" fmla="*/ 4808877 w 12192001"/>
              <a:gd name="connsiteY337" fmla="*/ 218372 h 586467"/>
              <a:gd name="connsiteX338" fmla="*/ 4824571 w 12192001"/>
              <a:gd name="connsiteY338" fmla="*/ 218372 h 586467"/>
              <a:gd name="connsiteX339" fmla="*/ 4825870 w 12192001"/>
              <a:gd name="connsiteY339" fmla="*/ 212982 h 586467"/>
              <a:gd name="connsiteX340" fmla="*/ 4843863 w 12192001"/>
              <a:gd name="connsiteY340" fmla="*/ 130002 h 586467"/>
              <a:gd name="connsiteX341" fmla="*/ 4859284 w 12192001"/>
              <a:gd name="connsiteY341" fmla="*/ 38509 h 586467"/>
              <a:gd name="connsiteX342" fmla="*/ 4863791 w 12192001"/>
              <a:gd name="connsiteY342" fmla="*/ 64025 h 586467"/>
              <a:gd name="connsiteX343" fmla="*/ 4857380 w 12192001"/>
              <a:gd name="connsiteY343" fmla="*/ 25985 h 586467"/>
              <a:gd name="connsiteX344" fmla="*/ 4901617 w 12192001"/>
              <a:gd name="connsiteY344" fmla="*/ 124188 h 586467"/>
              <a:gd name="connsiteX345" fmla="*/ 4935318 w 12192001"/>
              <a:gd name="connsiteY345" fmla="*/ 215700 h 586467"/>
              <a:gd name="connsiteX346" fmla="*/ 4936197 w 12192001"/>
              <a:gd name="connsiteY346" fmla="*/ 218372 h 586467"/>
              <a:gd name="connsiteX347" fmla="*/ 4964971 w 12192001"/>
              <a:gd name="connsiteY347" fmla="*/ 218372 h 586467"/>
              <a:gd name="connsiteX348" fmla="*/ 4966060 w 12192001"/>
              <a:gd name="connsiteY348" fmla="*/ 193476 h 586467"/>
              <a:gd name="connsiteX349" fmla="*/ 4972953 w 12192001"/>
              <a:gd name="connsiteY349" fmla="*/ 114161 h 586467"/>
              <a:gd name="connsiteX350" fmla="*/ 4992565 w 12192001"/>
              <a:gd name="connsiteY350" fmla="*/ 0 h 586467"/>
              <a:gd name="connsiteX351" fmla="*/ 5002846 w 12192001"/>
              <a:gd name="connsiteY351" fmla="*/ 114044 h 586467"/>
              <a:gd name="connsiteX352" fmla="*/ 5022089 w 12192001"/>
              <a:gd name="connsiteY352" fmla="*/ 217067 h 586467"/>
              <a:gd name="connsiteX353" fmla="*/ 5022398 w 12192001"/>
              <a:gd name="connsiteY353" fmla="*/ 218372 h 586467"/>
              <a:gd name="connsiteX354" fmla="*/ 5062234 w 12192001"/>
              <a:gd name="connsiteY354" fmla="*/ 218372 h 586467"/>
              <a:gd name="connsiteX355" fmla="*/ 5063332 w 12192001"/>
              <a:gd name="connsiteY355" fmla="*/ 213925 h 586467"/>
              <a:gd name="connsiteX356" fmla="*/ 5068344 w 12192001"/>
              <a:gd name="connsiteY356" fmla="*/ 192155 h 586467"/>
              <a:gd name="connsiteX357" fmla="*/ 5077547 w 12192001"/>
              <a:gd name="connsiteY357" fmla="*/ 125086 h 586467"/>
              <a:gd name="connsiteX358" fmla="*/ 5076786 w 12192001"/>
              <a:gd name="connsiteY358" fmla="*/ 57120 h 586467"/>
              <a:gd name="connsiteX359" fmla="*/ 5074374 w 12192001"/>
              <a:gd name="connsiteY359" fmla="*/ 34607 h 586467"/>
              <a:gd name="connsiteX360" fmla="*/ 5073359 w 12192001"/>
              <a:gd name="connsiteY360" fmla="*/ 26024 h 586467"/>
              <a:gd name="connsiteX361" fmla="*/ 5076912 w 12192001"/>
              <a:gd name="connsiteY361" fmla="*/ 34256 h 586467"/>
              <a:gd name="connsiteX362" fmla="*/ 5086053 w 12192001"/>
              <a:gd name="connsiteY362" fmla="*/ 56105 h 586467"/>
              <a:gd name="connsiteX363" fmla="*/ 5107376 w 12192001"/>
              <a:gd name="connsiteY363" fmla="*/ 123837 h 586467"/>
              <a:gd name="connsiteX364" fmla="*/ 5118801 w 12192001"/>
              <a:gd name="connsiteY364" fmla="*/ 193364 h 586467"/>
              <a:gd name="connsiteX365" fmla="*/ 5120451 w 12192001"/>
              <a:gd name="connsiteY365" fmla="*/ 216539 h 586467"/>
              <a:gd name="connsiteX366" fmla="*/ 5120556 w 12192001"/>
              <a:gd name="connsiteY366" fmla="*/ 218372 h 586467"/>
              <a:gd name="connsiteX367" fmla="*/ 5135777 w 12192001"/>
              <a:gd name="connsiteY367" fmla="*/ 218372 h 586467"/>
              <a:gd name="connsiteX368" fmla="*/ 5138159 w 12192001"/>
              <a:gd name="connsiteY368" fmla="*/ 211546 h 586467"/>
              <a:gd name="connsiteX369" fmla="*/ 5159229 w 12192001"/>
              <a:gd name="connsiteY369" fmla="*/ 167301 h 586467"/>
              <a:gd name="connsiteX370" fmla="*/ 5170399 w 12192001"/>
              <a:gd name="connsiteY370" fmla="*/ 147754 h 586467"/>
              <a:gd name="connsiteX371" fmla="*/ 5167860 w 12192001"/>
              <a:gd name="connsiteY371" fmla="*/ 214081 h 586467"/>
              <a:gd name="connsiteX372" fmla="*/ 5168316 w 12192001"/>
              <a:gd name="connsiteY372" fmla="*/ 218372 h 586467"/>
              <a:gd name="connsiteX373" fmla="*/ 5187343 w 12192001"/>
              <a:gd name="connsiteY373" fmla="*/ 218372 h 586467"/>
              <a:gd name="connsiteX374" fmla="*/ 5224219 w 12192001"/>
              <a:gd name="connsiteY374" fmla="*/ 44869 h 586467"/>
              <a:gd name="connsiteX375" fmla="*/ 5238944 w 12192001"/>
              <a:gd name="connsiteY375" fmla="*/ 207175 h 586467"/>
              <a:gd name="connsiteX376" fmla="*/ 5245608 w 12192001"/>
              <a:gd name="connsiteY376" fmla="*/ 186302 h 586467"/>
              <a:gd name="connsiteX377" fmla="*/ 5273660 w 12192001"/>
              <a:gd name="connsiteY377" fmla="*/ 109128 h 586467"/>
              <a:gd name="connsiteX378" fmla="*/ 5275374 w 12192001"/>
              <a:gd name="connsiteY378" fmla="*/ 188136 h 586467"/>
              <a:gd name="connsiteX379" fmla="*/ 5277877 w 12192001"/>
              <a:gd name="connsiteY379" fmla="*/ 218372 h 586467"/>
              <a:gd name="connsiteX380" fmla="*/ 5313344 w 12192001"/>
              <a:gd name="connsiteY380" fmla="*/ 218372 h 586467"/>
              <a:gd name="connsiteX381" fmla="*/ 5313796 w 12192001"/>
              <a:gd name="connsiteY381" fmla="*/ 217027 h 586467"/>
              <a:gd name="connsiteX382" fmla="*/ 5327670 w 12192001"/>
              <a:gd name="connsiteY382" fmla="*/ 165974 h 586467"/>
              <a:gd name="connsiteX383" fmla="*/ 5338396 w 12192001"/>
              <a:gd name="connsiteY383" fmla="*/ 89932 h 586467"/>
              <a:gd name="connsiteX384" fmla="*/ 5357563 w 12192001"/>
              <a:gd name="connsiteY384" fmla="*/ 166209 h 586467"/>
              <a:gd name="connsiteX385" fmla="*/ 5363466 w 12192001"/>
              <a:gd name="connsiteY385" fmla="*/ 211663 h 586467"/>
              <a:gd name="connsiteX386" fmla="*/ 5363961 w 12192001"/>
              <a:gd name="connsiteY386" fmla="*/ 218372 h 586467"/>
              <a:gd name="connsiteX387" fmla="*/ 5366689 w 12192001"/>
              <a:gd name="connsiteY387" fmla="*/ 218372 h 586467"/>
              <a:gd name="connsiteX388" fmla="*/ 5366838 w 12192001"/>
              <a:gd name="connsiteY388" fmla="*/ 216393 h 586467"/>
              <a:gd name="connsiteX389" fmla="*/ 5367464 w 12192001"/>
              <a:gd name="connsiteY389" fmla="*/ 210609 h 586467"/>
              <a:gd name="connsiteX390" fmla="*/ 5383521 w 12192001"/>
              <a:gd name="connsiteY390" fmla="*/ 144945 h 586467"/>
              <a:gd name="connsiteX391" fmla="*/ 5403260 w 12192001"/>
              <a:gd name="connsiteY391" fmla="*/ 102067 h 586467"/>
              <a:gd name="connsiteX392" fmla="*/ 5414303 w 12192001"/>
              <a:gd name="connsiteY392" fmla="*/ 83378 h 586467"/>
              <a:gd name="connsiteX393" fmla="*/ 5413351 w 12192001"/>
              <a:gd name="connsiteY393" fmla="*/ 146779 h 586467"/>
              <a:gd name="connsiteX394" fmla="*/ 5421411 w 12192001"/>
              <a:gd name="connsiteY394" fmla="*/ 189150 h 586467"/>
              <a:gd name="connsiteX395" fmla="*/ 5427187 w 12192001"/>
              <a:gd name="connsiteY395" fmla="*/ 207917 h 586467"/>
              <a:gd name="connsiteX396" fmla="*/ 5428935 w 12192001"/>
              <a:gd name="connsiteY396" fmla="*/ 212690 h 586467"/>
              <a:gd name="connsiteX397" fmla="*/ 5431232 w 12192001"/>
              <a:gd name="connsiteY397" fmla="*/ 218372 h 586467"/>
              <a:gd name="connsiteX398" fmla="*/ 5472367 w 12192001"/>
              <a:gd name="connsiteY398" fmla="*/ 218372 h 586467"/>
              <a:gd name="connsiteX399" fmla="*/ 5473010 w 12192001"/>
              <a:gd name="connsiteY399" fmla="*/ 216813 h 586467"/>
              <a:gd name="connsiteX400" fmla="*/ 5493509 w 12192001"/>
              <a:gd name="connsiteY400" fmla="*/ 160356 h 586467"/>
              <a:gd name="connsiteX401" fmla="*/ 5509440 w 12192001"/>
              <a:gd name="connsiteY401" fmla="*/ 102730 h 586467"/>
              <a:gd name="connsiteX402" fmla="*/ 5523402 w 12192001"/>
              <a:gd name="connsiteY402" fmla="*/ 161176 h 586467"/>
              <a:gd name="connsiteX403" fmla="*/ 5531998 w 12192001"/>
              <a:gd name="connsiteY403" fmla="*/ 215455 h 586467"/>
              <a:gd name="connsiteX404" fmla="*/ 5532342 w 12192001"/>
              <a:gd name="connsiteY404" fmla="*/ 218372 h 586467"/>
              <a:gd name="connsiteX405" fmla="*/ 5535689 w 12192001"/>
              <a:gd name="connsiteY405" fmla="*/ 218372 h 586467"/>
              <a:gd name="connsiteX406" fmla="*/ 5537834 w 12192001"/>
              <a:gd name="connsiteY406" fmla="*/ 213428 h 586467"/>
              <a:gd name="connsiteX407" fmla="*/ 5539523 w 12192001"/>
              <a:gd name="connsiteY407" fmla="*/ 209361 h 586467"/>
              <a:gd name="connsiteX408" fmla="*/ 5566179 w 12192001"/>
              <a:gd name="connsiteY408" fmla="*/ 128441 h 586467"/>
              <a:gd name="connsiteX409" fmla="*/ 5580460 w 12192001"/>
              <a:gd name="connsiteY409" fmla="*/ 45064 h 586467"/>
              <a:gd name="connsiteX410" fmla="*/ 5596072 w 12192001"/>
              <a:gd name="connsiteY410" fmla="*/ 129417 h 586467"/>
              <a:gd name="connsiteX411" fmla="*/ 5598738 w 12192001"/>
              <a:gd name="connsiteY411" fmla="*/ 215408 h 586467"/>
              <a:gd name="connsiteX412" fmla="*/ 5598560 w 12192001"/>
              <a:gd name="connsiteY412" fmla="*/ 218372 h 586467"/>
              <a:gd name="connsiteX413" fmla="*/ 5599732 w 12192001"/>
              <a:gd name="connsiteY413" fmla="*/ 218372 h 586467"/>
              <a:gd name="connsiteX414" fmla="*/ 5606941 w 12192001"/>
              <a:gd name="connsiteY414" fmla="*/ 196071 h 586467"/>
              <a:gd name="connsiteX415" fmla="*/ 5618539 w 12192001"/>
              <a:gd name="connsiteY415" fmla="*/ 163555 h 586467"/>
              <a:gd name="connsiteX416" fmla="*/ 5649765 w 12192001"/>
              <a:gd name="connsiteY416" fmla="*/ 89854 h 586467"/>
              <a:gd name="connsiteX417" fmla="*/ 5648242 w 12192001"/>
              <a:gd name="connsiteY417" fmla="*/ 166014 h 586467"/>
              <a:gd name="connsiteX418" fmla="*/ 5651027 w 12192001"/>
              <a:gd name="connsiteY418" fmla="*/ 217998 h 586467"/>
              <a:gd name="connsiteX419" fmla="*/ 5651060 w 12192001"/>
              <a:gd name="connsiteY419" fmla="*/ 218372 h 586467"/>
              <a:gd name="connsiteX420" fmla="*/ 5700101 w 12192001"/>
              <a:gd name="connsiteY420" fmla="*/ 218372 h 586467"/>
              <a:gd name="connsiteX421" fmla="*/ 5701852 w 12192001"/>
              <a:gd name="connsiteY421" fmla="*/ 212027 h 586467"/>
              <a:gd name="connsiteX422" fmla="*/ 5703712 w 12192001"/>
              <a:gd name="connsiteY422" fmla="*/ 204757 h 586467"/>
              <a:gd name="connsiteX423" fmla="*/ 5719643 w 12192001"/>
              <a:gd name="connsiteY423" fmla="*/ 119117 h 586467"/>
              <a:gd name="connsiteX424" fmla="*/ 5725164 w 12192001"/>
              <a:gd name="connsiteY424" fmla="*/ 32110 h 586467"/>
              <a:gd name="connsiteX425" fmla="*/ 5749535 w 12192001"/>
              <a:gd name="connsiteY425" fmla="*/ 118453 h 586467"/>
              <a:gd name="connsiteX426" fmla="*/ 5763498 w 12192001"/>
              <a:gd name="connsiteY426" fmla="*/ 206708 h 586467"/>
              <a:gd name="connsiteX427" fmla="*/ 5763916 w 12192001"/>
              <a:gd name="connsiteY427" fmla="*/ 211154 h 586467"/>
              <a:gd name="connsiteX428" fmla="*/ 5764492 w 12192001"/>
              <a:gd name="connsiteY428" fmla="*/ 218372 h 586467"/>
              <a:gd name="connsiteX429" fmla="*/ 5781430 w 12192001"/>
              <a:gd name="connsiteY429" fmla="*/ 218372 h 586467"/>
              <a:gd name="connsiteX430" fmla="*/ 5793518 w 12192001"/>
              <a:gd name="connsiteY430" fmla="*/ 175182 h 586467"/>
              <a:gd name="connsiteX431" fmla="*/ 5808877 w 12192001"/>
              <a:gd name="connsiteY431" fmla="*/ 96331 h 586467"/>
              <a:gd name="connsiteX432" fmla="*/ 5823410 w 12192001"/>
              <a:gd name="connsiteY432" fmla="*/ 175923 h 586467"/>
              <a:gd name="connsiteX433" fmla="*/ 5826821 w 12192001"/>
              <a:gd name="connsiteY433" fmla="*/ 205464 h 586467"/>
              <a:gd name="connsiteX434" fmla="*/ 5827878 w 12192001"/>
              <a:gd name="connsiteY434" fmla="*/ 218372 h 586467"/>
              <a:gd name="connsiteX435" fmla="*/ 5854340 w 12192001"/>
              <a:gd name="connsiteY435" fmla="*/ 218372 h 586467"/>
              <a:gd name="connsiteX436" fmla="*/ 5860856 w 12192001"/>
              <a:gd name="connsiteY436" fmla="*/ 206122 h 586467"/>
              <a:gd name="connsiteX437" fmla="*/ 5892590 w 12192001"/>
              <a:gd name="connsiteY437" fmla="*/ 156454 h 586467"/>
              <a:gd name="connsiteX438" fmla="*/ 5931114 w 12192001"/>
              <a:gd name="connsiteY438" fmla="*/ 109830 h 586467"/>
              <a:gd name="connsiteX439" fmla="*/ 5950535 w 12192001"/>
              <a:gd name="connsiteY439" fmla="*/ 89815 h 586467"/>
              <a:gd name="connsiteX440" fmla="*/ 5920896 w 12192001"/>
              <a:gd name="connsiteY440" fmla="*/ 163088 h 586467"/>
              <a:gd name="connsiteX441" fmla="*/ 5909979 w 12192001"/>
              <a:gd name="connsiteY441" fmla="*/ 214121 h 586467"/>
              <a:gd name="connsiteX442" fmla="*/ 5909469 w 12192001"/>
              <a:gd name="connsiteY442" fmla="*/ 218372 h 586467"/>
              <a:gd name="connsiteX443" fmla="*/ 5930597 w 12192001"/>
              <a:gd name="connsiteY443" fmla="*/ 218372 h 586467"/>
              <a:gd name="connsiteX444" fmla="*/ 5979984 w 12192001"/>
              <a:gd name="connsiteY444" fmla="*/ 141356 h 586467"/>
              <a:gd name="connsiteX445" fmla="*/ 5969615 w 12192001"/>
              <a:gd name="connsiteY445" fmla="*/ 218372 h 586467"/>
              <a:gd name="connsiteX446" fmla="*/ 5990637 w 12192001"/>
              <a:gd name="connsiteY446" fmla="*/ 218372 h 586467"/>
              <a:gd name="connsiteX447" fmla="*/ 5993946 w 12192001"/>
              <a:gd name="connsiteY447" fmla="*/ 199763 h 586467"/>
              <a:gd name="connsiteX448" fmla="*/ 5998579 w 12192001"/>
              <a:gd name="connsiteY448" fmla="*/ 134099 h 586467"/>
              <a:gd name="connsiteX449" fmla="*/ 5989757 w 12192001"/>
              <a:gd name="connsiteY449" fmla="*/ 68240 h 586467"/>
              <a:gd name="connsiteX450" fmla="*/ 5982903 w 12192001"/>
              <a:gd name="connsiteY450" fmla="*/ 46703 h 586467"/>
              <a:gd name="connsiteX451" fmla="*/ 5980047 w 12192001"/>
              <a:gd name="connsiteY451" fmla="*/ 38665 h 586467"/>
              <a:gd name="connsiteX452" fmla="*/ 5985315 w 12192001"/>
              <a:gd name="connsiteY452" fmla="*/ 46078 h 586467"/>
              <a:gd name="connsiteX453" fmla="*/ 5998706 w 12192001"/>
              <a:gd name="connsiteY453" fmla="*/ 66445 h 586467"/>
              <a:gd name="connsiteX454" fmla="*/ 6028282 w 12192001"/>
              <a:gd name="connsiteY454" fmla="*/ 131680 h 586467"/>
              <a:gd name="connsiteX455" fmla="*/ 6039071 w 12192001"/>
              <a:gd name="connsiteY455" fmla="*/ 171437 h 586467"/>
              <a:gd name="connsiteX456" fmla="*/ 6040848 w 12192001"/>
              <a:gd name="connsiteY456" fmla="*/ 161332 h 586467"/>
              <a:gd name="connsiteX457" fmla="*/ 6058746 w 12192001"/>
              <a:gd name="connsiteY457" fmla="*/ 100155 h 586467"/>
              <a:gd name="connsiteX458" fmla="*/ 6066679 w 12192001"/>
              <a:gd name="connsiteY458" fmla="*/ 80452 h 586467"/>
              <a:gd name="connsiteX459" fmla="*/ 6069789 w 12192001"/>
              <a:gd name="connsiteY459" fmla="*/ 73038 h 586467"/>
              <a:gd name="connsiteX460" fmla="*/ 6069218 w 12192001"/>
              <a:gd name="connsiteY460" fmla="*/ 80764 h 586467"/>
              <a:gd name="connsiteX461" fmla="*/ 6068012 w 12192001"/>
              <a:gd name="connsiteY461" fmla="*/ 101013 h 586467"/>
              <a:gd name="connsiteX462" fmla="*/ 6070806 w 12192001"/>
              <a:gd name="connsiteY462" fmla="*/ 161956 h 586467"/>
              <a:gd name="connsiteX463" fmla="*/ 6076319 w 12192001"/>
              <a:gd name="connsiteY463" fmla="*/ 194042 h 586467"/>
              <a:gd name="connsiteX464" fmla="*/ 6082310 w 12192001"/>
              <a:gd name="connsiteY464" fmla="*/ 218372 h 586467"/>
              <a:gd name="connsiteX465" fmla="*/ 6118430 w 12192001"/>
              <a:gd name="connsiteY465" fmla="*/ 218372 h 586467"/>
              <a:gd name="connsiteX466" fmla="*/ 6108060 w 12192001"/>
              <a:gd name="connsiteY466" fmla="*/ 141356 h 586467"/>
              <a:gd name="connsiteX467" fmla="*/ 6157447 w 12192001"/>
              <a:gd name="connsiteY467" fmla="*/ 218372 h 586467"/>
              <a:gd name="connsiteX468" fmla="*/ 6178574 w 12192001"/>
              <a:gd name="connsiteY468" fmla="*/ 218372 h 586467"/>
              <a:gd name="connsiteX469" fmla="*/ 6178064 w 12192001"/>
              <a:gd name="connsiteY469" fmla="*/ 214121 h 586467"/>
              <a:gd name="connsiteX470" fmla="*/ 6167084 w 12192001"/>
              <a:gd name="connsiteY470" fmla="*/ 163088 h 586467"/>
              <a:gd name="connsiteX471" fmla="*/ 6137509 w 12192001"/>
              <a:gd name="connsiteY471" fmla="*/ 89815 h 586467"/>
              <a:gd name="connsiteX472" fmla="*/ 6156866 w 12192001"/>
              <a:gd name="connsiteY472" fmla="*/ 109830 h 586467"/>
              <a:gd name="connsiteX473" fmla="*/ 6195390 w 12192001"/>
              <a:gd name="connsiteY473" fmla="*/ 156454 h 586467"/>
              <a:gd name="connsiteX474" fmla="*/ 6227124 w 12192001"/>
              <a:gd name="connsiteY474" fmla="*/ 206122 h 586467"/>
              <a:gd name="connsiteX475" fmla="*/ 6233681 w 12192001"/>
              <a:gd name="connsiteY475" fmla="*/ 218372 h 586467"/>
              <a:gd name="connsiteX476" fmla="*/ 6260148 w 12192001"/>
              <a:gd name="connsiteY476" fmla="*/ 218372 h 586467"/>
              <a:gd name="connsiteX477" fmla="*/ 6261196 w 12192001"/>
              <a:gd name="connsiteY477" fmla="*/ 205464 h 586467"/>
              <a:gd name="connsiteX478" fmla="*/ 6264569 w 12192001"/>
              <a:gd name="connsiteY478" fmla="*/ 175923 h 586467"/>
              <a:gd name="connsiteX479" fmla="*/ 6279167 w 12192001"/>
              <a:gd name="connsiteY479" fmla="*/ 96331 h 586467"/>
              <a:gd name="connsiteX480" fmla="*/ 6294526 w 12192001"/>
              <a:gd name="connsiteY480" fmla="*/ 175182 h 586467"/>
              <a:gd name="connsiteX481" fmla="*/ 6306569 w 12192001"/>
              <a:gd name="connsiteY481" fmla="*/ 218372 h 586467"/>
              <a:gd name="connsiteX482" fmla="*/ 6323511 w 12192001"/>
              <a:gd name="connsiteY482" fmla="*/ 218372 h 586467"/>
              <a:gd name="connsiteX483" fmla="*/ 6324075 w 12192001"/>
              <a:gd name="connsiteY483" fmla="*/ 211154 h 586467"/>
              <a:gd name="connsiteX484" fmla="*/ 6324482 w 12192001"/>
              <a:gd name="connsiteY484" fmla="*/ 206708 h 586467"/>
              <a:gd name="connsiteX485" fmla="*/ 6338445 w 12192001"/>
              <a:gd name="connsiteY485" fmla="*/ 118453 h 586467"/>
              <a:gd name="connsiteX486" fmla="*/ 6362879 w 12192001"/>
              <a:gd name="connsiteY486" fmla="*/ 32188 h 586467"/>
              <a:gd name="connsiteX487" fmla="*/ 6368401 w 12192001"/>
              <a:gd name="connsiteY487" fmla="*/ 119117 h 586467"/>
              <a:gd name="connsiteX488" fmla="*/ 6384268 w 12192001"/>
              <a:gd name="connsiteY488" fmla="*/ 204757 h 586467"/>
              <a:gd name="connsiteX489" fmla="*/ 6386138 w 12192001"/>
              <a:gd name="connsiteY489" fmla="*/ 212027 h 586467"/>
              <a:gd name="connsiteX490" fmla="*/ 6387896 w 12192001"/>
              <a:gd name="connsiteY490" fmla="*/ 218372 h 586467"/>
              <a:gd name="connsiteX491" fmla="*/ 6436976 w 12192001"/>
              <a:gd name="connsiteY491" fmla="*/ 218372 h 586467"/>
              <a:gd name="connsiteX492" fmla="*/ 6437009 w 12192001"/>
              <a:gd name="connsiteY492" fmla="*/ 217998 h 586467"/>
              <a:gd name="connsiteX493" fmla="*/ 6439738 w 12192001"/>
              <a:gd name="connsiteY493" fmla="*/ 166014 h 586467"/>
              <a:gd name="connsiteX494" fmla="*/ 6438278 w 12192001"/>
              <a:gd name="connsiteY494" fmla="*/ 89854 h 586467"/>
              <a:gd name="connsiteX495" fmla="*/ 6469441 w 12192001"/>
              <a:gd name="connsiteY495" fmla="*/ 163555 h 586467"/>
              <a:gd name="connsiteX496" fmla="*/ 6481063 w 12192001"/>
              <a:gd name="connsiteY496" fmla="*/ 196071 h 586467"/>
              <a:gd name="connsiteX497" fmla="*/ 6488253 w 12192001"/>
              <a:gd name="connsiteY497" fmla="*/ 218372 h 586467"/>
              <a:gd name="connsiteX498" fmla="*/ 6489459 w 12192001"/>
              <a:gd name="connsiteY498" fmla="*/ 218372 h 586467"/>
              <a:gd name="connsiteX499" fmla="*/ 6489306 w 12192001"/>
              <a:gd name="connsiteY499" fmla="*/ 215408 h 586467"/>
              <a:gd name="connsiteX500" fmla="*/ 6491971 w 12192001"/>
              <a:gd name="connsiteY500" fmla="*/ 129417 h 586467"/>
              <a:gd name="connsiteX501" fmla="*/ 6507584 w 12192001"/>
              <a:gd name="connsiteY501" fmla="*/ 45064 h 586467"/>
              <a:gd name="connsiteX502" fmla="*/ 6521864 w 12192001"/>
              <a:gd name="connsiteY502" fmla="*/ 128441 h 586467"/>
              <a:gd name="connsiteX503" fmla="*/ 6548457 w 12192001"/>
              <a:gd name="connsiteY503" fmla="*/ 209361 h 586467"/>
              <a:gd name="connsiteX504" fmla="*/ 6550179 w 12192001"/>
              <a:gd name="connsiteY504" fmla="*/ 213428 h 586467"/>
              <a:gd name="connsiteX505" fmla="*/ 6552337 w 12192001"/>
              <a:gd name="connsiteY505" fmla="*/ 218372 h 586467"/>
              <a:gd name="connsiteX506" fmla="*/ 6555643 w 12192001"/>
              <a:gd name="connsiteY506" fmla="*/ 218372 h 586467"/>
              <a:gd name="connsiteX507" fmla="*/ 6555993 w 12192001"/>
              <a:gd name="connsiteY507" fmla="*/ 215455 h 586467"/>
              <a:gd name="connsiteX508" fmla="*/ 6564641 w 12192001"/>
              <a:gd name="connsiteY508" fmla="*/ 161176 h 586467"/>
              <a:gd name="connsiteX509" fmla="*/ 6578604 w 12192001"/>
              <a:gd name="connsiteY509" fmla="*/ 102730 h 586467"/>
              <a:gd name="connsiteX510" fmla="*/ 6594534 w 12192001"/>
              <a:gd name="connsiteY510" fmla="*/ 160356 h 586467"/>
              <a:gd name="connsiteX511" fmla="*/ 6614970 w 12192001"/>
              <a:gd name="connsiteY511" fmla="*/ 216813 h 586467"/>
              <a:gd name="connsiteX512" fmla="*/ 6615614 w 12192001"/>
              <a:gd name="connsiteY512" fmla="*/ 218372 h 586467"/>
              <a:gd name="connsiteX513" fmla="*/ 6656796 w 12192001"/>
              <a:gd name="connsiteY513" fmla="*/ 218372 h 586467"/>
              <a:gd name="connsiteX514" fmla="*/ 6659100 w 12192001"/>
              <a:gd name="connsiteY514" fmla="*/ 212690 h 586467"/>
              <a:gd name="connsiteX515" fmla="*/ 6660857 w 12192001"/>
              <a:gd name="connsiteY515" fmla="*/ 207917 h 586467"/>
              <a:gd name="connsiteX516" fmla="*/ 6666633 w 12192001"/>
              <a:gd name="connsiteY516" fmla="*/ 189150 h 586467"/>
              <a:gd name="connsiteX517" fmla="*/ 6674693 w 12192001"/>
              <a:gd name="connsiteY517" fmla="*/ 146779 h 586467"/>
              <a:gd name="connsiteX518" fmla="*/ 6673741 w 12192001"/>
              <a:gd name="connsiteY518" fmla="*/ 83378 h 586467"/>
              <a:gd name="connsiteX519" fmla="*/ 6684784 w 12192001"/>
              <a:gd name="connsiteY519" fmla="*/ 102067 h 586467"/>
              <a:gd name="connsiteX520" fmla="*/ 6704522 w 12192001"/>
              <a:gd name="connsiteY520" fmla="*/ 144945 h 586467"/>
              <a:gd name="connsiteX521" fmla="*/ 6720579 w 12192001"/>
              <a:gd name="connsiteY521" fmla="*/ 210609 h 586467"/>
              <a:gd name="connsiteX522" fmla="*/ 6721206 w 12192001"/>
              <a:gd name="connsiteY522" fmla="*/ 216393 h 586467"/>
              <a:gd name="connsiteX523" fmla="*/ 6721355 w 12192001"/>
              <a:gd name="connsiteY523" fmla="*/ 218372 h 586467"/>
              <a:gd name="connsiteX524" fmla="*/ 6724058 w 12192001"/>
              <a:gd name="connsiteY524" fmla="*/ 218372 h 586467"/>
              <a:gd name="connsiteX525" fmla="*/ 6724555 w 12192001"/>
              <a:gd name="connsiteY525" fmla="*/ 211663 h 586467"/>
              <a:gd name="connsiteX526" fmla="*/ 6730480 w 12192001"/>
              <a:gd name="connsiteY526" fmla="*/ 166209 h 586467"/>
              <a:gd name="connsiteX527" fmla="*/ 6749583 w 12192001"/>
              <a:gd name="connsiteY527" fmla="*/ 89932 h 586467"/>
              <a:gd name="connsiteX528" fmla="*/ 6760373 w 12192001"/>
              <a:gd name="connsiteY528" fmla="*/ 165974 h 586467"/>
              <a:gd name="connsiteX529" fmla="*/ 6774193 w 12192001"/>
              <a:gd name="connsiteY529" fmla="*/ 217027 h 586467"/>
              <a:gd name="connsiteX530" fmla="*/ 6774644 w 12192001"/>
              <a:gd name="connsiteY530" fmla="*/ 218372 h 586467"/>
              <a:gd name="connsiteX531" fmla="*/ 6810105 w 12192001"/>
              <a:gd name="connsiteY531" fmla="*/ 218372 h 586467"/>
              <a:gd name="connsiteX532" fmla="*/ 6812607 w 12192001"/>
              <a:gd name="connsiteY532" fmla="*/ 188136 h 586467"/>
              <a:gd name="connsiteX533" fmla="*/ 6814320 w 12192001"/>
              <a:gd name="connsiteY533" fmla="*/ 109128 h 586467"/>
              <a:gd name="connsiteX534" fmla="*/ 6842436 w 12192001"/>
              <a:gd name="connsiteY534" fmla="*/ 186302 h 586467"/>
              <a:gd name="connsiteX535" fmla="*/ 6849036 w 12192001"/>
              <a:gd name="connsiteY535" fmla="*/ 207175 h 586467"/>
              <a:gd name="connsiteX536" fmla="*/ 6863824 w 12192001"/>
              <a:gd name="connsiteY536" fmla="*/ 44869 h 586467"/>
              <a:gd name="connsiteX537" fmla="*/ 6900702 w 12192001"/>
              <a:gd name="connsiteY537" fmla="*/ 218372 h 586467"/>
              <a:gd name="connsiteX538" fmla="*/ 6919664 w 12192001"/>
              <a:gd name="connsiteY538" fmla="*/ 218372 h 586467"/>
              <a:gd name="connsiteX539" fmla="*/ 6920119 w 12192001"/>
              <a:gd name="connsiteY539" fmla="*/ 214081 h 586467"/>
              <a:gd name="connsiteX540" fmla="*/ 6917644 w 12192001"/>
              <a:gd name="connsiteY540" fmla="*/ 147754 h 586467"/>
              <a:gd name="connsiteX541" fmla="*/ 6928751 w 12192001"/>
              <a:gd name="connsiteY541" fmla="*/ 167301 h 586467"/>
              <a:gd name="connsiteX542" fmla="*/ 6949822 w 12192001"/>
              <a:gd name="connsiteY542" fmla="*/ 211546 h 586467"/>
              <a:gd name="connsiteX543" fmla="*/ 6952204 w 12192001"/>
              <a:gd name="connsiteY543" fmla="*/ 218372 h 586467"/>
              <a:gd name="connsiteX544" fmla="*/ 6967487 w 12192001"/>
              <a:gd name="connsiteY544" fmla="*/ 218372 h 586467"/>
              <a:gd name="connsiteX545" fmla="*/ 6967592 w 12192001"/>
              <a:gd name="connsiteY545" fmla="*/ 216539 h 586467"/>
              <a:gd name="connsiteX546" fmla="*/ 6969179 w 12192001"/>
              <a:gd name="connsiteY546" fmla="*/ 193364 h 586467"/>
              <a:gd name="connsiteX547" fmla="*/ 6980603 w 12192001"/>
              <a:gd name="connsiteY547" fmla="*/ 123837 h 586467"/>
              <a:gd name="connsiteX548" fmla="*/ 7001992 w 12192001"/>
              <a:gd name="connsiteY548" fmla="*/ 56105 h 586467"/>
              <a:gd name="connsiteX549" fmla="*/ 7011131 w 12192001"/>
              <a:gd name="connsiteY549" fmla="*/ 34256 h 586467"/>
              <a:gd name="connsiteX550" fmla="*/ 7014685 w 12192001"/>
              <a:gd name="connsiteY550" fmla="*/ 26024 h 586467"/>
              <a:gd name="connsiteX551" fmla="*/ 7013606 w 12192001"/>
              <a:gd name="connsiteY551" fmla="*/ 34607 h 586467"/>
              <a:gd name="connsiteX552" fmla="*/ 7011258 w 12192001"/>
              <a:gd name="connsiteY552" fmla="*/ 57120 h 586467"/>
              <a:gd name="connsiteX553" fmla="*/ 7010496 w 12192001"/>
              <a:gd name="connsiteY553" fmla="*/ 125086 h 586467"/>
              <a:gd name="connsiteX554" fmla="*/ 7019636 w 12192001"/>
              <a:gd name="connsiteY554" fmla="*/ 192155 h 586467"/>
              <a:gd name="connsiteX555" fmla="*/ 7024713 w 12192001"/>
              <a:gd name="connsiteY555" fmla="*/ 213925 h 586467"/>
              <a:gd name="connsiteX556" fmla="*/ 7025810 w 12192001"/>
              <a:gd name="connsiteY556" fmla="*/ 218372 h 586467"/>
              <a:gd name="connsiteX557" fmla="*/ 7065645 w 12192001"/>
              <a:gd name="connsiteY557" fmla="*/ 218372 h 586467"/>
              <a:gd name="connsiteX558" fmla="*/ 7065953 w 12192001"/>
              <a:gd name="connsiteY558" fmla="*/ 217067 h 586467"/>
              <a:gd name="connsiteX559" fmla="*/ 7085133 w 12192001"/>
              <a:gd name="connsiteY559" fmla="*/ 114044 h 586467"/>
              <a:gd name="connsiteX560" fmla="*/ 7095478 w 12192001"/>
              <a:gd name="connsiteY560" fmla="*/ 0 h 586467"/>
              <a:gd name="connsiteX561" fmla="*/ 7115090 w 12192001"/>
              <a:gd name="connsiteY561" fmla="*/ 114161 h 586467"/>
              <a:gd name="connsiteX562" fmla="*/ 7121928 w 12192001"/>
              <a:gd name="connsiteY562" fmla="*/ 193476 h 586467"/>
              <a:gd name="connsiteX563" fmla="*/ 7123010 w 12192001"/>
              <a:gd name="connsiteY563" fmla="*/ 218372 h 586467"/>
              <a:gd name="connsiteX564" fmla="*/ 7151790 w 12192001"/>
              <a:gd name="connsiteY564" fmla="*/ 218372 h 586467"/>
              <a:gd name="connsiteX565" fmla="*/ 7152672 w 12192001"/>
              <a:gd name="connsiteY565" fmla="*/ 215700 h 586467"/>
              <a:gd name="connsiteX566" fmla="*/ 7186427 w 12192001"/>
              <a:gd name="connsiteY566" fmla="*/ 124188 h 586467"/>
              <a:gd name="connsiteX567" fmla="*/ 7230536 w 12192001"/>
              <a:gd name="connsiteY567" fmla="*/ 26180 h 586467"/>
              <a:gd name="connsiteX568" fmla="*/ 7224888 w 12192001"/>
              <a:gd name="connsiteY568" fmla="*/ 60007 h 586467"/>
              <a:gd name="connsiteX569" fmla="*/ 7228695 w 12192001"/>
              <a:gd name="connsiteY569" fmla="*/ 38509 h 586467"/>
              <a:gd name="connsiteX570" fmla="*/ 7244182 w 12192001"/>
              <a:gd name="connsiteY570" fmla="*/ 130002 h 586467"/>
              <a:gd name="connsiteX571" fmla="*/ 7262175 w 12192001"/>
              <a:gd name="connsiteY571" fmla="*/ 212982 h 586467"/>
              <a:gd name="connsiteX572" fmla="*/ 7263474 w 12192001"/>
              <a:gd name="connsiteY572" fmla="*/ 218372 h 586467"/>
              <a:gd name="connsiteX573" fmla="*/ 7279143 w 12192001"/>
              <a:gd name="connsiteY573" fmla="*/ 218372 h 586467"/>
              <a:gd name="connsiteX574" fmla="*/ 7280104 w 12192001"/>
              <a:gd name="connsiteY574" fmla="*/ 198436 h 586467"/>
              <a:gd name="connsiteX575" fmla="*/ 7274392 w 12192001"/>
              <a:gd name="connsiteY575" fmla="*/ 128597 h 586467"/>
              <a:gd name="connsiteX576" fmla="*/ 7309679 w 12192001"/>
              <a:gd name="connsiteY576" fmla="*/ 195393 h 586467"/>
              <a:gd name="connsiteX577" fmla="*/ 7318357 w 12192001"/>
              <a:gd name="connsiteY577" fmla="*/ 218372 h 586467"/>
              <a:gd name="connsiteX578" fmla="*/ 7361240 w 12192001"/>
              <a:gd name="connsiteY578" fmla="*/ 218372 h 586467"/>
              <a:gd name="connsiteX579" fmla="*/ 7364071 w 12192001"/>
              <a:gd name="connsiteY579" fmla="*/ 210843 h 586467"/>
              <a:gd name="connsiteX580" fmla="*/ 7383682 w 12192001"/>
              <a:gd name="connsiteY580" fmla="*/ 144282 h 586467"/>
              <a:gd name="connsiteX581" fmla="*/ 7394979 w 12192001"/>
              <a:gd name="connsiteY581" fmla="*/ 76237 h 586467"/>
              <a:gd name="connsiteX582" fmla="*/ 7396883 w 12192001"/>
              <a:gd name="connsiteY582" fmla="*/ 53569 h 586467"/>
              <a:gd name="connsiteX583" fmla="*/ 7397455 w 12192001"/>
              <a:gd name="connsiteY583" fmla="*/ 44947 h 586467"/>
              <a:gd name="connsiteX584" fmla="*/ 7399422 w 12192001"/>
              <a:gd name="connsiteY584" fmla="*/ 53452 h 586467"/>
              <a:gd name="connsiteX585" fmla="*/ 7404309 w 12192001"/>
              <a:gd name="connsiteY585" fmla="*/ 76043 h 586467"/>
              <a:gd name="connsiteX586" fmla="*/ 7413575 w 12192001"/>
              <a:gd name="connsiteY586" fmla="*/ 145335 h 586467"/>
              <a:gd name="connsiteX587" fmla="*/ 7414083 w 12192001"/>
              <a:gd name="connsiteY587" fmla="*/ 215486 h 586467"/>
              <a:gd name="connsiteX588" fmla="*/ 7413918 w 12192001"/>
              <a:gd name="connsiteY588" fmla="*/ 218372 h 586467"/>
              <a:gd name="connsiteX589" fmla="*/ 7472465 w 12192001"/>
              <a:gd name="connsiteY589" fmla="*/ 218372 h 586467"/>
              <a:gd name="connsiteX590" fmla="*/ 7471455 w 12192001"/>
              <a:gd name="connsiteY590" fmla="*/ 206300 h 586467"/>
              <a:gd name="connsiteX591" fmla="*/ 7469933 w 12192001"/>
              <a:gd name="connsiteY591" fmla="*/ 173193 h 586467"/>
              <a:gd name="connsiteX592" fmla="*/ 7472663 w 12192001"/>
              <a:gd name="connsiteY592" fmla="*/ 83495 h 586467"/>
              <a:gd name="connsiteX593" fmla="*/ 7499573 w 12192001"/>
              <a:gd name="connsiteY593" fmla="*/ 170501 h 586467"/>
              <a:gd name="connsiteX594" fmla="*/ 7511839 w 12192001"/>
              <a:gd name="connsiteY594" fmla="*/ 201907 h 586467"/>
              <a:gd name="connsiteX595" fmla="*/ 7518949 w 12192001"/>
              <a:gd name="connsiteY595" fmla="*/ 218372 h 586467"/>
              <a:gd name="connsiteX596" fmla="*/ 7577392 w 12192001"/>
              <a:gd name="connsiteY596" fmla="*/ 218372 h 586467"/>
              <a:gd name="connsiteX597" fmla="*/ 7578208 w 12192001"/>
              <a:gd name="connsiteY597" fmla="*/ 211428 h 586467"/>
              <a:gd name="connsiteX598" fmla="*/ 7579414 w 12192001"/>
              <a:gd name="connsiteY598" fmla="*/ 151851 h 586467"/>
              <a:gd name="connsiteX599" fmla="*/ 7571671 w 12192001"/>
              <a:gd name="connsiteY599" fmla="*/ 91844 h 586467"/>
              <a:gd name="connsiteX600" fmla="*/ 7567229 w 12192001"/>
              <a:gd name="connsiteY600" fmla="*/ 72102 h 586467"/>
              <a:gd name="connsiteX601" fmla="*/ 7565451 w 12192001"/>
              <a:gd name="connsiteY601" fmla="*/ 64689 h 586467"/>
              <a:gd name="connsiteX602" fmla="*/ 7569703 w 12192001"/>
              <a:gd name="connsiteY602" fmla="*/ 71595 h 586467"/>
              <a:gd name="connsiteX603" fmla="*/ 7580747 w 12192001"/>
              <a:gd name="connsiteY603" fmla="*/ 90284 h 586467"/>
              <a:gd name="connsiteX604" fmla="*/ 7608926 w 12192001"/>
              <a:gd name="connsiteY604" fmla="*/ 148730 h 586467"/>
              <a:gd name="connsiteX605" fmla="*/ 7628601 w 12192001"/>
              <a:gd name="connsiteY605" fmla="*/ 209438 h 586467"/>
              <a:gd name="connsiteX606" fmla="*/ 7630630 w 12192001"/>
              <a:gd name="connsiteY606" fmla="*/ 218372 h 586467"/>
              <a:gd name="connsiteX607" fmla="*/ 7686702 w 12192001"/>
              <a:gd name="connsiteY607" fmla="*/ 218372 h 586467"/>
              <a:gd name="connsiteX608" fmla="*/ 7690481 w 12192001"/>
              <a:gd name="connsiteY608" fmla="*/ 205264 h 586467"/>
              <a:gd name="connsiteX609" fmla="*/ 7691370 w 12192001"/>
              <a:gd name="connsiteY609" fmla="*/ 201908 h 586467"/>
              <a:gd name="connsiteX610" fmla="*/ 7698148 w 12192001"/>
              <a:gd name="connsiteY610" fmla="*/ 218372 h 586467"/>
              <a:gd name="connsiteX611" fmla="*/ 7838682 w 12192001"/>
              <a:gd name="connsiteY611" fmla="*/ 218372 h 586467"/>
              <a:gd name="connsiteX612" fmla="*/ 7843881 w 12192001"/>
              <a:gd name="connsiteY612" fmla="*/ 165858 h 586467"/>
              <a:gd name="connsiteX613" fmla="*/ 7855834 w 12192001"/>
              <a:gd name="connsiteY613" fmla="*/ 196415 h 586467"/>
              <a:gd name="connsiteX614" fmla="*/ 7864912 w 12192001"/>
              <a:gd name="connsiteY614" fmla="*/ 218372 h 586467"/>
              <a:gd name="connsiteX615" fmla="*/ 7949815 w 12192001"/>
              <a:gd name="connsiteY615" fmla="*/ 218372 h 586467"/>
              <a:gd name="connsiteX616" fmla="*/ 7951965 w 12192001"/>
              <a:gd name="connsiteY616" fmla="*/ 212091 h 586467"/>
              <a:gd name="connsiteX617" fmla="*/ 7954144 w 12192001"/>
              <a:gd name="connsiteY617" fmla="*/ 218372 h 586467"/>
              <a:gd name="connsiteX618" fmla="*/ 8039018 w 12192001"/>
              <a:gd name="connsiteY618" fmla="*/ 218372 h 586467"/>
              <a:gd name="connsiteX619" fmla="*/ 8048097 w 12192001"/>
              <a:gd name="connsiteY619" fmla="*/ 196415 h 586467"/>
              <a:gd name="connsiteX620" fmla="*/ 8060049 w 12192001"/>
              <a:gd name="connsiteY620" fmla="*/ 165858 h 586467"/>
              <a:gd name="connsiteX621" fmla="*/ 8065249 w 12192001"/>
              <a:gd name="connsiteY621" fmla="*/ 218372 h 586467"/>
              <a:gd name="connsiteX622" fmla="*/ 8205783 w 12192001"/>
              <a:gd name="connsiteY622" fmla="*/ 218372 h 586467"/>
              <a:gd name="connsiteX623" fmla="*/ 8212560 w 12192001"/>
              <a:gd name="connsiteY623" fmla="*/ 201908 h 586467"/>
              <a:gd name="connsiteX624" fmla="*/ 8213449 w 12192001"/>
              <a:gd name="connsiteY624" fmla="*/ 205264 h 586467"/>
              <a:gd name="connsiteX625" fmla="*/ 8217235 w 12192001"/>
              <a:gd name="connsiteY625" fmla="*/ 218372 h 586467"/>
              <a:gd name="connsiteX626" fmla="*/ 8273329 w 12192001"/>
              <a:gd name="connsiteY626" fmla="*/ 218372 h 586467"/>
              <a:gd name="connsiteX627" fmla="*/ 8275329 w 12192001"/>
              <a:gd name="connsiteY627" fmla="*/ 209438 h 586467"/>
              <a:gd name="connsiteX628" fmla="*/ 8295004 w 12192001"/>
              <a:gd name="connsiteY628" fmla="*/ 148730 h 586467"/>
              <a:gd name="connsiteX629" fmla="*/ 8323183 w 12192001"/>
              <a:gd name="connsiteY629" fmla="*/ 90284 h 586467"/>
              <a:gd name="connsiteX630" fmla="*/ 8334290 w 12192001"/>
              <a:gd name="connsiteY630" fmla="*/ 71595 h 586467"/>
              <a:gd name="connsiteX631" fmla="*/ 8338478 w 12192001"/>
              <a:gd name="connsiteY631" fmla="*/ 64689 h 586467"/>
              <a:gd name="connsiteX632" fmla="*/ 8336702 w 12192001"/>
              <a:gd name="connsiteY632" fmla="*/ 72102 h 586467"/>
              <a:gd name="connsiteX633" fmla="*/ 8332259 w 12192001"/>
              <a:gd name="connsiteY633" fmla="*/ 91844 h 586467"/>
              <a:gd name="connsiteX634" fmla="*/ 8324579 w 12192001"/>
              <a:gd name="connsiteY634" fmla="*/ 151851 h 586467"/>
              <a:gd name="connsiteX635" fmla="*/ 8325785 w 12192001"/>
              <a:gd name="connsiteY635" fmla="*/ 211428 h 586467"/>
              <a:gd name="connsiteX636" fmla="*/ 8326579 w 12192001"/>
              <a:gd name="connsiteY636" fmla="*/ 218372 h 586467"/>
              <a:gd name="connsiteX637" fmla="*/ 8385005 w 12192001"/>
              <a:gd name="connsiteY637" fmla="*/ 218372 h 586467"/>
              <a:gd name="connsiteX638" fmla="*/ 8392101 w 12192001"/>
              <a:gd name="connsiteY638" fmla="*/ 201907 h 586467"/>
              <a:gd name="connsiteX639" fmla="*/ 8404357 w 12192001"/>
              <a:gd name="connsiteY639" fmla="*/ 170501 h 586467"/>
              <a:gd name="connsiteX640" fmla="*/ 8431330 w 12192001"/>
              <a:gd name="connsiteY640" fmla="*/ 83495 h 586467"/>
              <a:gd name="connsiteX641" fmla="*/ 8433996 w 12192001"/>
              <a:gd name="connsiteY641" fmla="*/ 173193 h 586467"/>
              <a:gd name="connsiteX642" fmla="*/ 8432500 w 12192001"/>
              <a:gd name="connsiteY642" fmla="*/ 206300 h 586467"/>
              <a:gd name="connsiteX643" fmla="*/ 8431489 w 12192001"/>
              <a:gd name="connsiteY643" fmla="*/ 218372 h 586467"/>
              <a:gd name="connsiteX644" fmla="*/ 8490012 w 12192001"/>
              <a:gd name="connsiteY644" fmla="*/ 218372 h 586467"/>
              <a:gd name="connsiteX645" fmla="*/ 8489847 w 12192001"/>
              <a:gd name="connsiteY645" fmla="*/ 215486 h 586467"/>
              <a:gd name="connsiteX646" fmla="*/ 8490355 w 12192001"/>
              <a:gd name="connsiteY646" fmla="*/ 145335 h 586467"/>
              <a:gd name="connsiteX647" fmla="*/ 8499621 w 12192001"/>
              <a:gd name="connsiteY647" fmla="*/ 76043 h 586467"/>
              <a:gd name="connsiteX648" fmla="*/ 8504508 w 12192001"/>
              <a:gd name="connsiteY648" fmla="*/ 53452 h 586467"/>
              <a:gd name="connsiteX649" fmla="*/ 8506476 w 12192001"/>
              <a:gd name="connsiteY649" fmla="*/ 44947 h 586467"/>
              <a:gd name="connsiteX650" fmla="*/ 8507110 w 12192001"/>
              <a:gd name="connsiteY650" fmla="*/ 53569 h 586467"/>
              <a:gd name="connsiteX651" fmla="*/ 8508951 w 12192001"/>
              <a:gd name="connsiteY651" fmla="*/ 76237 h 586467"/>
              <a:gd name="connsiteX652" fmla="*/ 8520247 w 12192001"/>
              <a:gd name="connsiteY652" fmla="*/ 144282 h 586467"/>
              <a:gd name="connsiteX653" fmla="*/ 8539859 w 12192001"/>
              <a:gd name="connsiteY653" fmla="*/ 210843 h 586467"/>
              <a:gd name="connsiteX654" fmla="*/ 8542690 w 12192001"/>
              <a:gd name="connsiteY654" fmla="*/ 218372 h 586467"/>
              <a:gd name="connsiteX655" fmla="*/ 8585573 w 12192001"/>
              <a:gd name="connsiteY655" fmla="*/ 218372 h 586467"/>
              <a:gd name="connsiteX656" fmla="*/ 8594250 w 12192001"/>
              <a:gd name="connsiteY656" fmla="*/ 195393 h 586467"/>
              <a:gd name="connsiteX657" fmla="*/ 8629538 w 12192001"/>
              <a:gd name="connsiteY657" fmla="*/ 128597 h 586467"/>
              <a:gd name="connsiteX658" fmla="*/ 8623826 w 12192001"/>
              <a:gd name="connsiteY658" fmla="*/ 198436 h 586467"/>
              <a:gd name="connsiteX659" fmla="*/ 8624788 w 12192001"/>
              <a:gd name="connsiteY659" fmla="*/ 218372 h 586467"/>
              <a:gd name="connsiteX660" fmla="*/ 8640457 w 12192001"/>
              <a:gd name="connsiteY660" fmla="*/ 218372 h 586467"/>
              <a:gd name="connsiteX661" fmla="*/ 8641755 w 12192001"/>
              <a:gd name="connsiteY661" fmla="*/ 212982 h 586467"/>
              <a:gd name="connsiteX662" fmla="*/ 8659748 w 12192001"/>
              <a:gd name="connsiteY662" fmla="*/ 130002 h 586467"/>
              <a:gd name="connsiteX663" fmla="*/ 8675234 w 12192001"/>
              <a:gd name="connsiteY663" fmla="*/ 38509 h 586467"/>
              <a:gd name="connsiteX664" fmla="*/ 8679042 w 12192001"/>
              <a:gd name="connsiteY664" fmla="*/ 60046 h 586467"/>
              <a:gd name="connsiteX665" fmla="*/ 8673330 w 12192001"/>
              <a:gd name="connsiteY665" fmla="*/ 25985 h 586467"/>
              <a:gd name="connsiteX666" fmla="*/ 8717503 w 12192001"/>
              <a:gd name="connsiteY666" fmla="*/ 124188 h 586467"/>
              <a:gd name="connsiteX667" fmla="*/ 8751267 w 12192001"/>
              <a:gd name="connsiteY667" fmla="*/ 215700 h 586467"/>
              <a:gd name="connsiteX668" fmla="*/ 8752146 w 12192001"/>
              <a:gd name="connsiteY668" fmla="*/ 218372 h 586467"/>
              <a:gd name="connsiteX669" fmla="*/ 8780919 w 12192001"/>
              <a:gd name="connsiteY669" fmla="*/ 218372 h 586467"/>
              <a:gd name="connsiteX670" fmla="*/ 8782001 w 12192001"/>
              <a:gd name="connsiteY670" fmla="*/ 193476 h 586467"/>
              <a:gd name="connsiteX671" fmla="*/ 8788840 w 12192001"/>
              <a:gd name="connsiteY671" fmla="*/ 114161 h 586467"/>
              <a:gd name="connsiteX672" fmla="*/ 8808451 w 12192001"/>
              <a:gd name="connsiteY672" fmla="*/ 0 h 586467"/>
              <a:gd name="connsiteX673" fmla="*/ 8818796 w 12192001"/>
              <a:gd name="connsiteY673" fmla="*/ 114044 h 586467"/>
              <a:gd name="connsiteX674" fmla="*/ 8837976 w 12192001"/>
              <a:gd name="connsiteY674" fmla="*/ 217067 h 586467"/>
              <a:gd name="connsiteX675" fmla="*/ 8838284 w 12192001"/>
              <a:gd name="connsiteY675" fmla="*/ 218372 h 586467"/>
              <a:gd name="connsiteX676" fmla="*/ 8878119 w 12192001"/>
              <a:gd name="connsiteY676" fmla="*/ 218372 h 586467"/>
              <a:gd name="connsiteX677" fmla="*/ 8879217 w 12192001"/>
              <a:gd name="connsiteY677" fmla="*/ 213925 h 586467"/>
              <a:gd name="connsiteX678" fmla="*/ 8884294 w 12192001"/>
              <a:gd name="connsiteY678" fmla="*/ 192155 h 586467"/>
              <a:gd name="connsiteX679" fmla="*/ 8893433 w 12192001"/>
              <a:gd name="connsiteY679" fmla="*/ 125086 h 586467"/>
              <a:gd name="connsiteX680" fmla="*/ 8892735 w 12192001"/>
              <a:gd name="connsiteY680" fmla="*/ 57120 h 586467"/>
              <a:gd name="connsiteX681" fmla="*/ 8890324 w 12192001"/>
              <a:gd name="connsiteY681" fmla="*/ 34607 h 586467"/>
              <a:gd name="connsiteX682" fmla="*/ 8889244 w 12192001"/>
              <a:gd name="connsiteY682" fmla="*/ 26024 h 586467"/>
              <a:gd name="connsiteX683" fmla="*/ 8892862 w 12192001"/>
              <a:gd name="connsiteY683" fmla="*/ 34256 h 586467"/>
              <a:gd name="connsiteX684" fmla="*/ 8901938 w 12192001"/>
              <a:gd name="connsiteY684" fmla="*/ 56105 h 586467"/>
              <a:gd name="connsiteX685" fmla="*/ 8923326 w 12192001"/>
              <a:gd name="connsiteY685" fmla="*/ 123837 h 586467"/>
              <a:gd name="connsiteX686" fmla="*/ 8934750 w 12192001"/>
              <a:gd name="connsiteY686" fmla="*/ 193364 h 586467"/>
              <a:gd name="connsiteX687" fmla="*/ 8936401 w 12192001"/>
              <a:gd name="connsiteY687" fmla="*/ 216539 h 586467"/>
              <a:gd name="connsiteX688" fmla="*/ 8936493 w 12192001"/>
              <a:gd name="connsiteY688" fmla="*/ 218372 h 586467"/>
              <a:gd name="connsiteX689" fmla="*/ 8951725 w 12192001"/>
              <a:gd name="connsiteY689" fmla="*/ 218372 h 586467"/>
              <a:gd name="connsiteX690" fmla="*/ 8954107 w 12192001"/>
              <a:gd name="connsiteY690" fmla="*/ 211546 h 586467"/>
              <a:gd name="connsiteX691" fmla="*/ 8975179 w 12192001"/>
              <a:gd name="connsiteY691" fmla="*/ 167301 h 586467"/>
              <a:gd name="connsiteX692" fmla="*/ 8986286 w 12192001"/>
              <a:gd name="connsiteY692" fmla="*/ 147754 h 586467"/>
              <a:gd name="connsiteX693" fmla="*/ 8983810 w 12192001"/>
              <a:gd name="connsiteY693" fmla="*/ 214081 h 586467"/>
              <a:gd name="connsiteX694" fmla="*/ 8984266 w 12192001"/>
              <a:gd name="connsiteY694" fmla="*/ 218372 h 586467"/>
              <a:gd name="connsiteX695" fmla="*/ 9003229 w 12192001"/>
              <a:gd name="connsiteY695" fmla="*/ 218372 h 586467"/>
              <a:gd name="connsiteX696" fmla="*/ 9040105 w 12192001"/>
              <a:gd name="connsiteY696" fmla="*/ 44869 h 586467"/>
              <a:gd name="connsiteX697" fmla="*/ 9054893 w 12192001"/>
              <a:gd name="connsiteY697" fmla="*/ 207175 h 586467"/>
              <a:gd name="connsiteX698" fmla="*/ 9061494 w 12192001"/>
              <a:gd name="connsiteY698" fmla="*/ 186302 h 586467"/>
              <a:gd name="connsiteX699" fmla="*/ 9089610 w 12192001"/>
              <a:gd name="connsiteY699" fmla="*/ 109128 h 586467"/>
              <a:gd name="connsiteX700" fmla="*/ 9091323 w 12192001"/>
              <a:gd name="connsiteY700" fmla="*/ 188136 h 586467"/>
              <a:gd name="connsiteX701" fmla="*/ 9093825 w 12192001"/>
              <a:gd name="connsiteY701" fmla="*/ 218372 h 586467"/>
              <a:gd name="connsiteX702" fmla="*/ 9129285 w 12192001"/>
              <a:gd name="connsiteY702" fmla="*/ 218372 h 586467"/>
              <a:gd name="connsiteX703" fmla="*/ 9129737 w 12192001"/>
              <a:gd name="connsiteY703" fmla="*/ 217027 h 586467"/>
              <a:gd name="connsiteX704" fmla="*/ 9143557 w 12192001"/>
              <a:gd name="connsiteY704" fmla="*/ 165974 h 586467"/>
              <a:gd name="connsiteX705" fmla="*/ 9154346 w 12192001"/>
              <a:gd name="connsiteY705" fmla="*/ 89932 h 586467"/>
              <a:gd name="connsiteX706" fmla="*/ 9173513 w 12192001"/>
              <a:gd name="connsiteY706" fmla="*/ 166209 h 586467"/>
              <a:gd name="connsiteX707" fmla="*/ 9179384 w 12192001"/>
              <a:gd name="connsiteY707" fmla="*/ 211663 h 586467"/>
              <a:gd name="connsiteX708" fmla="*/ 9179877 w 12192001"/>
              <a:gd name="connsiteY708" fmla="*/ 218372 h 586467"/>
              <a:gd name="connsiteX709" fmla="*/ 9182596 w 12192001"/>
              <a:gd name="connsiteY709" fmla="*/ 218372 h 586467"/>
              <a:gd name="connsiteX710" fmla="*/ 9182747 w 12192001"/>
              <a:gd name="connsiteY710" fmla="*/ 216393 h 586467"/>
              <a:gd name="connsiteX711" fmla="*/ 9183350 w 12192001"/>
              <a:gd name="connsiteY711" fmla="*/ 210609 h 586467"/>
              <a:gd name="connsiteX712" fmla="*/ 9199471 w 12192001"/>
              <a:gd name="connsiteY712" fmla="*/ 144945 h 586467"/>
              <a:gd name="connsiteX713" fmla="*/ 9219145 w 12192001"/>
              <a:gd name="connsiteY713" fmla="*/ 102067 h 586467"/>
              <a:gd name="connsiteX714" fmla="*/ 9230189 w 12192001"/>
              <a:gd name="connsiteY714" fmla="*/ 83378 h 586467"/>
              <a:gd name="connsiteX715" fmla="*/ 9229237 w 12192001"/>
              <a:gd name="connsiteY715" fmla="*/ 146779 h 586467"/>
              <a:gd name="connsiteX716" fmla="*/ 9237360 w 12192001"/>
              <a:gd name="connsiteY716" fmla="*/ 189150 h 586467"/>
              <a:gd name="connsiteX717" fmla="*/ 9243073 w 12192001"/>
              <a:gd name="connsiteY717" fmla="*/ 207917 h 586467"/>
              <a:gd name="connsiteX718" fmla="*/ 9244830 w 12192001"/>
              <a:gd name="connsiteY718" fmla="*/ 212690 h 586467"/>
              <a:gd name="connsiteX719" fmla="*/ 9247134 w 12192001"/>
              <a:gd name="connsiteY719" fmla="*/ 218372 h 586467"/>
              <a:gd name="connsiteX720" fmla="*/ 9288315 w 12192001"/>
              <a:gd name="connsiteY720" fmla="*/ 218372 h 586467"/>
              <a:gd name="connsiteX721" fmla="*/ 9288959 w 12192001"/>
              <a:gd name="connsiteY721" fmla="*/ 216813 h 586467"/>
              <a:gd name="connsiteX722" fmla="*/ 9309396 w 12192001"/>
              <a:gd name="connsiteY722" fmla="*/ 160356 h 586467"/>
              <a:gd name="connsiteX723" fmla="*/ 9325326 w 12192001"/>
              <a:gd name="connsiteY723" fmla="*/ 102730 h 586467"/>
              <a:gd name="connsiteX724" fmla="*/ 9339289 w 12192001"/>
              <a:gd name="connsiteY724" fmla="*/ 161176 h 586467"/>
              <a:gd name="connsiteX725" fmla="*/ 9347937 w 12192001"/>
              <a:gd name="connsiteY725" fmla="*/ 215455 h 586467"/>
              <a:gd name="connsiteX726" fmla="*/ 9348288 w 12192001"/>
              <a:gd name="connsiteY726" fmla="*/ 218372 h 586467"/>
              <a:gd name="connsiteX727" fmla="*/ 9351606 w 12192001"/>
              <a:gd name="connsiteY727" fmla="*/ 218372 h 586467"/>
              <a:gd name="connsiteX728" fmla="*/ 9353775 w 12192001"/>
              <a:gd name="connsiteY728" fmla="*/ 213428 h 586467"/>
              <a:gd name="connsiteX729" fmla="*/ 9355473 w 12192001"/>
              <a:gd name="connsiteY729" fmla="*/ 209361 h 586467"/>
              <a:gd name="connsiteX730" fmla="*/ 9382065 w 12192001"/>
              <a:gd name="connsiteY730" fmla="*/ 128441 h 586467"/>
              <a:gd name="connsiteX731" fmla="*/ 9396345 w 12192001"/>
              <a:gd name="connsiteY731" fmla="*/ 45064 h 586467"/>
              <a:gd name="connsiteX732" fmla="*/ 9411958 w 12192001"/>
              <a:gd name="connsiteY732" fmla="*/ 129417 h 586467"/>
              <a:gd name="connsiteX733" fmla="*/ 9414624 w 12192001"/>
              <a:gd name="connsiteY733" fmla="*/ 215408 h 586467"/>
              <a:gd name="connsiteX734" fmla="*/ 9414472 w 12192001"/>
              <a:gd name="connsiteY734" fmla="*/ 218372 h 586467"/>
              <a:gd name="connsiteX735" fmla="*/ 9415681 w 12192001"/>
              <a:gd name="connsiteY735" fmla="*/ 218372 h 586467"/>
              <a:gd name="connsiteX736" fmla="*/ 9422890 w 12192001"/>
              <a:gd name="connsiteY736" fmla="*/ 196071 h 586467"/>
              <a:gd name="connsiteX737" fmla="*/ 9434489 w 12192001"/>
              <a:gd name="connsiteY737" fmla="*/ 163555 h 586467"/>
              <a:gd name="connsiteX738" fmla="*/ 9465652 w 12192001"/>
              <a:gd name="connsiteY738" fmla="*/ 89854 h 586467"/>
              <a:gd name="connsiteX739" fmla="*/ 9464191 w 12192001"/>
              <a:gd name="connsiteY739" fmla="*/ 166014 h 586467"/>
              <a:gd name="connsiteX740" fmla="*/ 9466953 w 12192001"/>
              <a:gd name="connsiteY740" fmla="*/ 217998 h 586467"/>
              <a:gd name="connsiteX741" fmla="*/ 9466986 w 12192001"/>
              <a:gd name="connsiteY741" fmla="*/ 218372 h 586467"/>
              <a:gd name="connsiteX742" fmla="*/ 9516051 w 12192001"/>
              <a:gd name="connsiteY742" fmla="*/ 218372 h 586467"/>
              <a:gd name="connsiteX743" fmla="*/ 9517802 w 12192001"/>
              <a:gd name="connsiteY743" fmla="*/ 212027 h 586467"/>
              <a:gd name="connsiteX744" fmla="*/ 9519662 w 12192001"/>
              <a:gd name="connsiteY744" fmla="*/ 204757 h 586467"/>
              <a:gd name="connsiteX745" fmla="*/ 9535592 w 12192001"/>
              <a:gd name="connsiteY745" fmla="*/ 119117 h 586467"/>
              <a:gd name="connsiteX746" fmla="*/ 9541050 w 12192001"/>
              <a:gd name="connsiteY746" fmla="*/ 32188 h 586467"/>
              <a:gd name="connsiteX747" fmla="*/ 9565485 w 12192001"/>
              <a:gd name="connsiteY747" fmla="*/ 118453 h 586467"/>
              <a:gd name="connsiteX748" fmla="*/ 9579447 w 12192001"/>
              <a:gd name="connsiteY748" fmla="*/ 206708 h 586467"/>
              <a:gd name="connsiteX749" fmla="*/ 9579856 w 12192001"/>
              <a:gd name="connsiteY749" fmla="*/ 211154 h 586467"/>
              <a:gd name="connsiteX750" fmla="*/ 9580423 w 12192001"/>
              <a:gd name="connsiteY750" fmla="*/ 218372 h 586467"/>
              <a:gd name="connsiteX751" fmla="*/ 9597379 w 12192001"/>
              <a:gd name="connsiteY751" fmla="*/ 218372 h 586467"/>
              <a:gd name="connsiteX752" fmla="*/ 9609467 w 12192001"/>
              <a:gd name="connsiteY752" fmla="*/ 175182 h 586467"/>
              <a:gd name="connsiteX753" fmla="*/ 9624763 w 12192001"/>
              <a:gd name="connsiteY753" fmla="*/ 96331 h 586467"/>
              <a:gd name="connsiteX754" fmla="*/ 9639361 w 12192001"/>
              <a:gd name="connsiteY754" fmla="*/ 175923 h 586467"/>
              <a:gd name="connsiteX755" fmla="*/ 9642735 w 12192001"/>
              <a:gd name="connsiteY755" fmla="*/ 205464 h 586467"/>
              <a:gd name="connsiteX756" fmla="*/ 9643782 w 12192001"/>
              <a:gd name="connsiteY756" fmla="*/ 218372 h 586467"/>
              <a:gd name="connsiteX757" fmla="*/ 9670266 w 12192001"/>
              <a:gd name="connsiteY757" fmla="*/ 218372 h 586467"/>
              <a:gd name="connsiteX758" fmla="*/ 9676805 w 12192001"/>
              <a:gd name="connsiteY758" fmla="*/ 206122 h 586467"/>
              <a:gd name="connsiteX759" fmla="*/ 9708539 w 12192001"/>
              <a:gd name="connsiteY759" fmla="*/ 156454 h 586467"/>
              <a:gd name="connsiteX760" fmla="*/ 9747064 w 12192001"/>
              <a:gd name="connsiteY760" fmla="*/ 109830 h 586467"/>
              <a:gd name="connsiteX761" fmla="*/ 9766422 w 12192001"/>
              <a:gd name="connsiteY761" fmla="*/ 89815 h 586467"/>
              <a:gd name="connsiteX762" fmla="*/ 9736846 w 12192001"/>
              <a:gd name="connsiteY762" fmla="*/ 163088 h 586467"/>
              <a:gd name="connsiteX763" fmla="*/ 9725930 w 12192001"/>
              <a:gd name="connsiteY763" fmla="*/ 214121 h 586467"/>
              <a:gd name="connsiteX764" fmla="*/ 9725406 w 12192001"/>
              <a:gd name="connsiteY764" fmla="*/ 218372 h 586467"/>
              <a:gd name="connsiteX765" fmla="*/ 9746483 w 12192001"/>
              <a:gd name="connsiteY765" fmla="*/ 218372 h 586467"/>
              <a:gd name="connsiteX766" fmla="*/ 9795870 w 12192001"/>
              <a:gd name="connsiteY766" fmla="*/ 141356 h 586467"/>
              <a:gd name="connsiteX767" fmla="*/ 9785500 w 12192001"/>
              <a:gd name="connsiteY767" fmla="*/ 218372 h 586467"/>
              <a:gd name="connsiteX768" fmla="*/ 9806524 w 12192001"/>
              <a:gd name="connsiteY768" fmla="*/ 218372 h 586467"/>
              <a:gd name="connsiteX769" fmla="*/ 9809833 w 12192001"/>
              <a:gd name="connsiteY769" fmla="*/ 199763 h 586467"/>
              <a:gd name="connsiteX770" fmla="*/ 9814466 w 12192001"/>
              <a:gd name="connsiteY770" fmla="*/ 134099 h 586467"/>
              <a:gd name="connsiteX771" fmla="*/ 9805644 w 12192001"/>
              <a:gd name="connsiteY771" fmla="*/ 68240 h 586467"/>
              <a:gd name="connsiteX772" fmla="*/ 9798790 w 12192001"/>
              <a:gd name="connsiteY772" fmla="*/ 46703 h 586467"/>
              <a:gd name="connsiteX773" fmla="*/ 9795933 w 12192001"/>
              <a:gd name="connsiteY773" fmla="*/ 38665 h 586467"/>
              <a:gd name="connsiteX774" fmla="*/ 9801201 w 12192001"/>
              <a:gd name="connsiteY774" fmla="*/ 46078 h 586467"/>
              <a:gd name="connsiteX775" fmla="*/ 9814656 w 12192001"/>
              <a:gd name="connsiteY775" fmla="*/ 66445 h 586467"/>
              <a:gd name="connsiteX776" fmla="*/ 9844231 w 12192001"/>
              <a:gd name="connsiteY776" fmla="*/ 131680 h 586467"/>
              <a:gd name="connsiteX777" fmla="*/ 9854958 w 12192001"/>
              <a:gd name="connsiteY777" fmla="*/ 171437 h 586467"/>
              <a:gd name="connsiteX778" fmla="*/ 9856798 w 12192001"/>
              <a:gd name="connsiteY778" fmla="*/ 161332 h 586467"/>
              <a:gd name="connsiteX779" fmla="*/ 9874696 w 12192001"/>
              <a:gd name="connsiteY779" fmla="*/ 100155 h 586467"/>
              <a:gd name="connsiteX780" fmla="*/ 9882629 w 12192001"/>
              <a:gd name="connsiteY780" fmla="*/ 80452 h 586467"/>
              <a:gd name="connsiteX781" fmla="*/ 9885739 w 12192001"/>
              <a:gd name="connsiteY781" fmla="*/ 73038 h 586467"/>
              <a:gd name="connsiteX782" fmla="*/ 9885168 w 12192001"/>
              <a:gd name="connsiteY782" fmla="*/ 80764 h 586467"/>
              <a:gd name="connsiteX783" fmla="*/ 9883962 w 12192001"/>
              <a:gd name="connsiteY783" fmla="*/ 101013 h 586467"/>
              <a:gd name="connsiteX784" fmla="*/ 9886691 w 12192001"/>
              <a:gd name="connsiteY784" fmla="*/ 161956 h 586467"/>
              <a:gd name="connsiteX785" fmla="*/ 9892236 w 12192001"/>
              <a:gd name="connsiteY785" fmla="*/ 194042 h 586467"/>
              <a:gd name="connsiteX786" fmla="*/ 9898256 w 12192001"/>
              <a:gd name="connsiteY786" fmla="*/ 218372 h 586467"/>
              <a:gd name="connsiteX787" fmla="*/ 9934341 w 12192001"/>
              <a:gd name="connsiteY787" fmla="*/ 218372 h 586467"/>
              <a:gd name="connsiteX788" fmla="*/ 9924010 w 12192001"/>
              <a:gd name="connsiteY788" fmla="*/ 141356 h 586467"/>
              <a:gd name="connsiteX789" fmla="*/ 9973397 w 12192001"/>
              <a:gd name="connsiteY789" fmla="*/ 218372 h 586467"/>
              <a:gd name="connsiteX790" fmla="*/ 9994468 w 12192001"/>
              <a:gd name="connsiteY790" fmla="*/ 218372 h 586467"/>
              <a:gd name="connsiteX791" fmla="*/ 9993950 w 12192001"/>
              <a:gd name="connsiteY791" fmla="*/ 214121 h 586467"/>
              <a:gd name="connsiteX792" fmla="*/ 9983033 w 12192001"/>
              <a:gd name="connsiteY792" fmla="*/ 163088 h 586467"/>
              <a:gd name="connsiteX793" fmla="*/ 9953458 w 12192001"/>
              <a:gd name="connsiteY793" fmla="*/ 89815 h 586467"/>
              <a:gd name="connsiteX794" fmla="*/ 9972815 w 12192001"/>
              <a:gd name="connsiteY794" fmla="*/ 109830 h 586467"/>
              <a:gd name="connsiteX795" fmla="*/ 10011340 w 12192001"/>
              <a:gd name="connsiteY795" fmla="*/ 156454 h 586467"/>
              <a:gd name="connsiteX796" fmla="*/ 10043074 w 12192001"/>
              <a:gd name="connsiteY796" fmla="*/ 206122 h 586467"/>
              <a:gd name="connsiteX797" fmla="*/ 10049590 w 12192001"/>
              <a:gd name="connsiteY797" fmla="*/ 218372 h 586467"/>
              <a:gd name="connsiteX798" fmla="*/ 10076072 w 12192001"/>
              <a:gd name="connsiteY798" fmla="*/ 218372 h 586467"/>
              <a:gd name="connsiteX799" fmla="*/ 10077119 w 12192001"/>
              <a:gd name="connsiteY799" fmla="*/ 205464 h 586467"/>
              <a:gd name="connsiteX800" fmla="*/ 10080519 w 12192001"/>
              <a:gd name="connsiteY800" fmla="*/ 175923 h 586467"/>
              <a:gd name="connsiteX801" fmla="*/ 10095053 w 12192001"/>
              <a:gd name="connsiteY801" fmla="*/ 96331 h 586467"/>
              <a:gd name="connsiteX802" fmla="*/ 10110412 w 12192001"/>
              <a:gd name="connsiteY802" fmla="*/ 175182 h 586467"/>
              <a:gd name="connsiteX803" fmla="*/ 10122500 w 12192001"/>
              <a:gd name="connsiteY803" fmla="*/ 218372 h 586467"/>
              <a:gd name="connsiteX804" fmla="*/ 10139456 w 12192001"/>
              <a:gd name="connsiteY804" fmla="*/ 218372 h 586467"/>
              <a:gd name="connsiteX805" fmla="*/ 10140023 w 12192001"/>
              <a:gd name="connsiteY805" fmla="*/ 211154 h 586467"/>
              <a:gd name="connsiteX806" fmla="*/ 10140432 w 12192001"/>
              <a:gd name="connsiteY806" fmla="*/ 206708 h 586467"/>
              <a:gd name="connsiteX807" fmla="*/ 10154394 w 12192001"/>
              <a:gd name="connsiteY807" fmla="*/ 118453 h 586467"/>
              <a:gd name="connsiteX808" fmla="*/ 10178830 w 12192001"/>
              <a:gd name="connsiteY808" fmla="*/ 32188 h 586467"/>
              <a:gd name="connsiteX809" fmla="*/ 10184288 w 12192001"/>
              <a:gd name="connsiteY809" fmla="*/ 119117 h 586467"/>
              <a:gd name="connsiteX810" fmla="*/ 10200218 w 12192001"/>
              <a:gd name="connsiteY810" fmla="*/ 204757 h 586467"/>
              <a:gd name="connsiteX811" fmla="*/ 10202078 w 12192001"/>
              <a:gd name="connsiteY811" fmla="*/ 212027 h 586467"/>
              <a:gd name="connsiteX812" fmla="*/ 10203829 w 12192001"/>
              <a:gd name="connsiteY812" fmla="*/ 218372 h 586467"/>
              <a:gd name="connsiteX813" fmla="*/ 10252893 w 12192001"/>
              <a:gd name="connsiteY813" fmla="*/ 218372 h 586467"/>
              <a:gd name="connsiteX814" fmla="*/ 10252927 w 12192001"/>
              <a:gd name="connsiteY814" fmla="*/ 217998 h 586467"/>
              <a:gd name="connsiteX815" fmla="*/ 10255688 w 12192001"/>
              <a:gd name="connsiteY815" fmla="*/ 166014 h 586467"/>
              <a:gd name="connsiteX816" fmla="*/ 10254228 w 12192001"/>
              <a:gd name="connsiteY816" fmla="*/ 89854 h 586467"/>
              <a:gd name="connsiteX817" fmla="*/ 10285390 w 12192001"/>
              <a:gd name="connsiteY817" fmla="*/ 163555 h 586467"/>
              <a:gd name="connsiteX818" fmla="*/ 10296989 w 12192001"/>
              <a:gd name="connsiteY818" fmla="*/ 196071 h 586467"/>
              <a:gd name="connsiteX819" fmla="*/ 10304198 w 12192001"/>
              <a:gd name="connsiteY819" fmla="*/ 218372 h 586467"/>
              <a:gd name="connsiteX820" fmla="*/ 10305369 w 12192001"/>
              <a:gd name="connsiteY820" fmla="*/ 218372 h 586467"/>
              <a:gd name="connsiteX821" fmla="*/ 10305192 w 12192001"/>
              <a:gd name="connsiteY821" fmla="*/ 215408 h 586467"/>
              <a:gd name="connsiteX822" fmla="*/ 10307921 w 12192001"/>
              <a:gd name="connsiteY822" fmla="*/ 129417 h 586467"/>
              <a:gd name="connsiteX823" fmla="*/ 10323534 w 12192001"/>
              <a:gd name="connsiteY823" fmla="*/ 45064 h 586467"/>
              <a:gd name="connsiteX824" fmla="*/ 10337814 w 12192001"/>
              <a:gd name="connsiteY824" fmla="*/ 128441 h 586467"/>
              <a:gd name="connsiteX825" fmla="*/ 10364407 w 12192001"/>
              <a:gd name="connsiteY825" fmla="*/ 209361 h 586467"/>
              <a:gd name="connsiteX826" fmla="*/ 10366097 w 12192001"/>
              <a:gd name="connsiteY826" fmla="*/ 213428 h 586467"/>
              <a:gd name="connsiteX827" fmla="*/ 10368241 w 12192001"/>
              <a:gd name="connsiteY827" fmla="*/ 218372 h 586467"/>
              <a:gd name="connsiteX828" fmla="*/ 10371592 w 12192001"/>
              <a:gd name="connsiteY828" fmla="*/ 218372 h 586467"/>
              <a:gd name="connsiteX829" fmla="*/ 10371942 w 12192001"/>
              <a:gd name="connsiteY829" fmla="*/ 215455 h 586467"/>
              <a:gd name="connsiteX830" fmla="*/ 10380527 w 12192001"/>
              <a:gd name="connsiteY830" fmla="*/ 161176 h 586467"/>
              <a:gd name="connsiteX831" fmla="*/ 10394554 w 12192001"/>
              <a:gd name="connsiteY831" fmla="*/ 102730 h 586467"/>
              <a:gd name="connsiteX832" fmla="*/ 10410420 w 12192001"/>
              <a:gd name="connsiteY832" fmla="*/ 160356 h 586467"/>
              <a:gd name="connsiteX833" fmla="*/ 10430920 w 12192001"/>
              <a:gd name="connsiteY833" fmla="*/ 216813 h 586467"/>
              <a:gd name="connsiteX834" fmla="*/ 10431563 w 12192001"/>
              <a:gd name="connsiteY834" fmla="*/ 218372 h 586467"/>
              <a:gd name="connsiteX835" fmla="*/ 10472741 w 12192001"/>
              <a:gd name="connsiteY835" fmla="*/ 218372 h 586467"/>
              <a:gd name="connsiteX836" fmla="*/ 10475049 w 12192001"/>
              <a:gd name="connsiteY836" fmla="*/ 212690 h 586467"/>
              <a:gd name="connsiteX837" fmla="*/ 10476807 w 12192001"/>
              <a:gd name="connsiteY837" fmla="*/ 207917 h 586467"/>
              <a:gd name="connsiteX838" fmla="*/ 10482519 w 12192001"/>
              <a:gd name="connsiteY838" fmla="*/ 189150 h 586467"/>
              <a:gd name="connsiteX839" fmla="*/ 10490643 w 12192001"/>
              <a:gd name="connsiteY839" fmla="*/ 146779 h 586467"/>
              <a:gd name="connsiteX840" fmla="*/ 10489627 w 12192001"/>
              <a:gd name="connsiteY840" fmla="*/ 83378 h 586467"/>
              <a:gd name="connsiteX841" fmla="*/ 10500670 w 12192001"/>
              <a:gd name="connsiteY841" fmla="*/ 102067 h 586467"/>
              <a:gd name="connsiteX842" fmla="*/ 10520408 w 12192001"/>
              <a:gd name="connsiteY842" fmla="*/ 144945 h 586467"/>
              <a:gd name="connsiteX843" fmla="*/ 10536466 w 12192001"/>
              <a:gd name="connsiteY843" fmla="*/ 210609 h 586467"/>
              <a:gd name="connsiteX844" fmla="*/ 10537093 w 12192001"/>
              <a:gd name="connsiteY844" fmla="*/ 216393 h 586467"/>
              <a:gd name="connsiteX845" fmla="*/ 10537241 w 12192001"/>
              <a:gd name="connsiteY845" fmla="*/ 218372 h 586467"/>
              <a:gd name="connsiteX846" fmla="*/ 10539984 w 12192001"/>
              <a:gd name="connsiteY846" fmla="*/ 218372 h 586467"/>
              <a:gd name="connsiteX847" fmla="*/ 10540472 w 12192001"/>
              <a:gd name="connsiteY847" fmla="*/ 211663 h 586467"/>
              <a:gd name="connsiteX848" fmla="*/ 10546366 w 12192001"/>
              <a:gd name="connsiteY848" fmla="*/ 166209 h 586467"/>
              <a:gd name="connsiteX849" fmla="*/ 10565533 w 12192001"/>
              <a:gd name="connsiteY849" fmla="*/ 89932 h 586467"/>
              <a:gd name="connsiteX850" fmla="*/ 10576323 w 12192001"/>
              <a:gd name="connsiteY850" fmla="*/ 165974 h 586467"/>
              <a:gd name="connsiteX851" fmla="*/ 10590143 w 12192001"/>
              <a:gd name="connsiteY851" fmla="*/ 217027 h 586467"/>
              <a:gd name="connsiteX852" fmla="*/ 10590594 w 12192001"/>
              <a:gd name="connsiteY852" fmla="*/ 218372 h 586467"/>
              <a:gd name="connsiteX853" fmla="*/ 10626054 w 12192001"/>
              <a:gd name="connsiteY853" fmla="*/ 218372 h 586467"/>
              <a:gd name="connsiteX854" fmla="*/ 10628556 w 12192001"/>
              <a:gd name="connsiteY854" fmla="*/ 188136 h 586467"/>
              <a:gd name="connsiteX855" fmla="*/ 10630270 w 12192001"/>
              <a:gd name="connsiteY855" fmla="*/ 109128 h 586467"/>
              <a:gd name="connsiteX856" fmla="*/ 10658385 w 12192001"/>
              <a:gd name="connsiteY856" fmla="*/ 186302 h 586467"/>
              <a:gd name="connsiteX857" fmla="*/ 10664986 w 12192001"/>
              <a:gd name="connsiteY857" fmla="*/ 207175 h 586467"/>
              <a:gd name="connsiteX858" fmla="*/ 10679710 w 12192001"/>
              <a:gd name="connsiteY858" fmla="*/ 44869 h 586467"/>
              <a:gd name="connsiteX859" fmla="*/ 10716644 w 12192001"/>
              <a:gd name="connsiteY859" fmla="*/ 218372 h 586467"/>
              <a:gd name="connsiteX860" fmla="*/ 10735613 w 12192001"/>
              <a:gd name="connsiteY860" fmla="*/ 218372 h 586467"/>
              <a:gd name="connsiteX861" fmla="*/ 10736069 w 12192001"/>
              <a:gd name="connsiteY861" fmla="*/ 214081 h 586467"/>
              <a:gd name="connsiteX862" fmla="*/ 10733530 w 12192001"/>
              <a:gd name="connsiteY862" fmla="*/ 147754 h 586467"/>
              <a:gd name="connsiteX863" fmla="*/ 10744700 w 12192001"/>
              <a:gd name="connsiteY863" fmla="*/ 167301 h 586467"/>
              <a:gd name="connsiteX864" fmla="*/ 10765772 w 12192001"/>
              <a:gd name="connsiteY864" fmla="*/ 211546 h 586467"/>
              <a:gd name="connsiteX865" fmla="*/ 10768154 w 12192001"/>
              <a:gd name="connsiteY865" fmla="*/ 218372 h 586467"/>
              <a:gd name="connsiteX866" fmla="*/ 10783387 w 12192001"/>
              <a:gd name="connsiteY866" fmla="*/ 218372 h 586467"/>
              <a:gd name="connsiteX867" fmla="*/ 10783479 w 12192001"/>
              <a:gd name="connsiteY867" fmla="*/ 216539 h 586467"/>
              <a:gd name="connsiteX868" fmla="*/ 10785129 w 12192001"/>
              <a:gd name="connsiteY868" fmla="*/ 193364 h 586467"/>
              <a:gd name="connsiteX869" fmla="*/ 10796553 w 12192001"/>
              <a:gd name="connsiteY869" fmla="*/ 123837 h 586467"/>
              <a:gd name="connsiteX870" fmla="*/ 10817941 w 12192001"/>
              <a:gd name="connsiteY870" fmla="*/ 56105 h 586467"/>
              <a:gd name="connsiteX871" fmla="*/ 10827018 w 12192001"/>
              <a:gd name="connsiteY871" fmla="*/ 34256 h 586467"/>
              <a:gd name="connsiteX872" fmla="*/ 10830635 w 12192001"/>
              <a:gd name="connsiteY872" fmla="*/ 26024 h 586467"/>
              <a:gd name="connsiteX873" fmla="*/ 10829556 w 12192001"/>
              <a:gd name="connsiteY873" fmla="*/ 34607 h 586467"/>
              <a:gd name="connsiteX874" fmla="*/ 10827144 w 12192001"/>
              <a:gd name="connsiteY874" fmla="*/ 57120 h 586467"/>
              <a:gd name="connsiteX875" fmla="*/ 10826446 w 12192001"/>
              <a:gd name="connsiteY875" fmla="*/ 125086 h 586467"/>
              <a:gd name="connsiteX876" fmla="*/ 10835585 w 12192001"/>
              <a:gd name="connsiteY876" fmla="*/ 192155 h 586467"/>
              <a:gd name="connsiteX877" fmla="*/ 10840662 w 12192001"/>
              <a:gd name="connsiteY877" fmla="*/ 213925 h 586467"/>
              <a:gd name="connsiteX878" fmla="*/ 10841760 w 12192001"/>
              <a:gd name="connsiteY878" fmla="*/ 218372 h 586467"/>
              <a:gd name="connsiteX879" fmla="*/ 10881540 w 12192001"/>
              <a:gd name="connsiteY879" fmla="*/ 218372 h 586467"/>
              <a:gd name="connsiteX880" fmla="*/ 10881850 w 12192001"/>
              <a:gd name="connsiteY880" fmla="*/ 217067 h 586467"/>
              <a:gd name="connsiteX881" fmla="*/ 10901083 w 12192001"/>
              <a:gd name="connsiteY881" fmla="*/ 114044 h 586467"/>
              <a:gd name="connsiteX882" fmla="*/ 10911428 w 12192001"/>
              <a:gd name="connsiteY882" fmla="*/ 0 h 586467"/>
              <a:gd name="connsiteX883" fmla="*/ 10930976 w 12192001"/>
              <a:gd name="connsiteY883" fmla="*/ 114161 h 586467"/>
              <a:gd name="connsiteX884" fmla="*/ 10937870 w 12192001"/>
              <a:gd name="connsiteY884" fmla="*/ 193476 h 586467"/>
              <a:gd name="connsiteX885" fmla="*/ 10938958 w 12192001"/>
              <a:gd name="connsiteY885" fmla="*/ 218372 h 586467"/>
              <a:gd name="connsiteX886" fmla="*/ 10967734 w 12192001"/>
              <a:gd name="connsiteY886" fmla="*/ 218372 h 586467"/>
              <a:gd name="connsiteX887" fmla="*/ 10968613 w 12192001"/>
              <a:gd name="connsiteY887" fmla="*/ 215700 h 586467"/>
              <a:gd name="connsiteX888" fmla="*/ 11002377 w 12192001"/>
              <a:gd name="connsiteY888" fmla="*/ 124188 h 586467"/>
              <a:gd name="connsiteX889" fmla="*/ 11046486 w 12192001"/>
              <a:gd name="connsiteY889" fmla="*/ 26180 h 586467"/>
              <a:gd name="connsiteX890" fmla="*/ 11040837 w 12192001"/>
              <a:gd name="connsiteY890" fmla="*/ 60007 h 586467"/>
              <a:gd name="connsiteX891" fmla="*/ 11044645 w 12192001"/>
              <a:gd name="connsiteY891" fmla="*/ 38509 h 586467"/>
              <a:gd name="connsiteX892" fmla="*/ 11060132 w 12192001"/>
              <a:gd name="connsiteY892" fmla="*/ 130002 h 586467"/>
              <a:gd name="connsiteX893" fmla="*/ 11078071 w 12192001"/>
              <a:gd name="connsiteY893" fmla="*/ 212982 h 586467"/>
              <a:gd name="connsiteX894" fmla="*/ 11079362 w 12192001"/>
              <a:gd name="connsiteY894" fmla="*/ 218372 h 586467"/>
              <a:gd name="connsiteX895" fmla="*/ 11095052 w 12192001"/>
              <a:gd name="connsiteY895" fmla="*/ 218372 h 586467"/>
              <a:gd name="connsiteX896" fmla="*/ 11095990 w 12192001"/>
              <a:gd name="connsiteY896" fmla="*/ 198436 h 586467"/>
              <a:gd name="connsiteX897" fmla="*/ 11090342 w 12192001"/>
              <a:gd name="connsiteY897" fmla="*/ 128597 h 586467"/>
              <a:gd name="connsiteX898" fmla="*/ 11125629 w 12192001"/>
              <a:gd name="connsiteY898" fmla="*/ 195393 h 586467"/>
              <a:gd name="connsiteX899" fmla="*/ 11134306 w 12192001"/>
              <a:gd name="connsiteY899" fmla="*/ 218372 h 586467"/>
              <a:gd name="connsiteX900" fmla="*/ 11177178 w 12192001"/>
              <a:gd name="connsiteY900" fmla="*/ 218372 h 586467"/>
              <a:gd name="connsiteX901" fmla="*/ 11180021 w 12192001"/>
              <a:gd name="connsiteY901" fmla="*/ 210843 h 586467"/>
              <a:gd name="connsiteX902" fmla="*/ 11199632 w 12192001"/>
              <a:gd name="connsiteY902" fmla="*/ 144282 h 586467"/>
              <a:gd name="connsiteX903" fmla="*/ 11210866 w 12192001"/>
              <a:gd name="connsiteY903" fmla="*/ 76237 h 586467"/>
              <a:gd name="connsiteX904" fmla="*/ 11212769 w 12192001"/>
              <a:gd name="connsiteY904" fmla="*/ 53569 h 586467"/>
              <a:gd name="connsiteX905" fmla="*/ 11213404 w 12192001"/>
              <a:gd name="connsiteY905" fmla="*/ 44947 h 586467"/>
              <a:gd name="connsiteX906" fmla="*/ 11215371 w 12192001"/>
              <a:gd name="connsiteY906" fmla="*/ 53452 h 586467"/>
              <a:gd name="connsiteX907" fmla="*/ 11220258 w 12192001"/>
              <a:gd name="connsiteY907" fmla="*/ 76043 h 586467"/>
              <a:gd name="connsiteX908" fmla="*/ 11229524 w 12192001"/>
              <a:gd name="connsiteY908" fmla="*/ 145335 h 586467"/>
              <a:gd name="connsiteX909" fmla="*/ 11230033 w 12192001"/>
              <a:gd name="connsiteY909" fmla="*/ 215486 h 586467"/>
              <a:gd name="connsiteX910" fmla="*/ 11229847 w 12192001"/>
              <a:gd name="connsiteY910" fmla="*/ 218372 h 586467"/>
              <a:gd name="connsiteX911" fmla="*/ 11288371 w 12192001"/>
              <a:gd name="connsiteY911" fmla="*/ 218372 h 586467"/>
              <a:gd name="connsiteX912" fmla="*/ 11287352 w 12192001"/>
              <a:gd name="connsiteY912" fmla="*/ 206300 h 586467"/>
              <a:gd name="connsiteX913" fmla="*/ 11285820 w 12192001"/>
              <a:gd name="connsiteY913" fmla="*/ 173193 h 586467"/>
              <a:gd name="connsiteX914" fmla="*/ 11288549 w 12192001"/>
              <a:gd name="connsiteY914" fmla="*/ 83495 h 586467"/>
              <a:gd name="connsiteX915" fmla="*/ 11315522 w 12192001"/>
              <a:gd name="connsiteY915" fmla="*/ 170501 h 586467"/>
              <a:gd name="connsiteX916" fmla="*/ 11327778 w 12192001"/>
              <a:gd name="connsiteY916" fmla="*/ 201907 h 586467"/>
              <a:gd name="connsiteX917" fmla="*/ 11334875 w 12192001"/>
              <a:gd name="connsiteY917" fmla="*/ 218372 h 586467"/>
              <a:gd name="connsiteX918" fmla="*/ 11393301 w 12192001"/>
              <a:gd name="connsiteY918" fmla="*/ 218372 h 586467"/>
              <a:gd name="connsiteX919" fmla="*/ 11394095 w 12192001"/>
              <a:gd name="connsiteY919" fmla="*/ 211428 h 586467"/>
              <a:gd name="connsiteX920" fmla="*/ 11395300 w 12192001"/>
              <a:gd name="connsiteY920" fmla="*/ 151851 h 586467"/>
              <a:gd name="connsiteX921" fmla="*/ 11387621 w 12192001"/>
              <a:gd name="connsiteY921" fmla="*/ 91844 h 586467"/>
              <a:gd name="connsiteX922" fmla="*/ 11383115 w 12192001"/>
              <a:gd name="connsiteY922" fmla="*/ 72102 h 586467"/>
              <a:gd name="connsiteX923" fmla="*/ 11381401 w 12192001"/>
              <a:gd name="connsiteY923" fmla="*/ 64689 h 586467"/>
              <a:gd name="connsiteX924" fmla="*/ 11385590 w 12192001"/>
              <a:gd name="connsiteY924" fmla="*/ 71595 h 586467"/>
              <a:gd name="connsiteX925" fmla="*/ 11396697 w 12192001"/>
              <a:gd name="connsiteY925" fmla="*/ 90284 h 586467"/>
              <a:gd name="connsiteX926" fmla="*/ 11424876 w 12192001"/>
              <a:gd name="connsiteY926" fmla="*/ 148730 h 586467"/>
              <a:gd name="connsiteX927" fmla="*/ 11444550 w 12192001"/>
              <a:gd name="connsiteY927" fmla="*/ 209438 h 586467"/>
              <a:gd name="connsiteX928" fmla="*/ 11446551 w 12192001"/>
              <a:gd name="connsiteY928" fmla="*/ 218372 h 586467"/>
              <a:gd name="connsiteX929" fmla="*/ 11502645 w 12192001"/>
              <a:gd name="connsiteY929" fmla="*/ 218372 h 586467"/>
              <a:gd name="connsiteX930" fmla="*/ 11506431 w 12192001"/>
              <a:gd name="connsiteY930" fmla="*/ 205264 h 586467"/>
              <a:gd name="connsiteX931" fmla="*/ 11524582 w 12192001"/>
              <a:gd name="connsiteY931" fmla="*/ 128402 h 586467"/>
              <a:gd name="connsiteX932" fmla="*/ 11536324 w 12192001"/>
              <a:gd name="connsiteY932" fmla="*/ 206239 h 586467"/>
              <a:gd name="connsiteX933" fmla="*/ 11537526 w 12192001"/>
              <a:gd name="connsiteY933" fmla="*/ 218372 h 586467"/>
              <a:gd name="connsiteX934" fmla="*/ 11551326 w 12192001"/>
              <a:gd name="connsiteY934" fmla="*/ 218372 h 586467"/>
              <a:gd name="connsiteX935" fmla="*/ 11551334 w 12192001"/>
              <a:gd name="connsiteY935" fmla="*/ 217583 h 586467"/>
              <a:gd name="connsiteX936" fmla="*/ 11552000 w 12192001"/>
              <a:gd name="connsiteY936" fmla="*/ 155479 h 586467"/>
              <a:gd name="connsiteX937" fmla="*/ 11551492 w 12192001"/>
              <a:gd name="connsiteY937" fmla="*/ 65001 h 586467"/>
              <a:gd name="connsiteX938" fmla="*/ 11581766 w 12192001"/>
              <a:gd name="connsiteY938" fmla="*/ 153177 h 586467"/>
              <a:gd name="connsiteX939" fmla="*/ 11601576 w 12192001"/>
              <a:gd name="connsiteY939" fmla="*/ 214048 h 586467"/>
              <a:gd name="connsiteX940" fmla="*/ 11602984 w 12192001"/>
              <a:gd name="connsiteY940" fmla="*/ 218372 h 586467"/>
              <a:gd name="connsiteX941" fmla="*/ 11631817 w 12192001"/>
              <a:gd name="connsiteY941" fmla="*/ 218372 h 586467"/>
              <a:gd name="connsiteX942" fmla="*/ 11630548 w 12192001"/>
              <a:gd name="connsiteY942" fmla="*/ 198810 h 586467"/>
              <a:gd name="connsiteX943" fmla="*/ 11629113 w 12192001"/>
              <a:gd name="connsiteY943" fmla="*/ 166014 h 586467"/>
              <a:gd name="connsiteX944" fmla="*/ 11629049 w 12192001"/>
              <a:gd name="connsiteY944" fmla="*/ 76940 h 586467"/>
              <a:gd name="connsiteX945" fmla="*/ 11658815 w 12192001"/>
              <a:gd name="connsiteY945" fmla="*/ 163244 h 586467"/>
              <a:gd name="connsiteX946" fmla="*/ 11671033 w 12192001"/>
              <a:gd name="connsiteY946" fmla="*/ 194605 h 586467"/>
              <a:gd name="connsiteX947" fmla="*/ 11680846 w 12192001"/>
              <a:gd name="connsiteY947" fmla="*/ 218372 h 586467"/>
              <a:gd name="connsiteX948" fmla="*/ 11743666 w 12192001"/>
              <a:gd name="connsiteY948" fmla="*/ 218372 h 586467"/>
              <a:gd name="connsiteX949" fmla="*/ 11744495 w 12192001"/>
              <a:gd name="connsiteY949" fmla="*/ 206668 h 586467"/>
              <a:gd name="connsiteX950" fmla="*/ 11752429 w 12192001"/>
              <a:gd name="connsiteY950" fmla="*/ 216188 h 586467"/>
              <a:gd name="connsiteX951" fmla="*/ 11754285 w 12192001"/>
              <a:gd name="connsiteY951" fmla="*/ 218372 h 586467"/>
              <a:gd name="connsiteX952" fmla="*/ 11846181 w 12192001"/>
              <a:gd name="connsiteY952" fmla="*/ 218372 h 586467"/>
              <a:gd name="connsiteX953" fmla="*/ 11871620 w 12192001"/>
              <a:gd name="connsiteY953" fmla="*/ 130704 h 586467"/>
              <a:gd name="connsiteX954" fmla="*/ 11872127 w 12192001"/>
              <a:gd name="connsiteY954" fmla="*/ 129182 h 586467"/>
              <a:gd name="connsiteX955" fmla="*/ 11872572 w 12192001"/>
              <a:gd name="connsiteY955" fmla="*/ 130704 h 586467"/>
              <a:gd name="connsiteX956" fmla="*/ 11898010 w 12192001"/>
              <a:gd name="connsiteY956" fmla="*/ 218372 h 586467"/>
              <a:gd name="connsiteX957" fmla="*/ 11989902 w 12192001"/>
              <a:gd name="connsiteY957" fmla="*/ 218372 h 586467"/>
              <a:gd name="connsiteX958" fmla="*/ 11991762 w 12192001"/>
              <a:gd name="connsiteY958" fmla="*/ 216188 h 586467"/>
              <a:gd name="connsiteX959" fmla="*/ 11999696 w 12192001"/>
              <a:gd name="connsiteY959" fmla="*/ 206668 h 586467"/>
              <a:gd name="connsiteX960" fmla="*/ 12000526 w 12192001"/>
              <a:gd name="connsiteY960" fmla="*/ 218372 h 586467"/>
              <a:gd name="connsiteX961" fmla="*/ 12063384 w 12192001"/>
              <a:gd name="connsiteY961" fmla="*/ 218372 h 586467"/>
              <a:gd name="connsiteX962" fmla="*/ 12073195 w 12192001"/>
              <a:gd name="connsiteY962" fmla="*/ 194605 h 586467"/>
              <a:gd name="connsiteX963" fmla="*/ 12085440 w 12192001"/>
              <a:gd name="connsiteY963" fmla="*/ 163244 h 586467"/>
              <a:gd name="connsiteX964" fmla="*/ 12115142 w 12192001"/>
              <a:gd name="connsiteY964" fmla="*/ 76940 h 586467"/>
              <a:gd name="connsiteX965" fmla="*/ 12115079 w 12192001"/>
              <a:gd name="connsiteY965" fmla="*/ 166014 h 586467"/>
              <a:gd name="connsiteX966" fmla="*/ 12113644 w 12192001"/>
              <a:gd name="connsiteY966" fmla="*/ 198810 h 586467"/>
              <a:gd name="connsiteX967" fmla="*/ 12112375 w 12192001"/>
              <a:gd name="connsiteY967" fmla="*/ 218372 h 586467"/>
              <a:gd name="connsiteX968" fmla="*/ 12143208 w 12192001"/>
              <a:gd name="connsiteY968" fmla="*/ 218372 h 586467"/>
              <a:gd name="connsiteX969" fmla="*/ 12186225 w 12192001"/>
              <a:gd name="connsiteY969" fmla="*/ 90946 h 586467"/>
              <a:gd name="connsiteX970" fmla="*/ 12190350 w 12192001"/>
              <a:gd name="connsiteY970" fmla="*/ 218372 h 586467"/>
              <a:gd name="connsiteX971" fmla="*/ 12192000 w 12192001"/>
              <a:gd name="connsiteY971" fmla="*/ 218372 h 586467"/>
              <a:gd name="connsiteX972" fmla="*/ 12192000 w 12192001"/>
              <a:gd name="connsiteY972" fmla="*/ 269100 h 586467"/>
              <a:gd name="connsiteX973" fmla="*/ 12192001 w 12192001"/>
              <a:gd name="connsiteY973" fmla="*/ 269133 h 586467"/>
              <a:gd name="connsiteX974" fmla="*/ 12192000 w 12192001"/>
              <a:gd name="connsiteY974" fmla="*/ 269133 h 586467"/>
              <a:gd name="connsiteX975" fmla="*/ 12192000 w 12192001"/>
              <a:gd name="connsiteY975" fmla="*/ 586467 h 586467"/>
              <a:gd name="connsiteX976" fmla="*/ 0 w 12192001"/>
              <a:gd name="connsiteY976" fmla="*/ 586467 h 586467"/>
              <a:gd name="connsiteX977" fmla="*/ 0 w 12192001"/>
              <a:gd name="connsiteY977" fmla="*/ 218372 h 586467"/>
              <a:gd name="connsiteX978" fmla="*/ 6411 w 12192001"/>
              <a:gd name="connsiteY978" fmla="*/ 218372 h 586467"/>
              <a:gd name="connsiteX979" fmla="*/ 6411 w 12192001"/>
              <a:gd name="connsiteY979" fmla="*/ 173349 h 586467"/>
              <a:gd name="connsiteX980" fmla="*/ 10854 w 12192001"/>
              <a:gd name="connsiteY980" fmla="*/ 128402 h 586467"/>
              <a:gd name="connsiteX981" fmla="*/ 36978 w 12192001"/>
              <a:gd name="connsiteY981" fmla="*/ 218372 h 586467"/>
              <a:gd name="connsiteX982" fmla="*/ 112885 w 12192001"/>
              <a:gd name="connsiteY982" fmla="*/ 218372 h 586467"/>
              <a:gd name="connsiteX983" fmla="*/ 126293 w 12192001"/>
              <a:gd name="connsiteY983" fmla="*/ 176753 h 586467"/>
              <a:gd name="connsiteX984" fmla="*/ 132647 w 12192001"/>
              <a:gd name="connsiteY984" fmla="*/ 154075 h 586467"/>
              <a:gd name="connsiteX985" fmla="*/ 135630 w 12192001"/>
              <a:gd name="connsiteY985" fmla="*/ 177133 h 586467"/>
              <a:gd name="connsiteX986" fmla="*/ 139271 w 12192001"/>
              <a:gd name="connsiteY986" fmla="*/ 218372 h 586467"/>
              <a:gd name="connsiteX987" fmla="*/ 202325 w 12192001"/>
              <a:gd name="connsiteY987" fmla="*/ 218372 h 586467"/>
              <a:gd name="connsiteX988" fmla="*/ 212138 w 12192001"/>
              <a:gd name="connsiteY988" fmla="*/ 194605 h 586467"/>
              <a:gd name="connsiteX989" fmla="*/ 224356 w 12192001"/>
              <a:gd name="connsiteY989" fmla="*/ 163244 h 586467"/>
              <a:gd name="connsiteX990" fmla="*/ 254059 w 12192001"/>
              <a:gd name="connsiteY990" fmla="*/ 76940 h 586467"/>
              <a:gd name="connsiteX991" fmla="*/ 254059 w 12192001"/>
              <a:gd name="connsiteY991" fmla="*/ 166014 h 586467"/>
              <a:gd name="connsiteX992" fmla="*/ 252624 w 12192001"/>
              <a:gd name="connsiteY992" fmla="*/ 198810 h 586467"/>
              <a:gd name="connsiteX993" fmla="*/ 251355 w 12192001"/>
              <a:gd name="connsiteY993" fmla="*/ 218372 h 586467"/>
              <a:gd name="connsiteX994" fmla="*/ 282201 w 12192001"/>
              <a:gd name="connsiteY994" fmla="*/ 218372 h 586467"/>
              <a:gd name="connsiteX995" fmla="*/ 325269 w 12192001"/>
              <a:gd name="connsiteY995" fmla="*/ 90946 h 586467"/>
              <a:gd name="connsiteX996" fmla="*/ 329344 w 12192001"/>
              <a:gd name="connsiteY996" fmla="*/ 218372 h 586467"/>
              <a:gd name="connsiteX997" fmla="*/ 345697 w 12192001"/>
              <a:gd name="connsiteY997" fmla="*/ 218372 h 586467"/>
              <a:gd name="connsiteX998" fmla="*/ 346911 w 12192001"/>
              <a:gd name="connsiteY998" fmla="*/ 206239 h 586467"/>
              <a:gd name="connsiteX999" fmla="*/ 358589 w 12192001"/>
              <a:gd name="connsiteY999" fmla="*/ 128402 h 586467"/>
              <a:gd name="connsiteX1000" fmla="*/ 376804 w 12192001"/>
              <a:gd name="connsiteY1000" fmla="*/ 205264 h 586467"/>
              <a:gd name="connsiteX1001" fmla="*/ 380576 w 12192001"/>
              <a:gd name="connsiteY1001" fmla="*/ 218372 h 586467"/>
              <a:gd name="connsiteX1002" fmla="*/ 436656 w 12192001"/>
              <a:gd name="connsiteY1002" fmla="*/ 218372 h 586467"/>
              <a:gd name="connsiteX1003" fmla="*/ 438684 w 12192001"/>
              <a:gd name="connsiteY1003" fmla="*/ 209438 h 586467"/>
              <a:gd name="connsiteX1004" fmla="*/ 458296 w 12192001"/>
              <a:gd name="connsiteY1004" fmla="*/ 148730 h 586467"/>
              <a:gd name="connsiteX1005" fmla="*/ 486538 w 12192001"/>
              <a:gd name="connsiteY1005" fmla="*/ 90284 h 586467"/>
              <a:gd name="connsiteX1006" fmla="*/ 497582 w 12192001"/>
              <a:gd name="connsiteY1006" fmla="*/ 71595 h 586467"/>
              <a:gd name="connsiteX1007" fmla="*/ 501834 w 12192001"/>
              <a:gd name="connsiteY1007" fmla="*/ 64689 h 586467"/>
              <a:gd name="connsiteX1008" fmla="*/ 500057 w 12192001"/>
              <a:gd name="connsiteY1008" fmla="*/ 72102 h 586467"/>
              <a:gd name="connsiteX1009" fmla="*/ 495614 w 12192001"/>
              <a:gd name="connsiteY1009" fmla="*/ 91844 h 586467"/>
              <a:gd name="connsiteX1010" fmla="*/ 487871 w 12192001"/>
              <a:gd name="connsiteY1010" fmla="*/ 151851 h 586467"/>
              <a:gd name="connsiteX1011" fmla="*/ 489077 w 12192001"/>
              <a:gd name="connsiteY1011" fmla="*/ 211428 h 586467"/>
              <a:gd name="connsiteX1012" fmla="*/ 489871 w 12192001"/>
              <a:gd name="connsiteY1012" fmla="*/ 218372 h 586467"/>
              <a:gd name="connsiteX1013" fmla="*/ 548337 w 12192001"/>
              <a:gd name="connsiteY1013" fmla="*/ 218372 h 586467"/>
              <a:gd name="connsiteX1014" fmla="*/ 555447 w 12192001"/>
              <a:gd name="connsiteY1014" fmla="*/ 201907 h 586467"/>
              <a:gd name="connsiteX1015" fmla="*/ 567713 w 12192001"/>
              <a:gd name="connsiteY1015" fmla="*/ 170501 h 586467"/>
              <a:gd name="connsiteX1016" fmla="*/ 594623 w 12192001"/>
              <a:gd name="connsiteY1016" fmla="*/ 83495 h 586467"/>
              <a:gd name="connsiteX1017" fmla="*/ 597352 w 12192001"/>
              <a:gd name="connsiteY1017" fmla="*/ 173193 h 586467"/>
              <a:gd name="connsiteX1018" fmla="*/ 595830 w 12192001"/>
              <a:gd name="connsiteY1018" fmla="*/ 206300 h 586467"/>
              <a:gd name="connsiteX1019" fmla="*/ 594820 w 12192001"/>
              <a:gd name="connsiteY1019" fmla="*/ 218372 h 586467"/>
              <a:gd name="connsiteX1020" fmla="*/ 653324 w 12192001"/>
              <a:gd name="connsiteY1020" fmla="*/ 218372 h 586467"/>
              <a:gd name="connsiteX1021" fmla="*/ 653139 w 12192001"/>
              <a:gd name="connsiteY1021" fmla="*/ 215486 h 586467"/>
              <a:gd name="connsiteX1022" fmla="*/ 653710 w 12192001"/>
              <a:gd name="connsiteY1022" fmla="*/ 145335 h 586467"/>
              <a:gd name="connsiteX1023" fmla="*/ 662977 w 12192001"/>
              <a:gd name="connsiteY1023" fmla="*/ 76043 h 586467"/>
              <a:gd name="connsiteX1024" fmla="*/ 667864 w 12192001"/>
              <a:gd name="connsiteY1024" fmla="*/ 53452 h 586467"/>
              <a:gd name="connsiteX1025" fmla="*/ 669831 w 12192001"/>
              <a:gd name="connsiteY1025" fmla="*/ 44947 h 586467"/>
              <a:gd name="connsiteX1026" fmla="*/ 670402 w 12192001"/>
              <a:gd name="connsiteY1026" fmla="*/ 53569 h 586467"/>
              <a:gd name="connsiteX1027" fmla="*/ 672306 w 12192001"/>
              <a:gd name="connsiteY1027" fmla="*/ 76237 h 586467"/>
              <a:gd name="connsiteX1028" fmla="*/ 683603 w 12192001"/>
              <a:gd name="connsiteY1028" fmla="*/ 144282 h 586467"/>
              <a:gd name="connsiteX1029" fmla="*/ 703215 w 12192001"/>
              <a:gd name="connsiteY1029" fmla="*/ 210843 h 586467"/>
              <a:gd name="connsiteX1030" fmla="*/ 706046 w 12192001"/>
              <a:gd name="connsiteY1030" fmla="*/ 218372 h 586467"/>
              <a:gd name="connsiteX1031" fmla="*/ 748929 w 12192001"/>
              <a:gd name="connsiteY1031" fmla="*/ 218372 h 586467"/>
              <a:gd name="connsiteX1032" fmla="*/ 757606 w 12192001"/>
              <a:gd name="connsiteY1032" fmla="*/ 195393 h 586467"/>
              <a:gd name="connsiteX1033" fmla="*/ 792893 w 12192001"/>
              <a:gd name="connsiteY1033" fmla="*/ 128597 h 586467"/>
              <a:gd name="connsiteX1034" fmla="*/ 787181 w 12192001"/>
              <a:gd name="connsiteY1034" fmla="*/ 198436 h 586467"/>
              <a:gd name="connsiteX1035" fmla="*/ 788131 w 12192001"/>
              <a:gd name="connsiteY1035" fmla="*/ 218372 h 586467"/>
              <a:gd name="connsiteX1036" fmla="*/ 803813 w 12192001"/>
              <a:gd name="connsiteY1036" fmla="*/ 218372 h 586467"/>
              <a:gd name="connsiteX1037" fmla="*/ 805111 w 12192001"/>
              <a:gd name="connsiteY1037" fmla="*/ 212982 h 586467"/>
              <a:gd name="connsiteX1038" fmla="*/ 823104 w 12192001"/>
              <a:gd name="connsiteY1038" fmla="*/ 130002 h 586467"/>
              <a:gd name="connsiteX1039" fmla="*/ 838526 w 12192001"/>
              <a:gd name="connsiteY1039" fmla="*/ 38509 h 586467"/>
              <a:gd name="connsiteX1040" fmla="*/ 842398 w 12192001"/>
              <a:gd name="connsiteY1040" fmla="*/ 60046 h 586467"/>
              <a:gd name="connsiteX1041" fmla="*/ 836686 w 12192001"/>
              <a:gd name="connsiteY1041" fmla="*/ 25985 h 586467"/>
              <a:gd name="connsiteX1042" fmla="*/ 880859 w 12192001"/>
              <a:gd name="connsiteY1042" fmla="*/ 124188 h 586467"/>
              <a:gd name="connsiteX1043" fmla="*/ 914613 w 12192001"/>
              <a:gd name="connsiteY1043" fmla="*/ 215700 h 586467"/>
              <a:gd name="connsiteX1044" fmla="*/ 915495 w 12192001"/>
              <a:gd name="connsiteY1044" fmla="*/ 218372 h 586467"/>
              <a:gd name="connsiteX1045" fmla="*/ 944266 w 12192001"/>
              <a:gd name="connsiteY1045" fmla="*/ 218372 h 586467"/>
              <a:gd name="connsiteX1046" fmla="*/ 945333 w 12192001"/>
              <a:gd name="connsiteY1046" fmla="*/ 193476 h 586467"/>
              <a:gd name="connsiteX1047" fmla="*/ 952195 w 12192001"/>
              <a:gd name="connsiteY1047" fmla="*/ 114161 h 586467"/>
              <a:gd name="connsiteX1048" fmla="*/ 971807 w 12192001"/>
              <a:gd name="connsiteY1048" fmla="*/ 0 h 58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</a:cxnLst>
            <a:rect l="l" t="t" r="r" b="b"/>
            <a:pathLst>
              <a:path w="12192001" h="586467">
                <a:moveTo>
                  <a:pt x="971807" y="0"/>
                </a:moveTo>
                <a:cubicBezTo>
                  <a:pt x="971807" y="0"/>
                  <a:pt x="973838" y="57354"/>
                  <a:pt x="982152" y="114044"/>
                </a:cubicBezTo>
                <a:cubicBezTo>
                  <a:pt x="987911" y="156620"/>
                  <a:pt x="997099" y="198692"/>
                  <a:pt x="1001332" y="217067"/>
                </a:cubicBezTo>
                <a:lnTo>
                  <a:pt x="1001641" y="218372"/>
                </a:lnTo>
                <a:lnTo>
                  <a:pt x="1041475" y="218372"/>
                </a:lnTo>
                <a:lnTo>
                  <a:pt x="1042572" y="213925"/>
                </a:lnTo>
                <a:cubicBezTo>
                  <a:pt x="1043715" y="208697"/>
                  <a:pt x="1046000" y="201206"/>
                  <a:pt x="1047650" y="192155"/>
                </a:cubicBezTo>
                <a:cubicBezTo>
                  <a:pt x="1051521" y="174051"/>
                  <a:pt x="1054948" y="149705"/>
                  <a:pt x="1056789" y="125086"/>
                </a:cubicBezTo>
                <a:cubicBezTo>
                  <a:pt x="1058058" y="100506"/>
                  <a:pt x="1057741" y="75730"/>
                  <a:pt x="1056027" y="57120"/>
                </a:cubicBezTo>
                <a:cubicBezTo>
                  <a:pt x="1055583" y="47756"/>
                  <a:pt x="1054187" y="40070"/>
                  <a:pt x="1053616" y="34607"/>
                </a:cubicBezTo>
                <a:cubicBezTo>
                  <a:pt x="1052981" y="29145"/>
                  <a:pt x="1052600" y="26024"/>
                  <a:pt x="1052600" y="26024"/>
                </a:cubicBezTo>
                <a:cubicBezTo>
                  <a:pt x="1052600" y="26024"/>
                  <a:pt x="1053869" y="29028"/>
                  <a:pt x="1056154" y="34256"/>
                </a:cubicBezTo>
                <a:cubicBezTo>
                  <a:pt x="1058312" y="39524"/>
                  <a:pt x="1061993" y="46975"/>
                  <a:pt x="1065294" y="56105"/>
                </a:cubicBezTo>
                <a:cubicBezTo>
                  <a:pt x="1072529" y="74248"/>
                  <a:pt x="1080399" y="98867"/>
                  <a:pt x="1086618" y="123837"/>
                </a:cubicBezTo>
                <a:cubicBezTo>
                  <a:pt x="1092394" y="148846"/>
                  <a:pt x="1096456" y="174246"/>
                  <a:pt x="1098106" y="193364"/>
                </a:cubicBezTo>
                <a:cubicBezTo>
                  <a:pt x="1099248" y="202962"/>
                  <a:pt x="1099248" y="210921"/>
                  <a:pt x="1099693" y="216539"/>
                </a:cubicBezTo>
                <a:lnTo>
                  <a:pt x="1099798" y="218372"/>
                </a:lnTo>
                <a:lnTo>
                  <a:pt x="1115028" y="218372"/>
                </a:lnTo>
                <a:lnTo>
                  <a:pt x="1117400" y="211546"/>
                </a:lnTo>
                <a:cubicBezTo>
                  <a:pt x="1124127" y="195159"/>
                  <a:pt x="1131997" y="179123"/>
                  <a:pt x="1138471" y="167301"/>
                </a:cubicBezTo>
                <a:cubicBezTo>
                  <a:pt x="1144881" y="155440"/>
                  <a:pt x="1149641" y="147754"/>
                  <a:pt x="1149641" y="147754"/>
                </a:cubicBezTo>
                <a:cubicBezTo>
                  <a:pt x="1149641" y="147754"/>
                  <a:pt x="1145072" y="181191"/>
                  <a:pt x="1147102" y="214081"/>
                </a:cubicBezTo>
                <a:lnTo>
                  <a:pt x="1147558" y="218372"/>
                </a:lnTo>
                <a:lnTo>
                  <a:pt x="1166585" y="218372"/>
                </a:lnTo>
                <a:lnTo>
                  <a:pt x="1203461" y="44869"/>
                </a:lnTo>
                <a:lnTo>
                  <a:pt x="1218249" y="207175"/>
                </a:lnTo>
                <a:cubicBezTo>
                  <a:pt x="1220280" y="200348"/>
                  <a:pt x="1222501" y="193325"/>
                  <a:pt x="1224849" y="186302"/>
                </a:cubicBezTo>
                <a:cubicBezTo>
                  <a:pt x="1237352" y="147325"/>
                  <a:pt x="1252965" y="109128"/>
                  <a:pt x="1252965" y="109128"/>
                </a:cubicBezTo>
                <a:cubicBezTo>
                  <a:pt x="1252965" y="109128"/>
                  <a:pt x="1252140" y="148808"/>
                  <a:pt x="1254615" y="188136"/>
                </a:cubicBezTo>
                <a:lnTo>
                  <a:pt x="1257131" y="218372"/>
                </a:lnTo>
                <a:lnTo>
                  <a:pt x="1292608" y="218372"/>
                </a:lnTo>
                <a:lnTo>
                  <a:pt x="1293061" y="217027"/>
                </a:lnTo>
                <a:cubicBezTo>
                  <a:pt x="1297488" y="203254"/>
                  <a:pt x="1302914" y="184780"/>
                  <a:pt x="1306912" y="165974"/>
                </a:cubicBezTo>
                <a:cubicBezTo>
                  <a:pt x="1315226" y="128441"/>
                  <a:pt x="1317702" y="89932"/>
                  <a:pt x="1317702" y="89932"/>
                </a:cubicBezTo>
                <a:cubicBezTo>
                  <a:pt x="1317702" y="89932"/>
                  <a:pt x="1330205" y="127466"/>
                  <a:pt x="1336805" y="166209"/>
                </a:cubicBezTo>
                <a:cubicBezTo>
                  <a:pt x="1339693" y="182166"/>
                  <a:pt x="1341550" y="198261"/>
                  <a:pt x="1342732" y="211663"/>
                </a:cubicBezTo>
                <a:lnTo>
                  <a:pt x="1343228" y="218372"/>
                </a:lnTo>
                <a:lnTo>
                  <a:pt x="1345931" y="218372"/>
                </a:lnTo>
                <a:lnTo>
                  <a:pt x="1346080" y="216393"/>
                </a:lnTo>
                <a:cubicBezTo>
                  <a:pt x="1346437" y="212706"/>
                  <a:pt x="1346706" y="210609"/>
                  <a:pt x="1346706" y="210609"/>
                </a:cubicBezTo>
                <a:cubicBezTo>
                  <a:pt x="1346706" y="210609"/>
                  <a:pt x="1350704" y="176860"/>
                  <a:pt x="1362763" y="144945"/>
                </a:cubicBezTo>
                <a:cubicBezTo>
                  <a:pt x="1368856" y="128948"/>
                  <a:pt x="1376091" y="113420"/>
                  <a:pt x="1382501" y="102067"/>
                </a:cubicBezTo>
                <a:cubicBezTo>
                  <a:pt x="1388848" y="90713"/>
                  <a:pt x="1393545" y="83378"/>
                  <a:pt x="1393545" y="83378"/>
                </a:cubicBezTo>
                <a:cubicBezTo>
                  <a:pt x="1393545" y="83378"/>
                  <a:pt x="1388975" y="115527"/>
                  <a:pt x="1392593" y="146779"/>
                </a:cubicBezTo>
                <a:cubicBezTo>
                  <a:pt x="1394433" y="162424"/>
                  <a:pt x="1397416" y="177797"/>
                  <a:pt x="1400653" y="189150"/>
                </a:cubicBezTo>
                <a:cubicBezTo>
                  <a:pt x="1403826" y="200504"/>
                  <a:pt x="1406428" y="207917"/>
                  <a:pt x="1406428" y="207917"/>
                </a:cubicBezTo>
                <a:cubicBezTo>
                  <a:pt x="1406428" y="207917"/>
                  <a:pt x="1407027" y="209660"/>
                  <a:pt x="1408177" y="212690"/>
                </a:cubicBezTo>
                <a:lnTo>
                  <a:pt x="1410474" y="218372"/>
                </a:lnTo>
                <a:lnTo>
                  <a:pt x="1451672" y="218372"/>
                </a:lnTo>
                <a:lnTo>
                  <a:pt x="1452315" y="216813"/>
                </a:lnTo>
                <a:cubicBezTo>
                  <a:pt x="1452315" y="216813"/>
                  <a:pt x="1463676" y="188955"/>
                  <a:pt x="1472751" y="160356"/>
                </a:cubicBezTo>
                <a:cubicBezTo>
                  <a:pt x="1481954" y="131874"/>
                  <a:pt x="1488682" y="102730"/>
                  <a:pt x="1488682" y="102730"/>
                </a:cubicBezTo>
                <a:cubicBezTo>
                  <a:pt x="1488682" y="102730"/>
                  <a:pt x="1496932" y="131641"/>
                  <a:pt x="1502644" y="161176"/>
                </a:cubicBezTo>
                <a:cubicBezTo>
                  <a:pt x="1507072" y="183269"/>
                  <a:pt x="1510035" y="205647"/>
                  <a:pt x="1511239" y="215455"/>
                </a:cubicBezTo>
                <a:lnTo>
                  <a:pt x="1511584" y="218372"/>
                </a:lnTo>
                <a:lnTo>
                  <a:pt x="1514931" y="218372"/>
                </a:lnTo>
                <a:lnTo>
                  <a:pt x="1517075" y="213428"/>
                </a:lnTo>
                <a:cubicBezTo>
                  <a:pt x="1518178" y="210814"/>
                  <a:pt x="1518765" y="209361"/>
                  <a:pt x="1518765" y="209361"/>
                </a:cubicBezTo>
                <a:cubicBezTo>
                  <a:pt x="1518765" y="209361"/>
                  <a:pt x="1535266" y="169681"/>
                  <a:pt x="1545421" y="128441"/>
                </a:cubicBezTo>
                <a:cubicBezTo>
                  <a:pt x="1555893" y="87358"/>
                  <a:pt x="1559701" y="45064"/>
                  <a:pt x="1559701" y="45064"/>
                </a:cubicBezTo>
                <a:cubicBezTo>
                  <a:pt x="1559701" y="45064"/>
                  <a:pt x="1570871" y="86655"/>
                  <a:pt x="1575314" y="129417"/>
                </a:cubicBezTo>
                <a:cubicBezTo>
                  <a:pt x="1580137" y="172061"/>
                  <a:pt x="1577980" y="215408"/>
                  <a:pt x="1577980" y="215408"/>
                </a:cubicBezTo>
                <a:lnTo>
                  <a:pt x="1577828" y="218372"/>
                </a:lnTo>
                <a:lnTo>
                  <a:pt x="1579032" y="218372"/>
                </a:lnTo>
                <a:lnTo>
                  <a:pt x="1586215" y="196071"/>
                </a:lnTo>
                <a:cubicBezTo>
                  <a:pt x="1589642" y="185854"/>
                  <a:pt x="1593561" y="174675"/>
                  <a:pt x="1597781" y="163555"/>
                </a:cubicBezTo>
                <a:cubicBezTo>
                  <a:pt x="1611807" y="126218"/>
                  <a:pt x="1629007" y="89854"/>
                  <a:pt x="1629007" y="89854"/>
                </a:cubicBezTo>
                <a:cubicBezTo>
                  <a:pt x="1629007" y="89854"/>
                  <a:pt x="1626532" y="128090"/>
                  <a:pt x="1627547" y="166014"/>
                </a:cubicBezTo>
                <a:cubicBezTo>
                  <a:pt x="1627928" y="184995"/>
                  <a:pt x="1629150" y="203869"/>
                  <a:pt x="1630276" y="217998"/>
                </a:cubicBezTo>
                <a:lnTo>
                  <a:pt x="1630309" y="218372"/>
                </a:lnTo>
                <a:lnTo>
                  <a:pt x="1679389" y="218372"/>
                </a:lnTo>
                <a:lnTo>
                  <a:pt x="1681147" y="212027"/>
                </a:lnTo>
                <a:cubicBezTo>
                  <a:pt x="1682367" y="207407"/>
                  <a:pt x="1683017" y="204757"/>
                  <a:pt x="1683017" y="204757"/>
                </a:cubicBezTo>
                <a:cubicBezTo>
                  <a:pt x="1683017" y="204757"/>
                  <a:pt x="1693680" y="162424"/>
                  <a:pt x="1698884" y="119117"/>
                </a:cubicBezTo>
                <a:cubicBezTo>
                  <a:pt x="1704342" y="76901"/>
                  <a:pt x="1704406" y="34062"/>
                  <a:pt x="1704406" y="32188"/>
                </a:cubicBezTo>
                <a:cubicBezTo>
                  <a:pt x="1705167" y="34256"/>
                  <a:pt x="1719574" y="75770"/>
                  <a:pt x="1728777" y="118453"/>
                </a:cubicBezTo>
                <a:cubicBezTo>
                  <a:pt x="1738614" y="162151"/>
                  <a:pt x="1742740" y="206708"/>
                  <a:pt x="1742740" y="206708"/>
                </a:cubicBezTo>
                <a:cubicBezTo>
                  <a:pt x="1742740" y="206708"/>
                  <a:pt x="1742903" y="208288"/>
                  <a:pt x="1743158" y="211154"/>
                </a:cubicBezTo>
                <a:lnTo>
                  <a:pt x="1743734" y="218372"/>
                </a:lnTo>
                <a:lnTo>
                  <a:pt x="1760697" y="218372"/>
                </a:lnTo>
                <a:lnTo>
                  <a:pt x="1772760" y="175182"/>
                </a:lnTo>
                <a:cubicBezTo>
                  <a:pt x="1782470" y="136127"/>
                  <a:pt x="1788119" y="96331"/>
                  <a:pt x="1788119" y="96331"/>
                </a:cubicBezTo>
                <a:cubicBezTo>
                  <a:pt x="1788119" y="96331"/>
                  <a:pt x="1797448" y="135776"/>
                  <a:pt x="1802652" y="175923"/>
                </a:cubicBezTo>
                <a:cubicBezTo>
                  <a:pt x="1804033" y="185951"/>
                  <a:pt x="1805155" y="196012"/>
                  <a:pt x="1806063" y="205464"/>
                </a:cubicBezTo>
                <a:lnTo>
                  <a:pt x="1807120" y="218372"/>
                </a:lnTo>
                <a:lnTo>
                  <a:pt x="1833582" y="218372"/>
                </a:lnTo>
                <a:lnTo>
                  <a:pt x="1840098" y="206122"/>
                </a:lnTo>
                <a:cubicBezTo>
                  <a:pt x="1847714" y="192193"/>
                  <a:pt x="1859265" y="174051"/>
                  <a:pt x="1871895" y="156454"/>
                </a:cubicBezTo>
                <a:cubicBezTo>
                  <a:pt x="1884906" y="138975"/>
                  <a:pt x="1898932" y="122043"/>
                  <a:pt x="1910419" y="109830"/>
                </a:cubicBezTo>
                <a:cubicBezTo>
                  <a:pt x="1920955" y="98438"/>
                  <a:pt x="1928698" y="90830"/>
                  <a:pt x="1929777" y="89815"/>
                </a:cubicBezTo>
                <a:cubicBezTo>
                  <a:pt x="1928634" y="91961"/>
                  <a:pt x="1910356" y="127193"/>
                  <a:pt x="1900138" y="163088"/>
                </a:cubicBezTo>
                <a:cubicBezTo>
                  <a:pt x="1894997" y="181659"/>
                  <a:pt x="1891062" y="200192"/>
                  <a:pt x="1889221" y="214121"/>
                </a:cubicBezTo>
                <a:lnTo>
                  <a:pt x="1888711" y="218372"/>
                </a:lnTo>
                <a:lnTo>
                  <a:pt x="1909838" y="218372"/>
                </a:lnTo>
                <a:lnTo>
                  <a:pt x="1959225" y="141356"/>
                </a:lnTo>
                <a:lnTo>
                  <a:pt x="1948856" y="218372"/>
                </a:lnTo>
                <a:lnTo>
                  <a:pt x="1969879" y="218372"/>
                </a:lnTo>
                <a:lnTo>
                  <a:pt x="1973188" y="199763"/>
                </a:lnTo>
                <a:cubicBezTo>
                  <a:pt x="1975663" y="181971"/>
                  <a:pt x="1978392" y="158093"/>
                  <a:pt x="1977821" y="134099"/>
                </a:cubicBezTo>
                <a:cubicBezTo>
                  <a:pt x="1977060" y="110221"/>
                  <a:pt x="1974394" y="85992"/>
                  <a:pt x="1968999" y="68240"/>
                </a:cubicBezTo>
                <a:cubicBezTo>
                  <a:pt x="1967159" y="59149"/>
                  <a:pt x="1963859" y="51930"/>
                  <a:pt x="1962145" y="46703"/>
                </a:cubicBezTo>
                <a:cubicBezTo>
                  <a:pt x="1960558" y="42137"/>
                  <a:pt x="1959479" y="39289"/>
                  <a:pt x="1959289" y="38665"/>
                </a:cubicBezTo>
                <a:cubicBezTo>
                  <a:pt x="1959797" y="39329"/>
                  <a:pt x="1961574" y="41943"/>
                  <a:pt x="1964557" y="46078"/>
                </a:cubicBezTo>
                <a:cubicBezTo>
                  <a:pt x="1967794" y="50955"/>
                  <a:pt x="1973379" y="57744"/>
                  <a:pt x="1977948" y="66445"/>
                </a:cubicBezTo>
                <a:cubicBezTo>
                  <a:pt x="1988864" y="83456"/>
                  <a:pt x="1999146" y="107334"/>
                  <a:pt x="2007524" y="131680"/>
                </a:cubicBezTo>
                <a:cubicBezTo>
                  <a:pt x="2012093" y="145179"/>
                  <a:pt x="2015584" y="158757"/>
                  <a:pt x="2018313" y="171437"/>
                </a:cubicBezTo>
                <a:cubicBezTo>
                  <a:pt x="2018884" y="168082"/>
                  <a:pt x="2019456" y="164726"/>
                  <a:pt x="2020154" y="161332"/>
                </a:cubicBezTo>
                <a:cubicBezTo>
                  <a:pt x="2025104" y="138741"/>
                  <a:pt x="2031705" y="116502"/>
                  <a:pt x="2037988" y="100155"/>
                </a:cubicBezTo>
                <a:cubicBezTo>
                  <a:pt x="2040781" y="91922"/>
                  <a:pt x="2044081" y="85211"/>
                  <a:pt x="2045921" y="80452"/>
                </a:cubicBezTo>
                <a:cubicBezTo>
                  <a:pt x="2047952" y="75730"/>
                  <a:pt x="2049095" y="73038"/>
                  <a:pt x="2049095" y="73038"/>
                </a:cubicBezTo>
                <a:cubicBezTo>
                  <a:pt x="2049095" y="73038"/>
                  <a:pt x="2048841" y="75848"/>
                  <a:pt x="2048460" y="80764"/>
                </a:cubicBezTo>
                <a:cubicBezTo>
                  <a:pt x="2048270" y="85679"/>
                  <a:pt x="2047254" y="92625"/>
                  <a:pt x="2047254" y="101013"/>
                </a:cubicBezTo>
                <a:cubicBezTo>
                  <a:pt x="2046556" y="117751"/>
                  <a:pt x="2047508" y="139990"/>
                  <a:pt x="2050047" y="161956"/>
                </a:cubicBezTo>
                <a:cubicBezTo>
                  <a:pt x="2051570" y="172959"/>
                  <a:pt x="2053474" y="183873"/>
                  <a:pt x="2055585" y="194042"/>
                </a:cubicBezTo>
                <a:lnTo>
                  <a:pt x="2061555" y="218372"/>
                </a:lnTo>
                <a:lnTo>
                  <a:pt x="2097672" y="218372"/>
                </a:lnTo>
                <a:lnTo>
                  <a:pt x="2087302" y="141356"/>
                </a:lnTo>
                <a:lnTo>
                  <a:pt x="2136689" y="218372"/>
                </a:lnTo>
                <a:lnTo>
                  <a:pt x="2157816" y="218372"/>
                </a:lnTo>
                <a:lnTo>
                  <a:pt x="2157306" y="214121"/>
                </a:lnTo>
                <a:cubicBezTo>
                  <a:pt x="2155465" y="200192"/>
                  <a:pt x="2151530" y="181659"/>
                  <a:pt x="2146390" y="163088"/>
                </a:cubicBezTo>
                <a:cubicBezTo>
                  <a:pt x="2136171" y="127193"/>
                  <a:pt x="2117893" y="91961"/>
                  <a:pt x="2116751" y="89815"/>
                </a:cubicBezTo>
                <a:cubicBezTo>
                  <a:pt x="2117829" y="90830"/>
                  <a:pt x="2125572" y="98438"/>
                  <a:pt x="2136108" y="109830"/>
                </a:cubicBezTo>
                <a:cubicBezTo>
                  <a:pt x="2147595" y="122043"/>
                  <a:pt x="2161685" y="138975"/>
                  <a:pt x="2174632" y="156454"/>
                </a:cubicBezTo>
                <a:cubicBezTo>
                  <a:pt x="2187262" y="174051"/>
                  <a:pt x="2198813" y="192193"/>
                  <a:pt x="2206429" y="206122"/>
                </a:cubicBezTo>
                <a:lnTo>
                  <a:pt x="2212945" y="218372"/>
                </a:lnTo>
                <a:lnTo>
                  <a:pt x="2239408" y="218372"/>
                </a:lnTo>
                <a:lnTo>
                  <a:pt x="2240465" y="205464"/>
                </a:lnTo>
                <a:cubicBezTo>
                  <a:pt x="2241372" y="196012"/>
                  <a:pt x="2242495" y="185951"/>
                  <a:pt x="2243875" y="175923"/>
                </a:cubicBezTo>
                <a:cubicBezTo>
                  <a:pt x="2249079" y="135776"/>
                  <a:pt x="2258409" y="96331"/>
                  <a:pt x="2258409" y="96331"/>
                </a:cubicBezTo>
                <a:cubicBezTo>
                  <a:pt x="2258409" y="96331"/>
                  <a:pt x="2264057" y="136127"/>
                  <a:pt x="2273768" y="175182"/>
                </a:cubicBezTo>
                <a:lnTo>
                  <a:pt x="2285830" y="218372"/>
                </a:lnTo>
                <a:lnTo>
                  <a:pt x="2302794" y="218372"/>
                </a:lnTo>
                <a:lnTo>
                  <a:pt x="2303371" y="211154"/>
                </a:lnTo>
                <a:cubicBezTo>
                  <a:pt x="2303626" y="208288"/>
                  <a:pt x="2303788" y="206708"/>
                  <a:pt x="2303788" y="206708"/>
                </a:cubicBezTo>
                <a:cubicBezTo>
                  <a:pt x="2303788" y="206708"/>
                  <a:pt x="2307913" y="162151"/>
                  <a:pt x="2317750" y="118453"/>
                </a:cubicBezTo>
                <a:cubicBezTo>
                  <a:pt x="2326953" y="75770"/>
                  <a:pt x="2341360" y="34256"/>
                  <a:pt x="2342122" y="32188"/>
                </a:cubicBezTo>
                <a:cubicBezTo>
                  <a:pt x="2342122" y="34062"/>
                  <a:pt x="2342122" y="76901"/>
                  <a:pt x="2347643" y="119117"/>
                </a:cubicBezTo>
                <a:cubicBezTo>
                  <a:pt x="2352847" y="162424"/>
                  <a:pt x="2363573" y="204757"/>
                  <a:pt x="2363573" y="204757"/>
                </a:cubicBezTo>
                <a:cubicBezTo>
                  <a:pt x="2363573" y="204757"/>
                  <a:pt x="2364220" y="207407"/>
                  <a:pt x="2365434" y="212027"/>
                </a:cubicBezTo>
                <a:lnTo>
                  <a:pt x="2367185" y="218372"/>
                </a:lnTo>
                <a:lnTo>
                  <a:pt x="2416218" y="218372"/>
                </a:lnTo>
                <a:lnTo>
                  <a:pt x="2416251" y="217998"/>
                </a:lnTo>
                <a:cubicBezTo>
                  <a:pt x="2417378" y="203869"/>
                  <a:pt x="2418600" y="184995"/>
                  <a:pt x="2418980" y="166014"/>
                </a:cubicBezTo>
                <a:cubicBezTo>
                  <a:pt x="2419996" y="128090"/>
                  <a:pt x="2417520" y="89854"/>
                  <a:pt x="2417520" y="89854"/>
                </a:cubicBezTo>
                <a:cubicBezTo>
                  <a:pt x="2417520" y="89854"/>
                  <a:pt x="2434720" y="126218"/>
                  <a:pt x="2448746" y="163555"/>
                </a:cubicBezTo>
                <a:cubicBezTo>
                  <a:pt x="2452967" y="174675"/>
                  <a:pt x="2456886" y="185854"/>
                  <a:pt x="2460313" y="196071"/>
                </a:cubicBezTo>
                <a:lnTo>
                  <a:pt x="2467496" y="218372"/>
                </a:lnTo>
                <a:lnTo>
                  <a:pt x="2468701" y="218372"/>
                </a:lnTo>
                <a:lnTo>
                  <a:pt x="2468548" y="215408"/>
                </a:lnTo>
                <a:cubicBezTo>
                  <a:pt x="2468548" y="215408"/>
                  <a:pt x="2466390" y="172061"/>
                  <a:pt x="2471213" y="129417"/>
                </a:cubicBezTo>
                <a:cubicBezTo>
                  <a:pt x="2475656" y="86655"/>
                  <a:pt x="2486826" y="45064"/>
                  <a:pt x="2486826" y="45064"/>
                </a:cubicBezTo>
                <a:cubicBezTo>
                  <a:pt x="2486826" y="45064"/>
                  <a:pt x="2490634" y="87358"/>
                  <a:pt x="2501106" y="128441"/>
                </a:cubicBezTo>
                <a:cubicBezTo>
                  <a:pt x="2511261" y="169681"/>
                  <a:pt x="2527762" y="209361"/>
                  <a:pt x="2527762" y="209361"/>
                </a:cubicBezTo>
                <a:cubicBezTo>
                  <a:pt x="2527762" y="209361"/>
                  <a:pt x="2528350" y="210814"/>
                  <a:pt x="2529452" y="213428"/>
                </a:cubicBezTo>
                <a:lnTo>
                  <a:pt x="2531596" y="218372"/>
                </a:lnTo>
                <a:lnTo>
                  <a:pt x="2534943" y="218372"/>
                </a:lnTo>
                <a:lnTo>
                  <a:pt x="2535288" y="215455"/>
                </a:lnTo>
                <a:cubicBezTo>
                  <a:pt x="2536493" y="205647"/>
                  <a:pt x="2539457" y="183269"/>
                  <a:pt x="2543883" y="161176"/>
                </a:cubicBezTo>
                <a:cubicBezTo>
                  <a:pt x="2549595" y="131641"/>
                  <a:pt x="2557846" y="102730"/>
                  <a:pt x="2557846" y="102730"/>
                </a:cubicBezTo>
                <a:cubicBezTo>
                  <a:pt x="2557846" y="102730"/>
                  <a:pt x="2564573" y="131874"/>
                  <a:pt x="2573776" y="160356"/>
                </a:cubicBezTo>
                <a:cubicBezTo>
                  <a:pt x="2582852" y="188955"/>
                  <a:pt x="2594276" y="216813"/>
                  <a:pt x="2594276" y="216813"/>
                </a:cubicBezTo>
                <a:lnTo>
                  <a:pt x="2594916" y="218372"/>
                </a:lnTo>
                <a:lnTo>
                  <a:pt x="2636053" y="218372"/>
                </a:lnTo>
                <a:lnTo>
                  <a:pt x="2638351" y="212690"/>
                </a:lnTo>
                <a:cubicBezTo>
                  <a:pt x="2639500" y="209660"/>
                  <a:pt x="2640099" y="207917"/>
                  <a:pt x="2640099" y="207917"/>
                </a:cubicBezTo>
                <a:cubicBezTo>
                  <a:pt x="2640099" y="207917"/>
                  <a:pt x="2642701" y="200504"/>
                  <a:pt x="2645874" y="189150"/>
                </a:cubicBezTo>
                <a:cubicBezTo>
                  <a:pt x="2649111" y="177797"/>
                  <a:pt x="2652094" y="162424"/>
                  <a:pt x="2653935" y="146779"/>
                </a:cubicBezTo>
                <a:cubicBezTo>
                  <a:pt x="2657552" y="115527"/>
                  <a:pt x="2652983" y="83378"/>
                  <a:pt x="2652983" y="83378"/>
                </a:cubicBezTo>
                <a:cubicBezTo>
                  <a:pt x="2652983" y="83378"/>
                  <a:pt x="2657679" y="90713"/>
                  <a:pt x="2664026" y="102067"/>
                </a:cubicBezTo>
                <a:cubicBezTo>
                  <a:pt x="2670436" y="113420"/>
                  <a:pt x="2677671" y="128948"/>
                  <a:pt x="2683764" y="144945"/>
                </a:cubicBezTo>
                <a:cubicBezTo>
                  <a:pt x="2695823" y="176860"/>
                  <a:pt x="2699821" y="210609"/>
                  <a:pt x="2699821" y="210609"/>
                </a:cubicBezTo>
                <a:cubicBezTo>
                  <a:pt x="2699821" y="210609"/>
                  <a:pt x="2700091" y="212706"/>
                  <a:pt x="2700448" y="216393"/>
                </a:cubicBezTo>
                <a:lnTo>
                  <a:pt x="2700597" y="218372"/>
                </a:lnTo>
                <a:lnTo>
                  <a:pt x="2703300" y="218372"/>
                </a:lnTo>
                <a:lnTo>
                  <a:pt x="2703796" y="211663"/>
                </a:lnTo>
                <a:cubicBezTo>
                  <a:pt x="2704978" y="198261"/>
                  <a:pt x="2706835" y="182166"/>
                  <a:pt x="2709722" y="166209"/>
                </a:cubicBezTo>
                <a:cubicBezTo>
                  <a:pt x="2716323" y="127466"/>
                  <a:pt x="2728826" y="89932"/>
                  <a:pt x="2728826" y="89932"/>
                </a:cubicBezTo>
                <a:cubicBezTo>
                  <a:pt x="2728826" y="89932"/>
                  <a:pt x="2731301" y="128441"/>
                  <a:pt x="2739615" y="165974"/>
                </a:cubicBezTo>
                <a:cubicBezTo>
                  <a:pt x="2743614" y="184780"/>
                  <a:pt x="2749040" y="203254"/>
                  <a:pt x="2753467" y="217027"/>
                </a:cubicBezTo>
                <a:lnTo>
                  <a:pt x="2753920" y="218372"/>
                </a:lnTo>
                <a:lnTo>
                  <a:pt x="2789410" y="218372"/>
                </a:lnTo>
                <a:lnTo>
                  <a:pt x="2791912" y="188136"/>
                </a:lnTo>
                <a:cubicBezTo>
                  <a:pt x="2794387" y="148808"/>
                  <a:pt x="2793625" y="109128"/>
                  <a:pt x="2793625" y="109128"/>
                </a:cubicBezTo>
                <a:cubicBezTo>
                  <a:pt x="2793625" y="109128"/>
                  <a:pt x="2809175" y="147325"/>
                  <a:pt x="2821678" y="186302"/>
                </a:cubicBezTo>
                <a:cubicBezTo>
                  <a:pt x="2824026" y="193325"/>
                  <a:pt x="2826247" y="200348"/>
                  <a:pt x="2828278" y="207175"/>
                </a:cubicBezTo>
                <a:lnTo>
                  <a:pt x="2843066" y="44869"/>
                </a:lnTo>
                <a:lnTo>
                  <a:pt x="2879943" y="218372"/>
                </a:lnTo>
                <a:lnTo>
                  <a:pt x="2898970" y="218372"/>
                </a:lnTo>
                <a:lnTo>
                  <a:pt x="2899425" y="214081"/>
                </a:lnTo>
                <a:cubicBezTo>
                  <a:pt x="2901456" y="181191"/>
                  <a:pt x="2896886" y="147754"/>
                  <a:pt x="2896886" y="147754"/>
                </a:cubicBezTo>
                <a:cubicBezTo>
                  <a:pt x="2896886" y="147754"/>
                  <a:pt x="2901646" y="155440"/>
                  <a:pt x="2908056" y="167301"/>
                </a:cubicBezTo>
                <a:cubicBezTo>
                  <a:pt x="2914530" y="179123"/>
                  <a:pt x="2922400" y="195159"/>
                  <a:pt x="2929127" y="211546"/>
                </a:cubicBezTo>
                <a:lnTo>
                  <a:pt x="2931509" y="218372"/>
                </a:lnTo>
                <a:lnTo>
                  <a:pt x="2946730" y="218372"/>
                </a:lnTo>
                <a:lnTo>
                  <a:pt x="2946835" y="216539"/>
                </a:lnTo>
                <a:cubicBezTo>
                  <a:pt x="2947279" y="210921"/>
                  <a:pt x="2947279" y="202962"/>
                  <a:pt x="2948421" y="193364"/>
                </a:cubicBezTo>
                <a:cubicBezTo>
                  <a:pt x="2950071" y="174246"/>
                  <a:pt x="2954197" y="148846"/>
                  <a:pt x="2959909" y="123837"/>
                </a:cubicBezTo>
                <a:cubicBezTo>
                  <a:pt x="2966129" y="98867"/>
                  <a:pt x="2973998" y="74248"/>
                  <a:pt x="2981234" y="56105"/>
                </a:cubicBezTo>
                <a:cubicBezTo>
                  <a:pt x="2984534" y="46975"/>
                  <a:pt x="2988215" y="39524"/>
                  <a:pt x="2990373" y="34256"/>
                </a:cubicBezTo>
                <a:cubicBezTo>
                  <a:pt x="2992658" y="29028"/>
                  <a:pt x="2993927" y="26024"/>
                  <a:pt x="2993927" y="26024"/>
                </a:cubicBezTo>
                <a:cubicBezTo>
                  <a:pt x="2993927" y="26024"/>
                  <a:pt x="2993546" y="29145"/>
                  <a:pt x="2992912" y="34607"/>
                </a:cubicBezTo>
                <a:cubicBezTo>
                  <a:pt x="2992404" y="40070"/>
                  <a:pt x="2990944" y="47756"/>
                  <a:pt x="2990500" y="57120"/>
                </a:cubicBezTo>
                <a:cubicBezTo>
                  <a:pt x="2988786" y="75730"/>
                  <a:pt x="2988469" y="100506"/>
                  <a:pt x="2989738" y="125086"/>
                </a:cubicBezTo>
                <a:cubicBezTo>
                  <a:pt x="2991579" y="149705"/>
                  <a:pt x="2995006" y="174051"/>
                  <a:pt x="2998941" y="192155"/>
                </a:cubicBezTo>
                <a:cubicBezTo>
                  <a:pt x="3000528" y="201206"/>
                  <a:pt x="3002812" y="208697"/>
                  <a:pt x="3003955" y="213925"/>
                </a:cubicBezTo>
                <a:lnTo>
                  <a:pt x="3005052" y="218372"/>
                </a:lnTo>
                <a:lnTo>
                  <a:pt x="3044889" y="218372"/>
                </a:lnTo>
                <a:lnTo>
                  <a:pt x="3045197" y="217067"/>
                </a:lnTo>
                <a:cubicBezTo>
                  <a:pt x="3049434" y="198692"/>
                  <a:pt x="3058632" y="156620"/>
                  <a:pt x="3064439" y="114044"/>
                </a:cubicBezTo>
                <a:cubicBezTo>
                  <a:pt x="3072690" y="57354"/>
                  <a:pt x="3074721" y="0"/>
                  <a:pt x="3074721" y="0"/>
                </a:cubicBezTo>
                <a:cubicBezTo>
                  <a:pt x="3074721" y="0"/>
                  <a:pt x="3087604" y="56652"/>
                  <a:pt x="3094332" y="114161"/>
                </a:cubicBezTo>
                <a:cubicBezTo>
                  <a:pt x="3097982" y="142897"/>
                  <a:pt x="3100060" y="171778"/>
                  <a:pt x="3101226" y="193476"/>
                </a:cubicBezTo>
                <a:lnTo>
                  <a:pt x="3102315" y="218372"/>
                </a:lnTo>
                <a:lnTo>
                  <a:pt x="3131032" y="218372"/>
                </a:lnTo>
                <a:lnTo>
                  <a:pt x="3131914" y="215700"/>
                </a:lnTo>
                <a:cubicBezTo>
                  <a:pt x="3137454" y="199143"/>
                  <a:pt x="3150437" y="161381"/>
                  <a:pt x="3165669" y="124188"/>
                </a:cubicBezTo>
                <a:cubicBezTo>
                  <a:pt x="3185026" y="76355"/>
                  <a:pt x="3208065" y="29574"/>
                  <a:pt x="3209778" y="26180"/>
                </a:cubicBezTo>
                <a:cubicBezTo>
                  <a:pt x="3209461" y="27936"/>
                  <a:pt x="3207113" y="41123"/>
                  <a:pt x="3204130" y="60007"/>
                </a:cubicBezTo>
                <a:cubicBezTo>
                  <a:pt x="3206415" y="46859"/>
                  <a:pt x="3208001" y="38509"/>
                  <a:pt x="3208001" y="38509"/>
                </a:cubicBezTo>
                <a:cubicBezTo>
                  <a:pt x="3208001" y="38509"/>
                  <a:pt x="3214538" y="84431"/>
                  <a:pt x="3223424" y="130002"/>
                </a:cubicBezTo>
                <a:cubicBezTo>
                  <a:pt x="3229993" y="164180"/>
                  <a:pt x="3237883" y="198138"/>
                  <a:pt x="3241417" y="212982"/>
                </a:cubicBezTo>
                <a:lnTo>
                  <a:pt x="3242716" y="218372"/>
                </a:lnTo>
                <a:lnTo>
                  <a:pt x="3258397" y="218372"/>
                </a:lnTo>
                <a:lnTo>
                  <a:pt x="3259346" y="198436"/>
                </a:lnTo>
                <a:cubicBezTo>
                  <a:pt x="3259536" y="163712"/>
                  <a:pt x="3253634" y="128597"/>
                  <a:pt x="3253634" y="128597"/>
                </a:cubicBezTo>
                <a:cubicBezTo>
                  <a:pt x="3253634" y="128597"/>
                  <a:pt x="3274007" y="161020"/>
                  <a:pt x="3288922" y="195393"/>
                </a:cubicBezTo>
                <a:lnTo>
                  <a:pt x="3297610" y="218372"/>
                </a:lnTo>
                <a:lnTo>
                  <a:pt x="3340482" y="218372"/>
                </a:lnTo>
                <a:lnTo>
                  <a:pt x="3343313" y="210843"/>
                </a:lnTo>
                <a:cubicBezTo>
                  <a:pt x="3349850" y="192935"/>
                  <a:pt x="3357085" y="168784"/>
                  <a:pt x="3362924" y="144282"/>
                </a:cubicBezTo>
                <a:cubicBezTo>
                  <a:pt x="3368382" y="119741"/>
                  <a:pt x="3372380" y="94965"/>
                  <a:pt x="3374221" y="76237"/>
                </a:cubicBezTo>
                <a:cubicBezTo>
                  <a:pt x="3375427" y="66874"/>
                  <a:pt x="3375617" y="59071"/>
                  <a:pt x="3376125" y="53569"/>
                </a:cubicBezTo>
                <a:cubicBezTo>
                  <a:pt x="3376506" y="48068"/>
                  <a:pt x="3376696" y="44947"/>
                  <a:pt x="3376696" y="44947"/>
                </a:cubicBezTo>
                <a:cubicBezTo>
                  <a:pt x="3376696" y="44947"/>
                  <a:pt x="3377458" y="48029"/>
                  <a:pt x="3378664" y="53452"/>
                </a:cubicBezTo>
                <a:cubicBezTo>
                  <a:pt x="3379806" y="58914"/>
                  <a:pt x="3381964" y="66679"/>
                  <a:pt x="3383551" y="76043"/>
                </a:cubicBezTo>
                <a:cubicBezTo>
                  <a:pt x="3387359" y="94770"/>
                  <a:pt x="3390786" y="119935"/>
                  <a:pt x="3392817" y="145335"/>
                </a:cubicBezTo>
                <a:cubicBezTo>
                  <a:pt x="3394404" y="170696"/>
                  <a:pt x="3394531" y="196290"/>
                  <a:pt x="3393388" y="215486"/>
                </a:cubicBezTo>
                <a:lnTo>
                  <a:pt x="3393203" y="218372"/>
                </a:lnTo>
                <a:lnTo>
                  <a:pt x="3451708" y="218372"/>
                </a:lnTo>
                <a:lnTo>
                  <a:pt x="3450698" y="206300"/>
                </a:lnTo>
                <a:cubicBezTo>
                  <a:pt x="3449981" y="195722"/>
                  <a:pt x="3449414" y="184449"/>
                  <a:pt x="3449176" y="173193"/>
                </a:cubicBezTo>
                <a:cubicBezTo>
                  <a:pt x="3447906" y="128090"/>
                  <a:pt x="3451905" y="83495"/>
                  <a:pt x="3451905" y="83495"/>
                </a:cubicBezTo>
                <a:cubicBezTo>
                  <a:pt x="3451905" y="83495"/>
                  <a:pt x="3462884" y="127583"/>
                  <a:pt x="3478815" y="170501"/>
                </a:cubicBezTo>
                <a:cubicBezTo>
                  <a:pt x="3482734" y="181269"/>
                  <a:pt x="3486955" y="191947"/>
                  <a:pt x="3491081" y="201907"/>
                </a:cubicBezTo>
                <a:lnTo>
                  <a:pt x="3498191" y="218372"/>
                </a:lnTo>
                <a:lnTo>
                  <a:pt x="3556656" y="218372"/>
                </a:lnTo>
                <a:lnTo>
                  <a:pt x="3557450" y="211428"/>
                </a:lnTo>
                <a:cubicBezTo>
                  <a:pt x="3559037" y="195276"/>
                  <a:pt x="3559545" y="173661"/>
                  <a:pt x="3558656" y="151851"/>
                </a:cubicBezTo>
                <a:cubicBezTo>
                  <a:pt x="3557260" y="130119"/>
                  <a:pt x="3554404" y="108231"/>
                  <a:pt x="3550913" y="91844"/>
                </a:cubicBezTo>
                <a:cubicBezTo>
                  <a:pt x="3549580" y="83612"/>
                  <a:pt x="3547486" y="76901"/>
                  <a:pt x="3546471" y="72102"/>
                </a:cubicBezTo>
                <a:cubicBezTo>
                  <a:pt x="3545455" y="67888"/>
                  <a:pt x="3544820" y="65274"/>
                  <a:pt x="3544693" y="64689"/>
                </a:cubicBezTo>
                <a:cubicBezTo>
                  <a:pt x="3545074" y="65235"/>
                  <a:pt x="3546534" y="67693"/>
                  <a:pt x="3548945" y="71595"/>
                </a:cubicBezTo>
                <a:cubicBezTo>
                  <a:pt x="3551548" y="76082"/>
                  <a:pt x="3555864" y="82441"/>
                  <a:pt x="3559989" y="90284"/>
                </a:cubicBezTo>
                <a:cubicBezTo>
                  <a:pt x="3568938" y="105812"/>
                  <a:pt x="3579283" y="127036"/>
                  <a:pt x="3588232" y="148730"/>
                </a:cubicBezTo>
                <a:cubicBezTo>
                  <a:pt x="3596673" y="170423"/>
                  <a:pt x="3603781" y="192622"/>
                  <a:pt x="3607843" y="209438"/>
                </a:cubicBezTo>
                <a:lnTo>
                  <a:pt x="3609872" y="218372"/>
                </a:lnTo>
                <a:lnTo>
                  <a:pt x="3665952" y="218372"/>
                </a:lnTo>
                <a:lnTo>
                  <a:pt x="3669723" y="205264"/>
                </a:lnTo>
                <a:cubicBezTo>
                  <a:pt x="3680005" y="167106"/>
                  <a:pt x="3687938" y="128402"/>
                  <a:pt x="3687938" y="128402"/>
                </a:cubicBezTo>
                <a:cubicBezTo>
                  <a:pt x="3687938" y="128402"/>
                  <a:pt x="3694983" y="167145"/>
                  <a:pt x="3699616" y="206239"/>
                </a:cubicBezTo>
                <a:lnTo>
                  <a:pt x="3700830" y="218372"/>
                </a:lnTo>
                <a:lnTo>
                  <a:pt x="3714682" y="218372"/>
                </a:lnTo>
                <a:lnTo>
                  <a:pt x="3714690" y="217583"/>
                </a:lnTo>
                <a:cubicBezTo>
                  <a:pt x="3714864" y="200650"/>
                  <a:pt x="3715102" y="178070"/>
                  <a:pt x="3715356" y="155479"/>
                </a:cubicBezTo>
                <a:cubicBezTo>
                  <a:pt x="3715039" y="110221"/>
                  <a:pt x="3714785" y="65001"/>
                  <a:pt x="3714785" y="65001"/>
                </a:cubicBezTo>
                <a:cubicBezTo>
                  <a:pt x="3714785" y="65001"/>
                  <a:pt x="3729953" y="109089"/>
                  <a:pt x="3745058" y="153177"/>
                </a:cubicBezTo>
                <a:cubicBezTo>
                  <a:pt x="3752262" y="175319"/>
                  <a:pt x="3759482" y="197451"/>
                  <a:pt x="3764900" y="214048"/>
                </a:cubicBezTo>
                <a:lnTo>
                  <a:pt x="3766313" y="218372"/>
                </a:lnTo>
                <a:lnTo>
                  <a:pt x="3795172" y="218372"/>
                </a:lnTo>
                <a:lnTo>
                  <a:pt x="3793903" y="198810"/>
                </a:lnTo>
                <a:cubicBezTo>
                  <a:pt x="3793317" y="188338"/>
                  <a:pt x="3792802" y="177172"/>
                  <a:pt x="3792468" y="166014"/>
                </a:cubicBezTo>
                <a:cubicBezTo>
                  <a:pt x="3790945" y="121379"/>
                  <a:pt x="3792405" y="76940"/>
                  <a:pt x="3792405" y="76940"/>
                </a:cubicBezTo>
                <a:cubicBezTo>
                  <a:pt x="3792405" y="76940"/>
                  <a:pt x="3805860" y="120443"/>
                  <a:pt x="3822107" y="163244"/>
                </a:cubicBezTo>
                <a:cubicBezTo>
                  <a:pt x="3826122" y="173963"/>
                  <a:pt x="3830306" y="184632"/>
                  <a:pt x="3834326" y="194605"/>
                </a:cubicBezTo>
                <a:lnTo>
                  <a:pt x="3844139" y="218372"/>
                </a:lnTo>
                <a:lnTo>
                  <a:pt x="3906964" y="218372"/>
                </a:lnTo>
                <a:lnTo>
                  <a:pt x="3907470" y="210570"/>
                </a:lnTo>
                <a:cubicBezTo>
                  <a:pt x="3909057" y="212443"/>
                  <a:pt x="3910580" y="214316"/>
                  <a:pt x="3912167" y="216188"/>
                </a:cubicBezTo>
                <a:lnTo>
                  <a:pt x="3914032" y="218372"/>
                </a:lnTo>
                <a:lnTo>
                  <a:pt x="4022706" y="218372"/>
                </a:lnTo>
                <a:lnTo>
                  <a:pt x="4029517" y="149315"/>
                </a:lnTo>
                <a:lnTo>
                  <a:pt x="4033642" y="135308"/>
                </a:lnTo>
                <a:lnTo>
                  <a:pt x="4037704" y="149315"/>
                </a:lnTo>
                <a:lnTo>
                  <a:pt x="4044548" y="218372"/>
                </a:lnTo>
                <a:lnTo>
                  <a:pt x="4153254" y="218372"/>
                </a:lnTo>
                <a:lnTo>
                  <a:pt x="4155118" y="216188"/>
                </a:lnTo>
                <a:cubicBezTo>
                  <a:pt x="4156641" y="214354"/>
                  <a:pt x="4158228" y="212482"/>
                  <a:pt x="4159751" y="210648"/>
                </a:cubicBezTo>
                <a:lnTo>
                  <a:pt x="4160283" y="218372"/>
                </a:lnTo>
                <a:lnTo>
                  <a:pt x="4223123" y="218372"/>
                </a:lnTo>
                <a:lnTo>
                  <a:pt x="4232934" y="194605"/>
                </a:lnTo>
                <a:cubicBezTo>
                  <a:pt x="4236956" y="184632"/>
                  <a:pt x="4241148" y="173963"/>
                  <a:pt x="4245178" y="163244"/>
                </a:cubicBezTo>
                <a:cubicBezTo>
                  <a:pt x="4261426" y="120443"/>
                  <a:pt x="4274881" y="76940"/>
                  <a:pt x="4274881" y="76940"/>
                </a:cubicBezTo>
                <a:cubicBezTo>
                  <a:pt x="4274881" y="76940"/>
                  <a:pt x="4276277" y="121379"/>
                  <a:pt x="4274817" y="166014"/>
                </a:cubicBezTo>
                <a:cubicBezTo>
                  <a:pt x="4274484" y="177172"/>
                  <a:pt x="4273969" y="188338"/>
                  <a:pt x="4273382" y="198810"/>
                </a:cubicBezTo>
                <a:lnTo>
                  <a:pt x="4272114" y="218372"/>
                </a:lnTo>
                <a:lnTo>
                  <a:pt x="4302946" y="218372"/>
                </a:lnTo>
                <a:lnTo>
                  <a:pt x="4345964" y="90946"/>
                </a:lnTo>
                <a:lnTo>
                  <a:pt x="4350088" y="218372"/>
                </a:lnTo>
                <a:lnTo>
                  <a:pt x="4366405" y="218372"/>
                </a:lnTo>
                <a:lnTo>
                  <a:pt x="4367606" y="206239"/>
                </a:lnTo>
                <a:cubicBezTo>
                  <a:pt x="4372303" y="167145"/>
                  <a:pt x="4379347" y="128402"/>
                  <a:pt x="4379347" y="128402"/>
                </a:cubicBezTo>
                <a:cubicBezTo>
                  <a:pt x="4379347" y="128402"/>
                  <a:pt x="4387282" y="167106"/>
                  <a:pt x="4397499" y="205264"/>
                </a:cubicBezTo>
                <a:lnTo>
                  <a:pt x="4401285" y="218372"/>
                </a:lnTo>
                <a:lnTo>
                  <a:pt x="4457415" y="218372"/>
                </a:lnTo>
                <a:lnTo>
                  <a:pt x="4459442" y="209438"/>
                </a:lnTo>
                <a:cubicBezTo>
                  <a:pt x="4463505" y="192622"/>
                  <a:pt x="4470550" y="170423"/>
                  <a:pt x="4479054" y="148730"/>
                </a:cubicBezTo>
                <a:cubicBezTo>
                  <a:pt x="4488003" y="127036"/>
                  <a:pt x="4498349" y="105812"/>
                  <a:pt x="4507296" y="90284"/>
                </a:cubicBezTo>
                <a:cubicBezTo>
                  <a:pt x="4511422" y="82441"/>
                  <a:pt x="4515738" y="76082"/>
                  <a:pt x="4518340" y="71595"/>
                </a:cubicBezTo>
                <a:cubicBezTo>
                  <a:pt x="4520751" y="67693"/>
                  <a:pt x="4522212" y="65235"/>
                  <a:pt x="4522592" y="64689"/>
                </a:cubicBezTo>
                <a:cubicBezTo>
                  <a:pt x="4522465" y="65274"/>
                  <a:pt x="4521831" y="67888"/>
                  <a:pt x="4520816" y="72102"/>
                </a:cubicBezTo>
                <a:cubicBezTo>
                  <a:pt x="4519801" y="76901"/>
                  <a:pt x="4517705" y="83612"/>
                  <a:pt x="4516309" y="91844"/>
                </a:cubicBezTo>
                <a:cubicBezTo>
                  <a:pt x="4512882" y="108231"/>
                  <a:pt x="4510025" y="130119"/>
                  <a:pt x="4508629" y="151851"/>
                </a:cubicBezTo>
                <a:cubicBezTo>
                  <a:pt x="4507678" y="173661"/>
                  <a:pt x="4508249" y="195276"/>
                  <a:pt x="4509835" y="211428"/>
                </a:cubicBezTo>
                <a:lnTo>
                  <a:pt x="4510629" y="218372"/>
                </a:lnTo>
                <a:lnTo>
                  <a:pt x="4569056" y="218372"/>
                </a:lnTo>
                <a:lnTo>
                  <a:pt x="4576152" y="201907"/>
                </a:lnTo>
                <a:cubicBezTo>
                  <a:pt x="4580272" y="191947"/>
                  <a:pt x="4584489" y="181269"/>
                  <a:pt x="4588408" y="170501"/>
                </a:cubicBezTo>
                <a:cubicBezTo>
                  <a:pt x="4604401" y="127583"/>
                  <a:pt x="4615382" y="83495"/>
                  <a:pt x="4615382" y="83495"/>
                </a:cubicBezTo>
                <a:cubicBezTo>
                  <a:pt x="4615382" y="83495"/>
                  <a:pt x="4619379" y="128090"/>
                  <a:pt x="4618110" y="173193"/>
                </a:cubicBezTo>
                <a:cubicBezTo>
                  <a:pt x="4617872" y="184449"/>
                  <a:pt x="4617301" y="195722"/>
                  <a:pt x="4616578" y="206300"/>
                </a:cubicBezTo>
                <a:lnTo>
                  <a:pt x="4615559" y="218372"/>
                </a:lnTo>
                <a:lnTo>
                  <a:pt x="4674083" y="218372"/>
                </a:lnTo>
                <a:lnTo>
                  <a:pt x="4673897" y="215486"/>
                </a:lnTo>
                <a:cubicBezTo>
                  <a:pt x="4672755" y="196290"/>
                  <a:pt x="4672882" y="170696"/>
                  <a:pt x="4674469" y="145335"/>
                </a:cubicBezTo>
                <a:cubicBezTo>
                  <a:pt x="4676436" y="119935"/>
                  <a:pt x="4679927" y="94770"/>
                  <a:pt x="4683734" y="76043"/>
                </a:cubicBezTo>
                <a:cubicBezTo>
                  <a:pt x="4685258" y="66679"/>
                  <a:pt x="4687479" y="58914"/>
                  <a:pt x="4688623" y="53452"/>
                </a:cubicBezTo>
                <a:cubicBezTo>
                  <a:pt x="4689827" y="48029"/>
                  <a:pt x="4690525" y="44947"/>
                  <a:pt x="4690525" y="44947"/>
                </a:cubicBezTo>
                <a:cubicBezTo>
                  <a:pt x="4690525" y="44947"/>
                  <a:pt x="4690780" y="48068"/>
                  <a:pt x="4691161" y="53569"/>
                </a:cubicBezTo>
                <a:cubicBezTo>
                  <a:pt x="4691668" y="59071"/>
                  <a:pt x="4691795" y="66874"/>
                  <a:pt x="4693064" y="76237"/>
                </a:cubicBezTo>
                <a:cubicBezTo>
                  <a:pt x="4694841" y="94965"/>
                  <a:pt x="4698903" y="119741"/>
                  <a:pt x="4704299" y="144282"/>
                </a:cubicBezTo>
                <a:cubicBezTo>
                  <a:pt x="4710200" y="168784"/>
                  <a:pt x="4717372" y="192935"/>
                  <a:pt x="4723973" y="210843"/>
                </a:cubicBezTo>
                <a:lnTo>
                  <a:pt x="4726805" y="218372"/>
                </a:lnTo>
                <a:lnTo>
                  <a:pt x="4769623" y="218372"/>
                </a:lnTo>
                <a:lnTo>
                  <a:pt x="4778300" y="195393"/>
                </a:lnTo>
                <a:cubicBezTo>
                  <a:pt x="4793278" y="161020"/>
                  <a:pt x="4813651" y="128597"/>
                  <a:pt x="4813651" y="128597"/>
                </a:cubicBezTo>
                <a:cubicBezTo>
                  <a:pt x="4813651" y="128597"/>
                  <a:pt x="4807750" y="163712"/>
                  <a:pt x="4807939" y="198436"/>
                </a:cubicBezTo>
                <a:lnTo>
                  <a:pt x="4808877" y="218372"/>
                </a:lnTo>
                <a:lnTo>
                  <a:pt x="4824571" y="218372"/>
                </a:lnTo>
                <a:lnTo>
                  <a:pt x="4825870" y="212982"/>
                </a:lnTo>
                <a:cubicBezTo>
                  <a:pt x="4829404" y="198138"/>
                  <a:pt x="4837293" y="164180"/>
                  <a:pt x="4843863" y="130002"/>
                </a:cubicBezTo>
                <a:cubicBezTo>
                  <a:pt x="4852748" y="84431"/>
                  <a:pt x="4859284" y="38509"/>
                  <a:pt x="4859284" y="38509"/>
                </a:cubicBezTo>
                <a:cubicBezTo>
                  <a:pt x="4859284" y="38509"/>
                  <a:pt x="4861125" y="48575"/>
                  <a:pt x="4863791" y="64025"/>
                </a:cubicBezTo>
                <a:cubicBezTo>
                  <a:pt x="4860300" y="41552"/>
                  <a:pt x="4857380" y="25985"/>
                  <a:pt x="4857380" y="25985"/>
                </a:cubicBezTo>
                <a:cubicBezTo>
                  <a:pt x="4857380" y="25985"/>
                  <a:pt x="4881498" y="74521"/>
                  <a:pt x="4901617" y="124188"/>
                </a:cubicBezTo>
                <a:cubicBezTo>
                  <a:pt x="4916849" y="161381"/>
                  <a:pt x="4929797" y="199143"/>
                  <a:pt x="4935318" y="215700"/>
                </a:cubicBezTo>
                <a:lnTo>
                  <a:pt x="4936197" y="218372"/>
                </a:lnTo>
                <a:lnTo>
                  <a:pt x="4964971" y="218372"/>
                </a:lnTo>
                <a:lnTo>
                  <a:pt x="4966060" y="193476"/>
                </a:lnTo>
                <a:cubicBezTo>
                  <a:pt x="4967226" y="171778"/>
                  <a:pt x="4969304" y="142897"/>
                  <a:pt x="4972953" y="114161"/>
                </a:cubicBezTo>
                <a:cubicBezTo>
                  <a:pt x="4979681" y="56652"/>
                  <a:pt x="4992565" y="0"/>
                  <a:pt x="4992565" y="0"/>
                </a:cubicBezTo>
                <a:cubicBezTo>
                  <a:pt x="4992565" y="0"/>
                  <a:pt x="4994596" y="57354"/>
                  <a:pt x="5002846" y="114044"/>
                </a:cubicBezTo>
                <a:cubicBezTo>
                  <a:pt x="5008654" y="156620"/>
                  <a:pt x="5017853" y="198692"/>
                  <a:pt x="5022089" y="217067"/>
                </a:cubicBezTo>
                <a:lnTo>
                  <a:pt x="5022398" y="218372"/>
                </a:lnTo>
                <a:lnTo>
                  <a:pt x="5062234" y="218372"/>
                </a:lnTo>
                <a:lnTo>
                  <a:pt x="5063332" y="213925"/>
                </a:lnTo>
                <a:cubicBezTo>
                  <a:pt x="5064474" y="208697"/>
                  <a:pt x="5066758" y="201206"/>
                  <a:pt x="5068344" y="192155"/>
                </a:cubicBezTo>
                <a:cubicBezTo>
                  <a:pt x="5072279" y="174051"/>
                  <a:pt x="5075706" y="149705"/>
                  <a:pt x="5077547" y="125086"/>
                </a:cubicBezTo>
                <a:cubicBezTo>
                  <a:pt x="5078816" y="100506"/>
                  <a:pt x="5078499" y="75730"/>
                  <a:pt x="5076786" y="57120"/>
                </a:cubicBezTo>
                <a:cubicBezTo>
                  <a:pt x="5076341" y="47756"/>
                  <a:pt x="5074881" y="40070"/>
                  <a:pt x="5074374" y="34607"/>
                </a:cubicBezTo>
                <a:cubicBezTo>
                  <a:pt x="5073739" y="29145"/>
                  <a:pt x="5073359" y="26024"/>
                  <a:pt x="5073359" y="26024"/>
                </a:cubicBezTo>
                <a:cubicBezTo>
                  <a:pt x="5073359" y="26024"/>
                  <a:pt x="5074628" y="29028"/>
                  <a:pt x="5076912" y="34256"/>
                </a:cubicBezTo>
                <a:cubicBezTo>
                  <a:pt x="5079008" y="39524"/>
                  <a:pt x="5082751" y="46975"/>
                  <a:pt x="5086053" y="56105"/>
                </a:cubicBezTo>
                <a:cubicBezTo>
                  <a:pt x="5093287" y="74248"/>
                  <a:pt x="5101158" y="98867"/>
                  <a:pt x="5107376" y="123837"/>
                </a:cubicBezTo>
                <a:cubicBezTo>
                  <a:pt x="5113088" y="148846"/>
                  <a:pt x="5117214" y="174246"/>
                  <a:pt x="5118801" y="193364"/>
                </a:cubicBezTo>
                <a:cubicBezTo>
                  <a:pt x="5120007" y="202962"/>
                  <a:pt x="5120007" y="210921"/>
                  <a:pt x="5120451" y="216539"/>
                </a:cubicBezTo>
                <a:lnTo>
                  <a:pt x="5120556" y="218372"/>
                </a:lnTo>
                <a:lnTo>
                  <a:pt x="5135777" y="218372"/>
                </a:lnTo>
                <a:lnTo>
                  <a:pt x="5138159" y="211546"/>
                </a:lnTo>
                <a:cubicBezTo>
                  <a:pt x="5144822" y="195159"/>
                  <a:pt x="5152755" y="179123"/>
                  <a:pt x="5159229" y="167301"/>
                </a:cubicBezTo>
                <a:cubicBezTo>
                  <a:pt x="5165639" y="155440"/>
                  <a:pt x="5170399" y="147754"/>
                  <a:pt x="5170399" y="147754"/>
                </a:cubicBezTo>
                <a:cubicBezTo>
                  <a:pt x="5170399" y="147754"/>
                  <a:pt x="5165830" y="181191"/>
                  <a:pt x="5167860" y="214081"/>
                </a:cubicBezTo>
                <a:lnTo>
                  <a:pt x="5168316" y="218372"/>
                </a:lnTo>
                <a:lnTo>
                  <a:pt x="5187343" y="218372"/>
                </a:lnTo>
                <a:lnTo>
                  <a:pt x="5224219" y="44869"/>
                </a:lnTo>
                <a:lnTo>
                  <a:pt x="5238944" y="207175"/>
                </a:lnTo>
                <a:cubicBezTo>
                  <a:pt x="5241039" y="200348"/>
                  <a:pt x="5243259" y="193325"/>
                  <a:pt x="5245608" y="186302"/>
                </a:cubicBezTo>
                <a:cubicBezTo>
                  <a:pt x="5258047" y="147325"/>
                  <a:pt x="5273660" y="109128"/>
                  <a:pt x="5273660" y="109128"/>
                </a:cubicBezTo>
                <a:cubicBezTo>
                  <a:pt x="5273660" y="109128"/>
                  <a:pt x="5272898" y="148808"/>
                  <a:pt x="5275374" y="188136"/>
                </a:cubicBezTo>
                <a:lnTo>
                  <a:pt x="5277877" y="218372"/>
                </a:lnTo>
                <a:lnTo>
                  <a:pt x="5313344" y="218372"/>
                </a:lnTo>
                <a:lnTo>
                  <a:pt x="5313796" y="217027"/>
                </a:lnTo>
                <a:cubicBezTo>
                  <a:pt x="5318214" y="203254"/>
                  <a:pt x="5323640" y="184780"/>
                  <a:pt x="5327670" y="165974"/>
                </a:cubicBezTo>
                <a:cubicBezTo>
                  <a:pt x="5335984" y="128441"/>
                  <a:pt x="5338396" y="89932"/>
                  <a:pt x="5338396" y="89932"/>
                </a:cubicBezTo>
                <a:cubicBezTo>
                  <a:pt x="5338396" y="89932"/>
                  <a:pt x="5350962" y="127466"/>
                  <a:pt x="5357563" y="166209"/>
                </a:cubicBezTo>
                <a:cubicBezTo>
                  <a:pt x="5360451" y="182166"/>
                  <a:pt x="5362292" y="198261"/>
                  <a:pt x="5363466" y="211663"/>
                </a:cubicBezTo>
                <a:lnTo>
                  <a:pt x="5363961" y="218372"/>
                </a:lnTo>
                <a:lnTo>
                  <a:pt x="5366689" y="218372"/>
                </a:lnTo>
                <a:lnTo>
                  <a:pt x="5366838" y="216393"/>
                </a:lnTo>
                <a:cubicBezTo>
                  <a:pt x="5367195" y="212706"/>
                  <a:pt x="5367464" y="210609"/>
                  <a:pt x="5367464" y="210609"/>
                </a:cubicBezTo>
                <a:cubicBezTo>
                  <a:pt x="5367464" y="210609"/>
                  <a:pt x="5371464" y="176860"/>
                  <a:pt x="5383521" y="144945"/>
                </a:cubicBezTo>
                <a:cubicBezTo>
                  <a:pt x="5389614" y="128948"/>
                  <a:pt x="5396850" y="113420"/>
                  <a:pt x="5403260" y="102067"/>
                </a:cubicBezTo>
                <a:cubicBezTo>
                  <a:pt x="5409606" y="90713"/>
                  <a:pt x="5414303" y="83378"/>
                  <a:pt x="5414303" y="83378"/>
                </a:cubicBezTo>
                <a:cubicBezTo>
                  <a:pt x="5414303" y="83378"/>
                  <a:pt x="5409733" y="115527"/>
                  <a:pt x="5413351" y="146779"/>
                </a:cubicBezTo>
                <a:cubicBezTo>
                  <a:pt x="5415191" y="162424"/>
                  <a:pt x="5418175" y="177797"/>
                  <a:pt x="5421411" y="189150"/>
                </a:cubicBezTo>
                <a:cubicBezTo>
                  <a:pt x="5424584" y="200504"/>
                  <a:pt x="5427187" y="207917"/>
                  <a:pt x="5427187" y="207917"/>
                </a:cubicBezTo>
                <a:cubicBezTo>
                  <a:pt x="5427187" y="207917"/>
                  <a:pt x="5427785" y="209660"/>
                  <a:pt x="5428935" y="212690"/>
                </a:cubicBezTo>
                <a:lnTo>
                  <a:pt x="5431232" y="218372"/>
                </a:lnTo>
                <a:lnTo>
                  <a:pt x="5472367" y="218372"/>
                </a:lnTo>
                <a:lnTo>
                  <a:pt x="5473010" y="216813"/>
                </a:lnTo>
                <a:cubicBezTo>
                  <a:pt x="5473010" y="216813"/>
                  <a:pt x="5484434" y="188955"/>
                  <a:pt x="5493509" y="160356"/>
                </a:cubicBezTo>
                <a:cubicBezTo>
                  <a:pt x="5502712" y="131874"/>
                  <a:pt x="5509440" y="102730"/>
                  <a:pt x="5509440" y="102730"/>
                </a:cubicBezTo>
                <a:cubicBezTo>
                  <a:pt x="5509440" y="102730"/>
                  <a:pt x="5517627" y="131641"/>
                  <a:pt x="5523402" y="161176"/>
                </a:cubicBezTo>
                <a:cubicBezTo>
                  <a:pt x="5527830" y="183269"/>
                  <a:pt x="5530793" y="205647"/>
                  <a:pt x="5531998" y="215455"/>
                </a:cubicBezTo>
                <a:lnTo>
                  <a:pt x="5532342" y="218372"/>
                </a:lnTo>
                <a:lnTo>
                  <a:pt x="5535689" y="218372"/>
                </a:lnTo>
                <a:lnTo>
                  <a:pt x="5537834" y="213428"/>
                </a:lnTo>
                <a:cubicBezTo>
                  <a:pt x="5538936" y="210814"/>
                  <a:pt x="5539523" y="209361"/>
                  <a:pt x="5539523" y="209361"/>
                </a:cubicBezTo>
                <a:cubicBezTo>
                  <a:pt x="5539523" y="209361"/>
                  <a:pt x="5556024" y="169681"/>
                  <a:pt x="5566179" y="128441"/>
                </a:cubicBezTo>
                <a:cubicBezTo>
                  <a:pt x="5576651" y="87358"/>
                  <a:pt x="5580460" y="45064"/>
                  <a:pt x="5580460" y="45064"/>
                </a:cubicBezTo>
                <a:cubicBezTo>
                  <a:pt x="5580460" y="45064"/>
                  <a:pt x="5591629" y="86655"/>
                  <a:pt x="5596072" y="129417"/>
                </a:cubicBezTo>
                <a:cubicBezTo>
                  <a:pt x="5600832" y="172061"/>
                  <a:pt x="5598738" y="215408"/>
                  <a:pt x="5598738" y="215408"/>
                </a:cubicBezTo>
                <a:lnTo>
                  <a:pt x="5598560" y="218372"/>
                </a:lnTo>
                <a:lnTo>
                  <a:pt x="5599732" y="218372"/>
                </a:lnTo>
                <a:lnTo>
                  <a:pt x="5606941" y="196071"/>
                </a:lnTo>
                <a:cubicBezTo>
                  <a:pt x="5610384" y="185854"/>
                  <a:pt x="5614319" y="174675"/>
                  <a:pt x="5618539" y="163555"/>
                </a:cubicBezTo>
                <a:cubicBezTo>
                  <a:pt x="5632566" y="126218"/>
                  <a:pt x="5649765" y="89854"/>
                  <a:pt x="5649765" y="89854"/>
                </a:cubicBezTo>
                <a:cubicBezTo>
                  <a:pt x="5649765" y="89854"/>
                  <a:pt x="5647290" y="128090"/>
                  <a:pt x="5648242" y="166014"/>
                </a:cubicBezTo>
                <a:cubicBezTo>
                  <a:pt x="5648655" y="184995"/>
                  <a:pt x="5649892" y="203869"/>
                  <a:pt x="5651027" y="217998"/>
                </a:cubicBezTo>
                <a:lnTo>
                  <a:pt x="5651060" y="218372"/>
                </a:lnTo>
                <a:lnTo>
                  <a:pt x="5700101" y="218372"/>
                </a:lnTo>
                <a:lnTo>
                  <a:pt x="5701852" y="212027"/>
                </a:lnTo>
                <a:cubicBezTo>
                  <a:pt x="5703066" y="207407"/>
                  <a:pt x="5703712" y="204757"/>
                  <a:pt x="5703712" y="204757"/>
                </a:cubicBezTo>
                <a:cubicBezTo>
                  <a:pt x="5703712" y="204757"/>
                  <a:pt x="5714438" y="162424"/>
                  <a:pt x="5719643" y="119117"/>
                </a:cubicBezTo>
                <a:cubicBezTo>
                  <a:pt x="5725164" y="75926"/>
                  <a:pt x="5725164" y="32110"/>
                  <a:pt x="5725164" y="32110"/>
                </a:cubicBezTo>
                <a:cubicBezTo>
                  <a:pt x="5725164" y="32110"/>
                  <a:pt x="5740078" y="74677"/>
                  <a:pt x="5749535" y="118453"/>
                </a:cubicBezTo>
                <a:cubicBezTo>
                  <a:pt x="5759309" y="162151"/>
                  <a:pt x="5763498" y="206708"/>
                  <a:pt x="5763498" y="206708"/>
                </a:cubicBezTo>
                <a:cubicBezTo>
                  <a:pt x="5763498" y="206708"/>
                  <a:pt x="5763661" y="208288"/>
                  <a:pt x="5763916" y="211154"/>
                </a:cubicBezTo>
                <a:lnTo>
                  <a:pt x="5764492" y="218372"/>
                </a:lnTo>
                <a:lnTo>
                  <a:pt x="5781430" y="218372"/>
                </a:lnTo>
                <a:lnTo>
                  <a:pt x="5793518" y="175182"/>
                </a:lnTo>
                <a:cubicBezTo>
                  <a:pt x="5803164" y="136127"/>
                  <a:pt x="5808877" y="96331"/>
                  <a:pt x="5808877" y="96331"/>
                </a:cubicBezTo>
                <a:cubicBezTo>
                  <a:pt x="5808877" y="96331"/>
                  <a:pt x="5818143" y="135776"/>
                  <a:pt x="5823410" y="175923"/>
                </a:cubicBezTo>
                <a:cubicBezTo>
                  <a:pt x="5824791" y="185951"/>
                  <a:pt x="5825913" y="196012"/>
                  <a:pt x="5826821" y="205464"/>
                </a:cubicBezTo>
                <a:lnTo>
                  <a:pt x="5827878" y="218372"/>
                </a:lnTo>
                <a:lnTo>
                  <a:pt x="5854340" y="218372"/>
                </a:lnTo>
                <a:lnTo>
                  <a:pt x="5860856" y="206122"/>
                </a:lnTo>
                <a:cubicBezTo>
                  <a:pt x="5868472" y="192193"/>
                  <a:pt x="5880023" y="174051"/>
                  <a:pt x="5892590" y="156454"/>
                </a:cubicBezTo>
                <a:cubicBezTo>
                  <a:pt x="5905600" y="138975"/>
                  <a:pt x="5919690" y="122043"/>
                  <a:pt x="5931114" y="109830"/>
                </a:cubicBezTo>
                <a:cubicBezTo>
                  <a:pt x="5941713" y="98438"/>
                  <a:pt x="5949456" y="90830"/>
                  <a:pt x="5950535" y="89815"/>
                </a:cubicBezTo>
                <a:cubicBezTo>
                  <a:pt x="5949393" y="91961"/>
                  <a:pt x="5931052" y="127193"/>
                  <a:pt x="5920896" y="163088"/>
                </a:cubicBezTo>
                <a:cubicBezTo>
                  <a:pt x="5915693" y="181659"/>
                  <a:pt x="5911820" y="200192"/>
                  <a:pt x="5909979" y="214121"/>
                </a:cubicBezTo>
                <a:lnTo>
                  <a:pt x="5909469" y="218372"/>
                </a:lnTo>
                <a:lnTo>
                  <a:pt x="5930597" y="218372"/>
                </a:lnTo>
                <a:lnTo>
                  <a:pt x="5979984" y="141356"/>
                </a:lnTo>
                <a:lnTo>
                  <a:pt x="5969615" y="218372"/>
                </a:lnTo>
                <a:lnTo>
                  <a:pt x="5990637" y="218372"/>
                </a:lnTo>
                <a:lnTo>
                  <a:pt x="5993946" y="199763"/>
                </a:lnTo>
                <a:cubicBezTo>
                  <a:pt x="5996421" y="181971"/>
                  <a:pt x="5999150" y="158093"/>
                  <a:pt x="5998579" y="134099"/>
                </a:cubicBezTo>
                <a:cubicBezTo>
                  <a:pt x="5997754" y="110221"/>
                  <a:pt x="5995152" y="85992"/>
                  <a:pt x="5989757" y="68240"/>
                </a:cubicBezTo>
                <a:cubicBezTo>
                  <a:pt x="5987853" y="59149"/>
                  <a:pt x="5984554" y="51930"/>
                  <a:pt x="5982903" y="46703"/>
                </a:cubicBezTo>
                <a:cubicBezTo>
                  <a:pt x="5981253" y="42137"/>
                  <a:pt x="5980237" y="39289"/>
                  <a:pt x="5980047" y="38665"/>
                </a:cubicBezTo>
                <a:cubicBezTo>
                  <a:pt x="5980555" y="39329"/>
                  <a:pt x="5982332" y="41943"/>
                  <a:pt x="5985315" y="46078"/>
                </a:cubicBezTo>
                <a:cubicBezTo>
                  <a:pt x="5988552" y="50955"/>
                  <a:pt x="5994073" y="57744"/>
                  <a:pt x="5998706" y="66445"/>
                </a:cubicBezTo>
                <a:cubicBezTo>
                  <a:pt x="6009623" y="83456"/>
                  <a:pt x="6019842" y="107334"/>
                  <a:pt x="6028282" y="131680"/>
                </a:cubicBezTo>
                <a:cubicBezTo>
                  <a:pt x="6032851" y="145179"/>
                  <a:pt x="6036279" y="158757"/>
                  <a:pt x="6039071" y="171437"/>
                </a:cubicBezTo>
                <a:cubicBezTo>
                  <a:pt x="6039642" y="168082"/>
                  <a:pt x="6040214" y="164726"/>
                  <a:pt x="6040848" y="161332"/>
                </a:cubicBezTo>
                <a:cubicBezTo>
                  <a:pt x="6045862" y="138741"/>
                  <a:pt x="6052463" y="116502"/>
                  <a:pt x="6058746" y="100155"/>
                </a:cubicBezTo>
                <a:cubicBezTo>
                  <a:pt x="6061539" y="91922"/>
                  <a:pt x="6064839" y="85211"/>
                  <a:pt x="6066679" y="80452"/>
                </a:cubicBezTo>
                <a:cubicBezTo>
                  <a:pt x="6068710" y="75730"/>
                  <a:pt x="6069789" y="73038"/>
                  <a:pt x="6069789" y="73038"/>
                </a:cubicBezTo>
                <a:cubicBezTo>
                  <a:pt x="6069789" y="73038"/>
                  <a:pt x="6069599" y="75848"/>
                  <a:pt x="6069218" y="80764"/>
                </a:cubicBezTo>
                <a:cubicBezTo>
                  <a:pt x="6069028" y="85679"/>
                  <a:pt x="6068012" y="92625"/>
                  <a:pt x="6068012" y="101013"/>
                </a:cubicBezTo>
                <a:cubicBezTo>
                  <a:pt x="6067314" y="117751"/>
                  <a:pt x="6068266" y="139990"/>
                  <a:pt x="6070806" y="161956"/>
                </a:cubicBezTo>
                <a:cubicBezTo>
                  <a:pt x="6072297" y="172959"/>
                  <a:pt x="6074201" y="183873"/>
                  <a:pt x="6076319" y="194042"/>
                </a:cubicBezTo>
                <a:lnTo>
                  <a:pt x="6082310" y="218372"/>
                </a:lnTo>
                <a:lnTo>
                  <a:pt x="6118430" y="218372"/>
                </a:lnTo>
                <a:lnTo>
                  <a:pt x="6108060" y="141356"/>
                </a:lnTo>
                <a:lnTo>
                  <a:pt x="6157447" y="218372"/>
                </a:lnTo>
                <a:lnTo>
                  <a:pt x="6178574" y="218372"/>
                </a:lnTo>
                <a:lnTo>
                  <a:pt x="6178064" y="214121"/>
                </a:lnTo>
                <a:cubicBezTo>
                  <a:pt x="6176160" y="200192"/>
                  <a:pt x="6172288" y="181659"/>
                  <a:pt x="6167084" y="163088"/>
                </a:cubicBezTo>
                <a:cubicBezTo>
                  <a:pt x="6156930" y="127193"/>
                  <a:pt x="6138651" y="91961"/>
                  <a:pt x="6137509" y="89815"/>
                </a:cubicBezTo>
                <a:cubicBezTo>
                  <a:pt x="6138587" y="90830"/>
                  <a:pt x="6146330" y="98438"/>
                  <a:pt x="6156866" y="109830"/>
                </a:cubicBezTo>
                <a:cubicBezTo>
                  <a:pt x="6168353" y="122043"/>
                  <a:pt x="6182379" y="138975"/>
                  <a:pt x="6195390" y="156454"/>
                </a:cubicBezTo>
                <a:cubicBezTo>
                  <a:pt x="6208020" y="174051"/>
                  <a:pt x="6219508" y="192193"/>
                  <a:pt x="6227124" y="206122"/>
                </a:cubicBezTo>
                <a:lnTo>
                  <a:pt x="6233681" y="218372"/>
                </a:lnTo>
                <a:lnTo>
                  <a:pt x="6260148" y="218372"/>
                </a:lnTo>
                <a:lnTo>
                  <a:pt x="6261196" y="205464"/>
                </a:lnTo>
                <a:cubicBezTo>
                  <a:pt x="6262094" y="196012"/>
                  <a:pt x="6263205" y="185951"/>
                  <a:pt x="6264569" y="175923"/>
                </a:cubicBezTo>
                <a:cubicBezTo>
                  <a:pt x="6269837" y="135776"/>
                  <a:pt x="6279167" y="96331"/>
                  <a:pt x="6279167" y="96331"/>
                </a:cubicBezTo>
                <a:cubicBezTo>
                  <a:pt x="6279167" y="96331"/>
                  <a:pt x="6284815" y="136127"/>
                  <a:pt x="6294526" y="175182"/>
                </a:cubicBezTo>
                <a:lnTo>
                  <a:pt x="6306569" y="218372"/>
                </a:lnTo>
                <a:lnTo>
                  <a:pt x="6323511" y="218372"/>
                </a:lnTo>
                <a:lnTo>
                  <a:pt x="6324075" y="211154"/>
                </a:lnTo>
                <a:cubicBezTo>
                  <a:pt x="6324324" y="208288"/>
                  <a:pt x="6324482" y="206708"/>
                  <a:pt x="6324482" y="206708"/>
                </a:cubicBezTo>
                <a:cubicBezTo>
                  <a:pt x="6324482" y="206708"/>
                  <a:pt x="6328671" y="162151"/>
                  <a:pt x="6338445" y="118453"/>
                </a:cubicBezTo>
                <a:cubicBezTo>
                  <a:pt x="6347711" y="75770"/>
                  <a:pt x="6362118" y="34256"/>
                  <a:pt x="6362879" y="32188"/>
                </a:cubicBezTo>
                <a:cubicBezTo>
                  <a:pt x="6362879" y="34062"/>
                  <a:pt x="6362943" y="76901"/>
                  <a:pt x="6368401" y="119117"/>
                </a:cubicBezTo>
                <a:cubicBezTo>
                  <a:pt x="6373605" y="162424"/>
                  <a:pt x="6384268" y="204757"/>
                  <a:pt x="6384268" y="204757"/>
                </a:cubicBezTo>
                <a:cubicBezTo>
                  <a:pt x="6384268" y="204757"/>
                  <a:pt x="6384919" y="207407"/>
                  <a:pt x="6386138" y="212027"/>
                </a:cubicBezTo>
                <a:lnTo>
                  <a:pt x="6387896" y="218372"/>
                </a:lnTo>
                <a:lnTo>
                  <a:pt x="6436976" y="218372"/>
                </a:lnTo>
                <a:lnTo>
                  <a:pt x="6437009" y="217998"/>
                </a:lnTo>
                <a:cubicBezTo>
                  <a:pt x="6438136" y="203869"/>
                  <a:pt x="6439358" y="184995"/>
                  <a:pt x="6439738" y="166014"/>
                </a:cubicBezTo>
                <a:cubicBezTo>
                  <a:pt x="6440754" y="128090"/>
                  <a:pt x="6438278" y="89854"/>
                  <a:pt x="6438278" y="89854"/>
                </a:cubicBezTo>
                <a:cubicBezTo>
                  <a:pt x="6438278" y="89854"/>
                  <a:pt x="6455478" y="126218"/>
                  <a:pt x="6469441" y="163555"/>
                </a:cubicBezTo>
                <a:cubicBezTo>
                  <a:pt x="6473693" y="174675"/>
                  <a:pt x="6477628" y="185854"/>
                  <a:pt x="6481063" y="196071"/>
                </a:cubicBezTo>
                <a:lnTo>
                  <a:pt x="6488253" y="218372"/>
                </a:lnTo>
                <a:lnTo>
                  <a:pt x="6489459" y="218372"/>
                </a:lnTo>
                <a:lnTo>
                  <a:pt x="6489306" y="215408"/>
                </a:lnTo>
                <a:cubicBezTo>
                  <a:pt x="6489306" y="215408"/>
                  <a:pt x="6487148" y="172061"/>
                  <a:pt x="6491971" y="129417"/>
                </a:cubicBezTo>
                <a:cubicBezTo>
                  <a:pt x="6496351" y="86655"/>
                  <a:pt x="6507584" y="45064"/>
                  <a:pt x="6507584" y="45064"/>
                </a:cubicBezTo>
                <a:cubicBezTo>
                  <a:pt x="6507584" y="45064"/>
                  <a:pt x="6511392" y="87358"/>
                  <a:pt x="6521864" y="128441"/>
                </a:cubicBezTo>
                <a:cubicBezTo>
                  <a:pt x="6531956" y="169681"/>
                  <a:pt x="6548457" y="209361"/>
                  <a:pt x="6548457" y="209361"/>
                </a:cubicBezTo>
                <a:cubicBezTo>
                  <a:pt x="6548457" y="209361"/>
                  <a:pt x="6549060" y="210814"/>
                  <a:pt x="6550179" y="213428"/>
                </a:cubicBezTo>
                <a:lnTo>
                  <a:pt x="6552337" y="218372"/>
                </a:lnTo>
                <a:lnTo>
                  <a:pt x="6555643" y="218372"/>
                </a:lnTo>
                <a:lnTo>
                  <a:pt x="6555993" y="215455"/>
                </a:lnTo>
                <a:cubicBezTo>
                  <a:pt x="6557216" y="205647"/>
                  <a:pt x="6560215" y="183269"/>
                  <a:pt x="6564641" y="161176"/>
                </a:cubicBezTo>
                <a:cubicBezTo>
                  <a:pt x="6570353" y="131641"/>
                  <a:pt x="6578604" y="102730"/>
                  <a:pt x="6578604" y="102730"/>
                </a:cubicBezTo>
                <a:cubicBezTo>
                  <a:pt x="6578604" y="102730"/>
                  <a:pt x="6585331" y="131874"/>
                  <a:pt x="6594534" y="160356"/>
                </a:cubicBezTo>
                <a:cubicBezTo>
                  <a:pt x="6603546" y="188955"/>
                  <a:pt x="6614970" y="216813"/>
                  <a:pt x="6614970" y="216813"/>
                </a:cubicBezTo>
                <a:lnTo>
                  <a:pt x="6615614" y="218372"/>
                </a:lnTo>
                <a:lnTo>
                  <a:pt x="6656796" y="218372"/>
                </a:lnTo>
                <a:lnTo>
                  <a:pt x="6659100" y="212690"/>
                </a:lnTo>
                <a:cubicBezTo>
                  <a:pt x="6660254" y="209660"/>
                  <a:pt x="6660857" y="207917"/>
                  <a:pt x="6660857" y="207917"/>
                </a:cubicBezTo>
                <a:cubicBezTo>
                  <a:pt x="6660857" y="207917"/>
                  <a:pt x="6663459" y="200504"/>
                  <a:pt x="6666633" y="189150"/>
                </a:cubicBezTo>
                <a:cubicBezTo>
                  <a:pt x="6669806" y="177797"/>
                  <a:pt x="6672852" y="162424"/>
                  <a:pt x="6674693" y="146779"/>
                </a:cubicBezTo>
                <a:cubicBezTo>
                  <a:pt x="6678310" y="115527"/>
                  <a:pt x="6673741" y="83378"/>
                  <a:pt x="6673741" y="83378"/>
                </a:cubicBezTo>
                <a:cubicBezTo>
                  <a:pt x="6673741" y="83378"/>
                  <a:pt x="6678437" y="90713"/>
                  <a:pt x="6684784" y="102067"/>
                </a:cubicBezTo>
                <a:cubicBezTo>
                  <a:pt x="6691194" y="113420"/>
                  <a:pt x="6698430" y="128948"/>
                  <a:pt x="6704522" y="144945"/>
                </a:cubicBezTo>
                <a:cubicBezTo>
                  <a:pt x="6716581" y="176860"/>
                  <a:pt x="6720579" y="210609"/>
                  <a:pt x="6720579" y="210609"/>
                </a:cubicBezTo>
                <a:cubicBezTo>
                  <a:pt x="6720579" y="210609"/>
                  <a:pt x="6720849" y="212706"/>
                  <a:pt x="6721206" y="216393"/>
                </a:cubicBezTo>
                <a:lnTo>
                  <a:pt x="6721355" y="218372"/>
                </a:lnTo>
                <a:lnTo>
                  <a:pt x="6724058" y="218372"/>
                </a:lnTo>
                <a:lnTo>
                  <a:pt x="6724555" y="211663"/>
                </a:lnTo>
                <a:cubicBezTo>
                  <a:pt x="6725737" y="198261"/>
                  <a:pt x="6727593" y="182166"/>
                  <a:pt x="6730480" y="166209"/>
                </a:cubicBezTo>
                <a:cubicBezTo>
                  <a:pt x="6737081" y="127466"/>
                  <a:pt x="6749583" y="89932"/>
                  <a:pt x="6749583" y="89932"/>
                </a:cubicBezTo>
                <a:cubicBezTo>
                  <a:pt x="6749583" y="89932"/>
                  <a:pt x="6751995" y="128441"/>
                  <a:pt x="6760373" y="165974"/>
                </a:cubicBezTo>
                <a:cubicBezTo>
                  <a:pt x="6764372" y="184780"/>
                  <a:pt x="6769782" y="203254"/>
                  <a:pt x="6774193" y="217027"/>
                </a:cubicBezTo>
                <a:lnTo>
                  <a:pt x="6774644" y="218372"/>
                </a:lnTo>
                <a:lnTo>
                  <a:pt x="6810105" y="218372"/>
                </a:lnTo>
                <a:lnTo>
                  <a:pt x="6812607" y="188136"/>
                </a:lnTo>
                <a:cubicBezTo>
                  <a:pt x="6815145" y="148808"/>
                  <a:pt x="6814320" y="109128"/>
                  <a:pt x="6814320" y="109128"/>
                </a:cubicBezTo>
                <a:cubicBezTo>
                  <a:pt x="6814320" y="109128"/>
                  <a:pt x="6829933" y="147325"/>
                  <a:pt x="6842436" y="186302"/>
                </a:cubicBezTo>
                <a:cubicBezTo>
                  <a:pt x="6844784" y="193325"/>
                  <a:pt x="6846942" y="200348"/>
                  <a:pt x="6849036" y="207175"/>
                </a:cubicBezTo>
                <a:lnTo>
                  <a:pt x="6863824" y="44869"/>
                </a:lnTo>
                <a:lnTo>
                  <a:pt x="6900702" y="218372"/>
                </a:lnTo>
                <a:lnTo>
                  <a:pt x="6919664" y="218372"/>
                </a:lnTo>
                <a:lnTo>
                  <a:pt x="6920119" y="214081"/>
                </a:lnTo>
                <a:cubicBezTo>
                  <a:pt x="6922151" y="181191"/>
                  <a:pt x="6917644" y="147754"/>
                  <a:pt x="6917644" y="147754"/>
                </a:cubicBezTo>
                <a:cubicBezTo>
                  <a:pt x="6917644" y="147754"/>
                  <a:pt x="6922404" y="155440"/>
                  <a:pt x="6928751" y="167301"/>
                </a:cubicBezTo>
                <a:cubicBezTo>
                  <a:pt x="6935288" y="179123"/>
                  <a:pt x="6943158" y="195159"/>
                  <a:pt x="6949822" y="211546"/>
                </a:cubicBezTo>
                <a:lnTo>
                  <a:pt x="6952204" y="218372"/>
                </a:lnTo>
                <a:lnTo>
                  <a:pt x="6967487" y="218372"/>
                </a:lnTo>
                <a:lnTo>
                  <a:pt x="6967592" y="216539"/>
                </a:lnTo>
                <a:cubicBezTo>
                  <a:pt x="6968037" y="210921"/>
                  <a:pt x="6968037" y="202962"/>
                  <a:pt x="6969179" y="193364"/>
                </a:cubicBezTo>
                <a:cubicBezTo>
                  <a:pt x="6970829" y="174246"/>
                  <a:pt x="6974891" y="148846"/>
                  <a:pt x="6980603" y="123837"/>
                </a:cubicBezTo>
                <a:cubicBezTo>
                  <a:pt x="6986886" y="98867"/>
                  <a:pt x="6994756" y="74248"/>
                  <a:pt x="7001992" y="56105"/>
                </a:cubicBezTo>
                <a:cubicBezTo>
                  <a:pt x="7005292" y="46975"/>
                  <a:pt x="7008973" y="39524"/>
                  <a:pt x="7011131" y="34256"/>
                </a:cubicBezTo>
                <a:cubicBezTo>
                  <a:pt x="7013352" y="29028"/>
                  <a:pt x="7014685" y="26024"/>
                  <a:pt x="7014685" y="26024"/>
                </a:cubicBezTo>
                <a:cubicBezTo>
                  <a:pt x="7014685" y="26024"/>
                  <a:pt x="7014305" y="29145"/>
                  <a:pt x="7013606" y="34607"/>
                </a:cubicBezTo>
                <a:cubicBezTo>
                  <a:pt x="7013098" y="40070"/>
                  <a:pt x="7011702" y="47756"/>
                  <a:pt x="7011258" y="57120"/>
                </a:cubicBezTo>
                <a:cubicBezTo>
                  <a:pt x="7009545" y="75730"/>
                  <a:pt x="7009227" y="100506"/>
                  <a:pt x="7010496" y="125086"/>
                </a:cubicBezTo>
                <a:cubicBezTo>
                  <a:pt x="7012337" y="149705"/>
                  <a:pt x="7015764" y="174051"/>
                  <a:pt x="7019636" y="192155"/>
                </a:cubicBezTo>
                <a:cubicBezTo>
                  <a:pt x="7021286" y="201206"/>
                  <a:pt x="7023571" y="208697"/>
                  <a:pt x="7024713" y="213925"/>
                </a:cubicBezTo>
                <a:lnTo>
                  <a:pt x="7025810" y="218372"/>
                </a:lnTo>
                <a:lnTo>
                  <a:pt x="7065645" y="218372"/>
                </a:lnTo>
                <a:lnTo>
                  <a:pt x="7065953" y="217067"/>
                </a:lnTo>
                <a:cubicBezTo>
                  <a:pt x="7070187" y="198692"/>
                  <a:pt x="7079374" y="156620"/>
                  <a:pt x="7085133" y="114044"/>
                </a:cubicBezTo>
                <a:cubicBezTo>
                  <a:pt x="7093384" y="57354"/>
                  <a:pt x="7095478" y="0"/>
                  <a:pt x="7095478" y="0"/>
                </a:cubicBezTo>
                <a:cubicBezTo>
                  <a:pt x="7095478" y="0"/>
                  <a:pt x="7108362" y="56652"/>
                  <a:pt x="7115090" y="114161"/>
                </a:cubicBezTo>
                <a:cubicBezTo>
                  <a:pt x="7118708" y="142897"/>
                  <a:pt x="7120770" y="171778"/>
                  <a:pt x="7121928" y="193476"/>
                </a:cubicBezTo>
                <a:lnTo>
                  <a:pt x="7123010" y="218372"/>
                </a:lnTo>
                <a:lnTo>
                  <a:pt x="7151790" y="218372"/>
                </a:lnTo>
                <a:lnTo>
                  <a:pt x="7152672" y="215700"/>
                </a:lnTo>
                <a:cubicBezTo>
                  <a:pt x="7158212" y="199143"/>
                  <a:pt x="7171195" y="161381"/>
                  <a:pt x="7186427" y="124188"/>
                </a:cubicBezTo>
                <a:cubicBezTo>
                  <a:pt x="7205784" y="76355"/>
                  <a:pt x="7228822" y="29574"/>
                  <a:pt x="7230536" y="26180"/>
                </a:cubicBezTo>
                <a:cubicBezTo>
                  <a:pt x="7230219" y="27936"/>
                  <a:pt x="7227870" y="41123"/>
                  <a:pt x="7224888" y="60007"/>
                </a:cubicBezTo>
                <a:cubicBezTo>
                  <a:pt x="7227172" y="46859"/>
                  <a:pt x="7228695" y="38509"/>
                  <a:pt x="7228695" y="38509"/>
                </a:cubicBezTo>
                <a:cubicBezTo>
                  <a:pt x="7228695" y="38509"/>
                  <a:pt x="7235296" y="84431"/>
                  <a:pt x="7244182" y="130002"/>
                </a:cubicBezTo>
                <a:cubicBezTo>
                  <a:pt x="7250751" y="164180"/>
                  <a:pt x="7258641" y="198138"/>
                  <a:pt x="7262175" y="212982"/>
                </a:cubicBezTo>
                <a:lnTo>
                  <a:pt x="7263474" y="218372"/>
                </a:lnTo>
                <a:lnTo>
                  <a:pt x="7279143" y="218372"/>
                </a:lnTo>
                <a:lnTo>
                  <a:pt x="7280104" y="198436"/>
                </a:lnTo>
                <a:cubicBezTo>
                  <a:pt x="7280294" y="163712"/>
                  <a:pt x="7274392" y="128597"/>
                  <a:pt x="7274392" y="128597"/>
                </a:cubicBezTo>
                <a:cubicBezTo>
                  <a:pt x="7274392" y="128597"/>
                  <a:pt x="7294765" y="161020"/>
                  <a:pt x="7309679" y="195393"/>
                </a:cubicBezTo>
                <a:lnTo>
                  <a:pt x="7318357" y="218372"/>
                </a:lnTo>
                <a:lnTo>
                  <a:pt x="7361240" y="218372"/>
                </a:lnTo>
                <a:lnTo>
                  <a:pt x="7364071" y="210843"/>
                </a:lnTo>
                <a:cubicBezTo>
                  <a:pt x="7370607" y="192935"/>
                  <a:pt x="7377843" y="168784"/>
                  <a:pt x="7383682" y="144282"/>
                </a:cubicBezTo>
                <a:cubicBezTo>
                  <a:pt x="7389076" y="119741"/>
                  <a:pt x="7393138" y="94965"/>
                  <a:pt x="7394979" y="76237"/>
                </a:cubicBezTo>
                <a:cubicBezTo>
                  <a:pt x="7396185" y="66874"/>
                  <a:pt x="7396375" y="59071"/>
                  <a:pt x="7396883" y="53569"/>
                </a:cubicBezTo>
                <a:cubicBezTo>
                  <a:pt x="7397264" y="48068"/>
                  <a:pt x="7397455" y="44947"/>
                  <a:pt x="7397455" y="44947"/>
                </a:cubicBezTo>
                <a:cubicBezTo>
                  <a:pt x="7397455" y="44947"/>
                  <a:pt x="7398153" y="48029"/>
                  <a:pt x="7399422" y="53452"/>
                </a:cubicBezTo>
                <a:cubicBezTo>
                  <a:pt x="7400564" y="58914"/>
                  <a:pt x="7402722" y="66679"/>
                  <a:pt x="7404309" y="76043"/>
                </a:cubicBezTo>
                <a:cubicBezTo>
                  <a:pt x="7408117" y="94770"/>
                  <a:pt x="7411544" y="119935"/>
                  <a:pt x="7413575" y="145335"/>
                </a:cubicBezTo>
                <a:cubicBezTo>
                  <a:pt x="7415161" y="170696"/>
                  <a:pt x="7415225" y="196290"/>
                  <a:pt x="7414083" y="215486"/>
                </a:cubicBezTo>
                <a:lnTo>
                  <a:pt x="7413918" y="218372"/>
                </a:lnTo>
                <a:lnTo>
                  <a:pt x="7472465" y="218372"/>
                </a:lnTo>
                <a:lnTo>
                  <a:pt x="7471455" y="206300"/>
                </a:lnTo>
                <a:cubicBezTo>
                  <a:pt x="7470738" y="195722"/>
                  <a:pt x="7470171" y="184449"/>
                  <a:pt x="7469933" y="173193"/>
                </a:cubicBezTo>
                <a:cubicBezTo>
                  <a:pt x="7468664" y="128090"/>
                  <a:pt x="7472663" y="83495"/>
                  <a:pt x="7472663" y="83495"/>
                </a:cubicBezTo>
                <a:cubicBezTo>
                  <a:pt x="7472663" y="83495"/>
                  <a:pt x="7483642" y="127583"/>
                  <a:pt x="7499573" y="170501"/>
                </a:cubicBezTo>
                <a:cubicBezTo>
                  <a:pt x="7503492" y="181269"/>
                  <a:pt x="7507713" y="191947"/>
                  <a:pt x="7511839" y="201907"/>
                </a:cubicBezTo>
                <a:lnTo>
                  <a:pt x="7518949" y="218372"/>
                </a:lnTo>
                <a:lnTo>
                  <a:pt x="7577392" y="218372"/>
                </a:lnTo>
                <a:lnTo>
                  <a:pt x="7578208" y="211428"/>
                </a:lnTo>
                <a:cubicBezTo>
                  <a:pt x="7579795" y="195276"/>
                  <a:pt x="7580302" y="173661"/>
                  <a:pt x="7579414" y="151851"/>
                </a:cubicBezTo>
                <a:cubicBezTo>
                  <a:pt x="7578018" y="130119"/>
                  <a:pt x="7575098" y="108231"/>
                  <a:pt x="7571671" y="91844"/>
                </a:cubicBezTo>
                <a:cubicBezTo>
                  <a:pt x="7570275" y="83612"/>
                  <a:pt x="7568244" y="76901"/>
                  <a:pt x="7567229" y="72102"/>
                </a:cubicBezTo>
                <a:cubicBezTo>
                  <a:pt x="7566213" y="67888"/>
                  <a:pt x="7565578" y="65274"/>
                  <a:pt x="7565451" y="64689"/>
                </a:cubicBezTo>
                <a:cubicBezTo>
                  <a:pt x="7565832" y="65235"/>
                  <a:pt x="7567292" y="67693"/>
                  <a:pt x="7569703" y="71595"/>
                </a:cubicBezTo>
                <a:cubicBezTo>
                  <a:pt x="7572306" y="76082"/>
                  <a:pt x="7576622" y="82441"/>
                  <a:pt x="7580747" y="90284"/>
                </a:cubicBezTo>
                <a:cubicBezTo>
                  <a:pt x="7589695" y="105812"/>
                  <a:pt x="7599977" y="127036"/>
                  <a:pt x="7608926" y="148730"/>
                </a:cubicBezTo>
                <a:cubicBezTo>
                  <a:pt x="7617430" y="170423"/>
                  <a:pt x="7624539" y="192622"/>
                  <a:pt x="7628601" y="209438"/>
                </a:cubicBezTo>
                <a:lnTo>
                  <a:pt x="7630630" y="218372"/>
                </a:lnTo>
                <a:lnTo>
                  <a:pt x="7686702" y="218372"/>
                </a:lnTo>
                <a:lnTo>
                  <a:pt x="7690481" y="205264"/>
                </a:lnTo>
                <a:cubicBezTo>
                  <a:pt x="7690799" y="204132"/>
                  <a:pt x="7691053" y="203040"/>
                  <a:pt x="7691370" y="201908"/>
                </a:cubicBezTo>
                <a:lnTo>
                  <a:pt x="7698148" y="218372"/>
                </a:lnTo>
                <a:lnTo>
                  <a:pt x="7838682" y="218372"/>
                </a:lnTo>
                <a:lnTo>
                  <a:pt x="7843881" y="165858"/>
                </a:lnTo>
                <a:cubicBezTo>
                  <a:pt x="7847832" y="176343"/>
                  <a:pt x="7851922" y="186731"/>
                  <a:pt x="7855834" y="196415"/>
                </a:cubicBezTo>
                <a:lnTo>
                  <a:pt x="7864912" y="218372"/>
                </a:lnTo>
                <a:lnTo>
                  <a:pt x="7949815" y="218372"/>
                </a:lnTo>
                <a:lnTo>
                  <a:pt x="7951965" y="212091"/>
                </a:lnTo>
                <a:lnTo>
                  <a:pt x="7954144" y="218372"/>
                </a:lnTo>
                <a:lnTo>
                  <a:pt x="8039018" y="218372"/>
                </a:lnTo>
                <a:lnTo>
                  <a:pt x="8048097" y="196415"/>
                </a:lnTo>
                <a:cubicBezTo>
                  <a:pt x="8052009" y="186731"/>
                  <a:pt x="8056099" y="176343"/>
                  <a:pt x="8060049" y="165858"/>
                </a:cubicBezTo>
                <a:lnTo>
                  <a:pt x="8065249" y="218372"/>
                </a:lnTo>
                <a:lnTo>
                  <a:pt x="8205783" y="218372"/>
                </a:lnTo>
                <a:lnTo>
                  <a:pt x="8212560" y="201908"/>
                </a:lnTo>
                <a:cubicBezTo>
                  <a:pt x="8212878" y="203040"/>
                  <a:pt x="8213131" y="204132"/>
                  <a:pt x="8213449" y="205264"/>
                </a:cubicBezTo>
                <a:lnTo>
                  <a:pt x="8217235" y="218372"/>
                </a:lnTo>
                <a:lnTo>
                  <a:pt x="8273329" y="218372"/>
                </a:lnTo>
                <a:lnTo>
                  <a:pt x="8275329" y="209438"/>
                </a:lnTo>
                <a:cubicBezTo>
                  <a:pt x="8279391" y="192622"/>
                  <a:pt x="8286499" y="170423"/>
                  <a:pt x="8295004" y="148730"/>
                </a:cubicBezTo>
                <a:cubicBezTo>
                  <a:pt x="8303953" y="127036"/>
                  <a:pt x="8314298" y="105812"/>
                  <a:pt x="8323183" y="90284"/>
                </a:cubicBezTo>
                <a:cubicBezTo>
                  <a:pt x="8327372" y="82441"/>
                  <a:pt x="8331624" y="76082"/>
                  <a:pt x="8334290" y="71595"/>
                </a:cubicBezTo>
                <a:cubicBezTo>
                  <a:pt x="8336702" y="67693"/>
                  <a:pt x="8338161" y="65235"/>
                  <a:pt x="8338478" y="64689"/>
                </a:cubicBezTo>
                <a:cubicBezTo>
                  <a:pt x="8338352" y="65274"/>
                  <a:pt x="8337780" y="67888"/>
                  <a:pt x="8336702" y="72102"/>
                </a:cubicBezTo>
                <a:cubicBezTo>
                  <a:pt x="8335686" y="76901"/>
                  <a:pt x="8333656" y="83612"/>
                  <a:pt x="8332259" y="91844"/>
                </a:cubicBezTo>
                <a:cubicBezTo>
                  <a:pt x="8328832" y="108231"/>
                  <a:pt x="8325975" y="130119"/>
                  <a:pt x="8324579" y="151851"/>
                </a:cubicBezTo>
                <a:cubicBezTo>
                  <a:pt x="8323627" y="173661"/>
                  <a:pt x="8324135" y="195276"/>
                  <a:pt x="8325785" y="211428"/>
                </a:cubicBezTo>
                <a:lnTo>
                  <a:pt x="8326579" y="218372"/>
                </a:lnTo>
                <a:lnTo>
                  <a:pt x="8385005" y="218372"/>
                </a:lnTo>
                <a:lnTo>
                  <a:pt x="8392101" y="201907"/>
                </a:lnTo>
                <a:cubicBezTo>
                  <a:pt x="8396222" y="191947"/>
                  <a:pt x="8400438" y="181269"/>
                  <a:pt x="8404357" y="170501"/>
                </a:cubicBezTo>
                <a:cubicBezTo>
                  <a:pt x="8420287" y="127583"/>
                  <a:pt x="8431330" y="83495"/>
                  <a:pt x="8431330" y="83495"/>
                </a:cubicBezTo>
                <a:cubicBezTo>
                  <a:pt x="8431330" y="83495"/>
                  <a:pt x="8435265" y="128090"/>
                  <a:pt x="8433996" y="173193"/>
                </a:cubicBezTo>
                <a:cubicBezTo>
                  <a:pt x="8433774" y="184449"/>
                  <a:pt x="8433214" y="195722"/>
                  <a:pt x="8432500" y="206300"/>
                </a:cubicBezTo>
                <a:lnTo>
                  <a:pt x="8431489" y="218372"/>
                </a:lnTo>
                <a:lnTo>
                  <a:pt x="8490012" y="218372"/>
                </a:lnTo>
                <a:lnTo>
                  <a:pt x="8489847" y="215486"/>
                </a:lnTo>
                <a:cubicBezTo>
                  <a:pt x="8488705" y="196290"/>
                  <a:pt x="8488832" y="170696"/>
                  <a:pt x="8490355" y="145335"/>
                </a:cubicBezTo>
                <a:cubicBezTo>
                  <a:pt x="8492385" y="119935"/>
                  <a:pt x="8495813" y="94770"/>
                  <a:pt x="8499621" y="76043"/>
                </a:cubicBezTo>
                <a:cubicBezTo>
                  <a:pt x="8501207" y="66679"/>
                  <a:pt x="8503366" y="58914"/>
                  <a:pt x="8504508" y="53452"/>
                </a:cubicBezTo>
                <a:cubicBezTo>
                  <a:pt x="8505778" y="48029"/>
                  <a:pt x="8506476" y="44947"/>
                  <a:pt x="8506476" y="44947"/>
                </a:cubicBezTo>
                <a:cubicBezTo>
                  <a:pt x="8506476" y="44947"/>
                  <a:pt x="8506729" y="48068"/>
                  <a:pt x="8507110" y="53569"/>
                </a:cubicBezTo>
                <a:cubicBezTo>
                  <a:pt x="8507618" y="59071"/>
                  <a:pt x="8507745" y="66874"/>
                  <a:pt x="8508951" y="76237"/>
                </a:cubicBezTo>
                <a:cubicBezTo>
                  <a:pt x="8510791" y="94965"/>
                  <a:pt x="8514853" y="119741"/>
                  <a:pt x="8520247" y="144282"/>
                </a:cubicBezTo>
                <a:cubicBezTo>
                  <a:pt x="8526087" y="168784"/>
                  <a:pt x="8533322" y="192935"/>
                  <a:pt x="8539859" y="210843"/>
                </a:cubicBezTo>
                <a:lnTo>
                  <a:pt x="8542690" y="218372"/>
                </a:lnTo>
                <a:lnTo>
                  <a:pt x="8585573" y="218372"/>
                </a:lnTo>
                <a:lnTo>
                  <a:pt x="8594250" y="195393"/>
                </a:lnTo>
                <a:cubicBezTo>
                  <a:pt x="8609165" y="161020"/>
                  <a:pt x="8629538" y="128597"/>
                  <a:pt x="8629538" y="128597"/>
                </a:cubicBezTo>
                <a:cubicBezTo>
                  <a:pt x="8629538" y="128597"/>
                  <a:pt x="8623699" y="163712"/>
                  <a:pt x="8623826" y="198436"/>
                </a:cubicBezTo>
                <a:lnTo>
                  <a:pt x="8624788" y="218372"/>
                </a:lnTo>
                <a:lnTo>
                  <a:pt x="8640457" y="218372"/>
                </a:lnTo>
                <a:lnTo>
                  <a:pt x="8641755" y="212982"/>
                </a:lnTo>
                <a:cubicBezTo>
                  <a:pt x="8645290" y="198138"/>
                  <a:pt x="8653179" y="164180"/>
                  <a:pt x="8659748" y="130002"/>
                </a:cubicBezTo>
                <a:cubicBezTo>
                  <a:pt x="8668697" y="84431"/>
                  <a:pt x="8675234" y="38509"/>
                  <a:pt x="8675234" y="38509"/>
                </a:cubicBezTo>
                <a:cubicBezTo>
                  <a:pt x="8675234" y="38509"/>
                  <a:pt x="8676757" y="46859"/>
                  <a:pt x="8679042" y="60046"/>
                </a:cubicBezTo>
                <a:cubicBezTo>
                  <a:pt x="8675869" y="39758"/>
                  <a:pt x="8673330" y="25985"/>
                  <a:pt x="8673330" y="25985"/>
                </a:cubicBezTo>
                <a:cubicBezTo>
                  <a:pt x="8673330" y="25985"/>
                  <a:pt x="8697384" y="74521"/>
                  <a:pt x="8717503" y="124188"/>
                </a:cubicBezTo>
                <a:cubicBezTo>
                  <a:pt x="8732783" y="161381"/>
                  <a:pt x="8745742" y="199143"/>
                  <a:pt x="8751267" y="215700"/>
                </a:cubicBezTo>
                <a:lnTo>
                  <a:pt x="8752146" y="218372"/>
                </a:lnTo>
                <a:lnTo>
                  <a:pt x="8780919" y="218372"/>
                </a:lnTo>
                <a:lnTo>
                  <a:pt x="8782001" y="193476"/>
                </a:lnTo>
                <a:cubicBezTo>
                  <a:pt x="8783160" y="171778"/>
                  <a:pt x="8785222" y="142897"/>
                  <a:pt x="8788840" y="114161"/>
                </a:cubicBezTo>
                <a:cubicBezTo>
                  <a:pt x="8795567" y="56652"/>
                  <a:pt x="8808451" y="0"/>
                  <a:pt x="8808451" y="0"/>
                </a:cubicBezTo>
                <a:cubicBezTo>
                  <a:pt x="8808451" y="0"/>
                  <a:pt x="8810545" y="57354"/>
                  <a:pt x="8818796" y="114044"/>
                </a:cubicBezTo>
                <a:cubicBezTo>
                  <a:pt x="8824555" y="156620"/>
                  <a:pt x="8833742" y="198692"/>
                  <a:pt x="8837976" y="217067"/>
                </a:cubicBezTo>
                <a:lnTo>
                  <a:pt x="8838284" y="218372"/>
                </a:lnTo>
                <a:lnTo>
                  <a:pt x="8878119" y="218372"/>
                </a:lnTo>
                <a:lnTo>
                  <a:pt x="8879217" y="213925"/>
                </a:lnTo>
                <a:cubicBezTo>
                  <a:pt x="8880359" y="208697"/>
                  <a:pt x="8882707" y="201206"/>
                  <a:pt x="8884294" y="192155"/>
                </a:cubicBezTo>
                <a:cubicBezTo>
                  <a:pt x="8888229" y="174051"/>
                  <a:pt x="8891656" y="149705"/>
                  <a:pt x="8893433" y="125086"/>
                </a:cubicBezTo>
                <a:cubicBezTo>
                  <a:pt x="8894766" y="100506"/>
                  <a:pt x="8894386" y="75730"/>
                  <a:pt x="8892735" y="57120"/>
                </a:cubicBezTo>
                <a:cubicBezTo>
                  <a:pt x="8892227" y="47756"/>
                  <a:pt x="8890831" y="40070"/>
                  <a:pt x="8890324" y="34607"/>
                </a:cubicBezTo>
                <a:cubicBezTo>
                  <a:pt x="8889626" y="29145"/>
                  <a:pt x="8889244" y="26024"/>
                  <a:pt x="8889244" y="26024"/>
                </a:cubicBezTo>
                <a:cubicBezTo>
                  <a:pt x="8889244" y="26024"/>
                  <a:pt x="8890578" y="29028"/>
                  <a:pt x="8892862" y="34256"/>
                </a:cubicBezTo>
                <a:cubicBezTo>
                  <a:pt x="8894957" y="39524"/>
                  <a:pt x="8898701" y="46975"/>
                  <a:pt x="8901938" y="56105"/>
                </a:cubicBezTo>
                <a:cubicBezTo>
                  <a:pt x="8909237" y="74248"/>
                  <a:pt x="8917043" y="98867"/>
                  <a:pt x="8923326" y="123837"/>
                </a:cubicBezTo>
                <a:cubicBezTo>
                  <a:pt x="8929038" y="148846"/>
                  <a:pt x="8933100" y="174246"/>
                  <a:pt x="8934750" y="193364"/>
                </a:cubicBezTo>
                <a:cubicBezTo>
                  <a:pt x="8935956" y="202962"/>
                  <a:pt x="8935892" y="210921"/>
                  <a:pt x="8936401" y="216539"/>
                </a:cubicBezTo>
                <a:lnTo>
                  <a:pt x="8936493" y="218372"/>
                </a:lnTo>
                <a:lnTo>
                  <a:pt x="8951725" y="218372"/>
                </a:lnTo>
                <a:lnTo>
                  <a:pt x="8954107" y="211546"/>
                </a:lnTo>
                <a:cubicBezTo>
                  <a:pt x="8960772" y="195159"/>
                  <a:pt x="8968642" y="179123"/>
                  <a:pt x="8975179" y="167301"/>
                </a:cubicBezTo>
                <a:cubicBezTo>
                  <a:pt x="8981526" y="155440"/>
                  <a:pt x="8986286" y="147754"/>
                  <a:pt x="8986286" y="147754"/>
                </a:cubicBezTo>
                <a:cubicBezTo>
                  <a:pt x="8986286" y="147754"/>
                  <a:pt x="8981780" y="181191"/>
                  <a:pt x="8983810" y="214081"/>
                </a:cubicBezTo>
                <a:lnTo>
                  <a:pt x="8984266" y="218372"/>
                </a:lnTo>
                <a:lnTo>
                  <a:pt x="9003229" y="218372"/>
                </a:lnTo>
                <a:lnTo>
                  <a:pt x="9040105" y="44869"/>
                </a:lnTo>
                <a:lnTo>
                  <a:pt x="9054893" y="207175"/>
                </a:lnTo>
                <a:cubicBezTo>
                  <a:pt x="9056988" y="200348"/>
                  <a:pt x="9059209" y="193325"/>
                  <a:pt x="9061494" y="186302"/>
                </a:cubicBezTo>
                <a:cubicBezTo>
                  <a:pt x="9073997" y="147325"/>
                  <a:pt x="9089610" y="109128"/>
                  <a:pt x="9089610" y="109128"/>
                </a:cubicBezTo>
                <a:cubicBezTo>
                  <a:pt x="9089610" y="109128"/>
                  <a:pt x="9088785" y="148808"/>
                  <a:pt x="9091323" y="188136"/>
                </a:cubicBezTo>
                <a:lnTo>
                  <a:pt x="9093825" y="218372"/>
                </a:lnTo>
                <a:lnTo>
                  <a:pt x="9129285" y="218372"/>
                </a:lnTo>
                <a:lnTo>
                  <a:pt x="9129737" y="217027"/>
                </a:lnTo>
                <a:cubicBezTo>
                  <a:pt x="9134148" y="203254"/>
                  <a:pt x="9139558" y="184780"/>
                  <a:pt x="9143557" y="165974"/>
                </a:cubicBezTo>
                <a:cubicBezTo>
                  <a:pt x="9151934" y="128441"/>
                  <a:pt x="9154346" y="89932"/>
                  <a:pt x="9154346" y="89932"/>
                </a:cubicBezTo>
                <a:cubicBezTo>
                  <a:pt x="9154346" y="89932"/>
                  <a:pt x="9166849" y="127466"/>
                  <a:pt x="9173513" y="166209"/>
                </a:cubicBezTo>
                <a:cubicBezTo>
                  <a:pt x="9176369" y="182166"/>
                  <a:pt x="9178209" y="198261"/>
                  <a:pt x="9179384" y="211663"/>
                </a:cubicBezTo>
                <a:lnTo>
                  <a:pt x="9179877" y="218372"/>
                </a:lnTo>
                <a:lnTo>
                  <a:pt x="9182596" y="218372"/>
                </a:lnTo>
                <a:lnTo>
                  <a:pt x="9182747" y="216393"/>
                </a:lnTo>
                <a:cubicBezTo>
                  <a:pt x="9183096" y="212706"/>
                  <a:pt x="9183350" y="210609"/>
                  <a:pt x="9183350" y="210609"/>
                </a:cubicBezTo>
                <a:cubicBezTo>
                  <a:pt x="9183350" y="210609"/>
                  <a:pt x="9187412" y="176860"/>
                  <a:pt x="9199471" y="144945"/>
                </a:cubicBezTo>
                <a:cubicBezTo>
                  <a:pt x="9205563" y="128948"/>
                  <a:pt x="9212799" y="113420"/>
                  <a:pt x="9219145" y="102067"/>
                </a:cubicBezTo>
                <a:cubicBezTo>
                  <a:pt x="9225492" y="90713"/>
                  <a:pt x="9230189" y="83378"/>
                  <a:pt x="9230189" y="83378"/>
                </a:cubicBezTo>
                <a:cubicBezTo>
                  <a:pt x="9230189" y="83378"/>
                  <a:pt x="9225619" y="115527"/>
                  <a:pt x="9229237" y="146779"/>
                </a:cubicBezTo>
                <a:cubicBezTo>
                  <a:pt x="9231077" y="162424"/>
                  <a:pt x="9234124" y="177797"/>
                  <a:pt x="9237360" y="189150"/>
                </a:cubicBezTo>
                <a:cubicBezTo>
                  <a:pt x="9240470" y="200504"/>
                  <a:pt x="9243073" y="207917"/>
                  <a:pt x="9243073" y="207917"/>
                </a:cubicBezTo>
                <a:cubicBezTo>
                  <a:pt x="9243073" y="207917"/>
                  <a:pt x="9243676" y="209660"/>
                  <a:pt x="9244830" y="212690"/>
                </a:cubicBezTo>
                <a:lnTo>
                  <a:pt x="9247134" y="218372"/>
                </a:lnTo>
                <a:lnTo>
                  <a:pt x="9288315" y="218372"/>
                </a:lnTo>
                <a:lnTo>
                  <a:pt x="9288959" y="216813"/>
                </a:lnTo>
                <a:cubicBezTo>
                  <a:pt x="9288959" y="216813"/>
                  <a:pt x="9300383" y="188955"/>
                  <a:pt x="9309396" y="160356"/>
                </a:cubicBezTo>
                <a:cubicBezTo>
                  <a:pt x="9318598" y="131874"/>
                  <a:pt x="9325326" y="102730"/>
                  <a:pt x="9325326" y="102730"/>
                </a:cubicBezTo>
                <a:cubicBezTo>
                  <a:pt x="9325326" y="102730"/>
                  <a:pt x="9333577" y="131641"/>
                  <a:pt x="9339289" y="161176"/>
                </a:cubicBezTo>
                <a:cubicBezTo>
                  <a:pt x="9343716" y="183269"/>
                  <a:pt x="9346714" y="205647"/>
                  <a:pt x="9347937" y="215455"/>
                </a:cubicBezTo>
                <a:lnTo>
                  <a:pt x="9348288" y="218372"/>
                </a:lnTo>
                <a:lnTo>
                  <a:pt x="9351606" y="218372"/>
                </a:lnTo>
                <a:lnTo>
                  <a:pt x="9353775" y="213428"/>
                </a:lnTo>
                <a:cubicBezTo>
                  <a:pt x="9354886" y="210814"/>
                  <a:pt x="9355473" y="209361"/>
                  <a:pt x="9355473" y="209361"/>
                </a:cubicBezTo>
                <a:cubicBezTo>
                  <a:pt x="9355473" y="209361"/>
                  <a:pt x="9371974" y="169681"/>
                  <a:pt x="9382065" y="128441"/>
                </a:cubicBezTo>
                <a:cubicBezTo>
                  <a:pt x="9392601" y="87358"/>
                  <a:pt x="9396345" y="45064"/>
                  <a:pt x="9396345" y="45064"/>
                </a:cubicBezTo>
                <a:cubicBezTo>
                  <a:pt x="9396345" y="45064"/>
                  <a:pt x="9407579" y="86655"/>
                  <a:pt x="9411958" y="129417"/>
                </a:cubicBezTo>
                <a:cubicBezTo>
                  <a:pt x="9416782" y="172061"/>
                  <a:pt x="9414624" y="215408"/>
                  <a:pt x="9414624" y="215408"/>
                </a:cubicBezTo>
                <a:lnTo>
                  <a:pt x="9414472" y="218372"/>
                </a:lnTo>
                <a:lnTo>
                  <a:pt x="9415681" y="218372"/>
                </a:lnTo>
                <a:lnTo>
                  <a:pt x="9422890" y="196071"/>
                </a:lnTo>
                <a:cubicBezTo>
                  <a:pt x="9426334" y="185854"/>
                  <a:pt x="9430269" y="174675"/>
                  <a:pt x="9434489" y="163555"/>
                </a:cubicBezTo>
                <a:cubicBezTo>
                  <a:pt x="9448452" y="126218"/>
                  <a:pt x="9465652" y="89854"/>
                  <a:pt x="9465652" y="89854"/>
                </a:cubicBezTo>
                <a:cubicBezTo>
                  <a:pt x="9465652" y="89854"/>
                  <a:pt x="9463240" y="128090"/>
                  <a:pt x="9464191" y="166014"/>
                </a:cubicBezTo>
                <a:cubicBezTo>
                  <a:pt x="9464573" y="184995"/>
                  <a:pt x="9465810" y="203869"/>
                  <a:pt x="9466953" y="217998"/>
                </a:cubicBezTo>
                <a:lnTo>
                  <a:pt x="9466986" y="218372"/>
                </a:lnTo>
                <a:lnTo>
                  <a:pt x="9516051" y="218372"/>
                </a:lnTo>
                <a:lnTo>
                  <a:pt x="9517802" y="212027"/>
                </a:lnTo>
                <a:cubicBezTo>
                  <a:pt x="9519016" y="207407"/>
                  <a:pt x="9519662" y="204757"/>
                  <a:pt x="9519662" y="204757"/>
                </a:cubicBezTo>
                <a:cubicBezTo>
                  <a:pt x="9519662" y="204757"/>
                  <a:pt x="9530324" y="162424"/>
                  <a:pt x="9535592" y="119117"/>
                </a:cubicBezTo>
                <a:cubicBezTo>
                  <a:pt x="9540987" y="76901"/>
                  <a:pt x="9541050" y="34062"/>
                  <a:pt x="9541050" y="32188"/>
                </a:cubicBezTo>
                <a:cubicBezTo>
                  <a:pt x="9541812" y="34256"/>
                  <a:pt x="9556282" y="75770"/>
                  <a:pt x="9565485" y="118453"/>
                </a:cubicBezTo>
                <a:cubicBezTo>
                  <a:pt x="9575258" y="162151"/>
                  <a:pt x="9579447" y="206708"/>
                  <a:pt x="9579447" y="206708"/>
                </a:cubicBezTo>
                <a:cubicBezTo>
                  <a:pt x="9579447" y="206708"/>
                  <a:pt x="9579606" y="208288"/>
                  <a:pt x="9579856" y="211154"/>
                </a:cubicBezTo>
                <a:lnTo>
                  <a:pt x="9580423" y="218372"/>
                </a:lnTo>
                <a:lnTo>
                  <a:pt x="9597379" y="218372"/>
                </a:lnTo>
                <a:lnTo>
                  <a:pt x="9609467" y="175182"/>
                </a:lnTo>
                <a:cubicBezTo>
                  <a:pt x="9619114" y="136127"/>
                  <a:pt x="9624763" y="96331"/>
                  <a:pt x="9624763" y="96331"/>
                </a:cubicBezTo>
                <a:cubicBezTo>
                  <a:pt x="9624763" y="96331"/>
                  <a:pt x="9634092" y="135776"/>
                  <a:pt x="9639361" y="175923"/>
                </a:cubicBezTo>
                <a:cubicBezTo>
                  <a:pt x="9640726" y="185951"/>
                  <a:pt x="9641836" y="196012"/>
                  <a:pt x="9642735" y="205464"/>
                </a:cubicBezTo>
                <a:lnTo>
                  <a:pt x="9643782" y="218372"/>
                </a:lnTo>
                <a:lnTo>
                  <a:pt x="9670266" y="218372"/>
                </a:lnTo>
                <a:lnTo>
                  <a:pt x="9676805" y="206122"/>
                </a:lnTo>
                <a:cubicBezTo>
                  <a:pt x="9684422" y="192193"/>
                  <a:pt x="9695909" y="174051"/>
                  <a:pt x="9708539" y="156454"/>
                </a:cubicBezTo>
                <a:cubicBezTo>
                  <a:pt x="9721550" y="138975"/>
                  <a:pt x="9735576" y="122043"/>
                  <a:pt x="9747064" y="109830"/>
                </a:cubicBezTo>
                <a:cubicBezTo>
                  <a:pt x="9757600" y="98438"/>
                  <a:pt x="9765342" y="90830"/>
                  <a:pt x="9766422" y="89815"/>
                </a:cubicBezTo>
                <a:cubicBezTo>
                  <a:pt x="9765279" y="91961"/>
                  <a:pt x="9747000" y="127193"/>
                  <a:pt x="9736846" y="163088"/>
                </a:cubicBezTo>
                <a:cubicBezTo>
                  <a:pt x="9731641" y="181659"/>
                  <a:pt x="9727770" y="200192"/>
                  <a:pt x="9725930" y="214121"/>
                </a:cubicBezTo>
                <a:lnTo>
                  <a:pt x="9725406" y="218372"/>
                </a:lnTo>
                <a:lnTo>
                  <a:pt x="9746483" y="218372"/>
                </a:lnTo>
                <a:lnTo>
                  <a:pt x="9795870" y="141356"/>
                </a:lnTo>
                <a:lnTo>
                  <a:pt x="9785500" y="218372"/>
                </a:lnTo>
                <a:lnTo>
                  <a:pt x="9806524" y="218372"/>
                </a:lnTo>
                <a:lnTo>
                  <a:pt x="9809833" y="199763"/>
                </a:lnTo>
                <a:cubicBezTo>
                  <a:pt x="9812372" y="181971"/>
                  <a:pt x="9815100" y="158093"/>
                  <a:pt x="9814466" y="134099"/>
                </a:cubicBezTo>
                <a:cubicBezTo>
                  <a:pt x="9813704" y="110221"/>
                  <a:pt x="9811038" y="85992"/>
                  <a:pt x="9805644" y="68240"/>
                </a:cubicBezTo>
                <a:cubicBezTo>
                  <a:pt x="9803803" y="59149"/>
                  <a:pt x="9800503" y="51930"/>
                  <a:pt x="9798790" y="46703"/>
                </a:cubicBezTo>
                <a:cubicBezTo>
                  <a:pt x="9797203" y="42137"/>
                  <a:pt x="9796124" y="39289"/>
                  <a:pt x="9795933" y="38665"/>
                </a:cubicBezTo>
                <a:cubicBezTo>
                  <a:pt x="9796441" y="39329"/>
                  <a:pt x="9798281" y="41943"/>
                  <a:pt x="9801201" y="46078"/>
                </a:cubicBezTo>
                <a:cubicBezTo>
                  <a:pt x="9804438" y="50955"/>
                  <a:pt x="9810023" y="57744"/>
                  <a:pt x="9814656" y="66445"/>
                </a:cubicBezTo>
                <a:cubicBezTo>
                  <a:pt x="9825572" y="83456"/>
                  <a:pt x="9835790" y="107334"/>
                  <a:pt x="9844231" y="131680"/>
                </a:cubicBezTo>
                <a:cubicBezTo>
                  <a:pt x="9848738" y="145179"/>
                  <a:pt x="9852228" y="158757"/>
                  <a:pt x="9854958" y="171437"/>
                </a:cubicBezTo>
                <a:cubicBezTo>
                  <a:pt x="9855592" y="168082"/>
                  <a:pt x="9856100" y="164726"/>
                  <a:pt x="9856798" y="161332"/>
                </a:cubicBezTo>
                <a:cubicBezTo>
                  <a:pt x="9861812" y="138741"/>
                  <a:pt x="9868413" y="116502"/>
                  <a:pt x="9874696" y="100155"/>
                </a:cubicBezTo>
                <a:cubicBezTo>
                  <a:pt x="9877489" y="91922"/>
                  <a:pt x="9880788" y="85211"/>
                  <a:pt x="9882629" y="80452"/>
                </a:cubicBezTo>
                <a:cubicBezTo>
                  <a:pt x="9884597" y="75730"/>
                  <a:pt x="9885739" y="73038"/>
                  <a:pt x="9885739" y="73038"/>
                </a:cubicBezTo>
                <a:cubicBezTo>
                  <a:pt x="9885739" y="73038"/>
                  <a:pt x="9885548" y="75848"/>
                  <a:pt x="9885168" y="80764"/>
                </a:cubicBezTo>
                <a:cubicBezTo>
                  <a:pt x="9884914" y="85679"/>
                  <a:pt x="9883962" y="92625"/>
                  <a:pt x="9883962" y="101013"/>
                </a:cubicBezTo>
                <a:cubicBezTo>
                  <a:pt x="9883264" y="117751"/>
                  <a:pt x="9884216" y="139990"/>
                  <a:pt x="9886691" y="161956"/>
                </a:cubicBezTo>
                <a:cubicBezTo>
                  <a:pt x="9888214" y="172959"/>
                  <a:pt x="9890118" y="183873"/>
                  <a:pt x="9892236" y="194042"/>
                </a:cubicBezTo>
                <a:lnTo>
                  <a:pt x="9898256" y="218372"/>
                </a:lnTo>
                <a:lnTo>
                  <a:pt x="9934341" y="218372"/>
                </a:lnTo>
                <a:lnTo>
                  <a:pt x="9924010" y="141356"/>
                </a:lnTo>
                <a:lnTo>
                  <a:pt x="9973397" y="218372"/>
                </a:lnTo>
                <a:lnTo>
                  <a:pt x="9994468" y="218372"/>
                </a:lnTo>
                <a:lnTo>
                  <a:pt x="9993950" y="214121"/>
                </a:lnTo>
                <a:cubicBezTo>
                  <a:pt x="9992110" y="200192"/>
                  <a:pt x="9988238" y="181659"/>
                  <a:pt x="9983033" y="163088"/>
                </a:cubicBezTo>
                <a:cubicBezTo>
                  <a:pt x="9972879" y="127193"/>
                  <a:pt x="9954600" y="91961"/>
                  <a:pt x="9953458" y="89815"/>
                </a:cubicBezTo>
                <a:cubicBezTo>
                  <a:pt x="9954537" y="90830"/>
                  <a:pt x="9962217" y="98438"/>
                  <a:pt x="9972815" y="109830"/>
                </a:cubicBezTo>
                <a:cubicBezTo>
                  <a:pt x="9984240" y="122043"/>
                  <a:pt x="9998329" y="138975"/>
                  <a:pt x="10011340" y="156454"/>
                </a:cubicBezTo>
                <a:cubicBezTo>
                  <a:pt x="10023907" y="174051"/>
                  <a:pt x="10035457" y="192193"/>
                  <a:pt x="10043074" y="206122"/>
                </a:cubicBezTo>
                <a:lnTo>
                  <a:pt x="10049590" y="218372"/>
                </a:lnTo>
                <a:lnTo>
                  <a:pt x="10076072" y="218372"/>
                </a:lnTo>
                <a:lnTo>
                  <a:pt x="10077119" y="205464"/>
                </a:lnTo>
                <a:cubicBezTo>
                  <a:pt x="10078020" y="196012"/>
                  <a:pt x="10079139" y="185951"/>
                  <a:pt x="10080519" y="175923"/>
                </a:cubicBezTo>
                <a:cubicBezTo>
                  <a:pt x="10085787" y="135776"/>
                  <a:pt x="10095053" y="96331"/>
                  <a:pt x="10095053" y="96331"/>
                </a:cubicBezTo>
                <a:cubicBezTo>
                  <a:pt x="10095053" y="96331"/>
                  <a:pt x="10100765" y="136127"/>
                  <a:pt x="10110412" y="175182"/>
                </a:cubicBezTo>
                <a:lnTo>
                  <a:pt x="10122500" y="218372"/>
                </a:lnTo>
                <a:lnTo>
                  <a:pt x="10139456" y="218372"/>
                </a:lnTo>
                <a:lnTo>
                  <a:pt x="10140023" y="211154"/>
                </a:lnTo>
                <a:cubicBezTo>
                  <a:pt x="10140273" y="208288"/>
                  <a:pt x="10140432" y="206708"/>
                  <a:pt x="10140432" y="206708"/>
                </a:cubicBezTo>
                <a:cubicBezTo>
                  <a:pt x="10140432" y="206708"/>
                  <a:pt x="10144621" y="162151"/>
                  <a:pt x="10154394" y="118453"/>
                </a:cubicBezTo>
                <a:cubicBezTo>
                  <a:pt x="10163597" y="75770"/>
                  <a:pt x="10178068" y="34256"/>
                  <a:pt x="10178830" y="32188"/>
                </a:cubicBezTo>
                <a:cubicBezTo>
                  <a:pt x="10178830" y="34062"/>
                  <a:pt x="10178893" y="76901"/>
                  <a:pt x="10184288" y="119117"/>
                </a:cubicBezTo>
                <a:cubicBezTo>
                  <a:pt x="10189555" y="162424"/>
                  <a:pt x="10200218" y="204757"/>
                  <a:pt x="10200218" y="204757"/>
                </a:cubicBezTo>
                <a:cubicBezTo>
                  <a:pt x="10200218" y="204757"/>
                  <a:pt x="10200865" y="207407"/>
                  <a:pt x="10202078" y="212027"/>
                </a:cubicBezTo>
                <a:lnTo>
                  <a:pt x="10203829" y="218372"/>
                </a:lnTo>
                <a:lnTo>
                  <a:pt x="10252893" y="218372"/>
                </a:lnTo>
                <a:lnTo>
                  <a:pt x="10252927" y="217998"/>
                </a:lnTo>
                <a:cubicBezTo>
                  <a:pt x="10254069" y="203869"/>
                  <a:pt x="10255307" y="184995"/>
                  <a:pt x="10255688" y="166014"/>
                </a:cubicBezTo>
                <a:cubicBezTo>
                  <a:pt x="10256640" y="128090"/>
                  <a:pt x="10254228" y="89854"/>
                  <a:pt x="10254228" y="89854"/>
                </a:cubicBezTo>
                <a:cubicBezTo>
                  <a:pt x="10254228" y="89854"/>
                  <a:pt x="10271364" y="126218"/>
                  <a:pt x="10285390" y="163555"/>
                </a:cubicBezTo>
                <a:cubicBezTo>
                  <a:pt x="10289611" y="174675"/>
                  <a:pt x="10293546" y="185854"/>
                  <a:pt x="10296989" y="196071"/>
                </a:cubicBezTo>
                <a:lnTo>
                  <a:pt x="10304198" y="218372"/>
                </a:lnTo>
                <a:lnTo>
                  <a:pt x="10305369" y="218372"/>
                </a:lnTo>
                <a:lnTo>
                  <a:pt x="10305192" y="215408"/>
                </a:lnTo>
                <a:cubicBezTo>
                  <a:pt x="10305192" y="215408"/>
                  <a:pt x="10303098" y="172061"/>
                  <a:pt x="10307921" y="129417"/>
                </a:cubicBezTo>
                <a:cubicBezTo>
                  <a:pt x="10312300" y="86655"/>
                  <a:pt x="10323534" y="45064"/>
                  <a:pt x="10323534" y="45064"/>
                </a:cubicBezTo>
                <a:cubicBezTo>
                  <a:pt x="10323534" y="45064"/>
                  <a:pt x="10327279" y="87358"/>
                  <a:pt x="10337814" y="128441"/>
                </a:cubicBezTo>
                <a:cubicBezTo>
                  <a:pt x="10347906" y="169681"/>
                  <a:pt x="10364407" y="209361"/>
                  <a:pt x="10364407" y="209361"/>
                </a:cubicBezTo>
                <a:cubicBezTo>
                  <a:pt x="10364407" y="209361"/>
                  <a:pt x="10364994" y="210814"/>
                  <a:pt x="10366097" y="213428"/>
                </a:cubicBezTo>
                <a:lnTo>
                  <a:pt x="10368241" y="218372"/>
                </a:lnTo>
                <a:lnTo>
                  <a:pt x="10371592" y="218372"/>
                </a:lnTo>
                <a:lnTo>
                  <a:pt x="10371942" y="215455"/>
                </a:lnTo>
                <a:cubicBezTo>
                  <a:pt x="10373162" y="205647"/>
                  <a:pt x="10376148" y="183269"/>
                  <a:pt x="10380527" y="161176"/>
                </a:cubicBezTo>
                <a:cubicBezTo>
                  <a:pt x="10386303" y="131641"/>
                  <a:pt x="10394554" y="102730"/>
                  <a:pt x="10394554" y="102730"/>
                </a:cubicBezTo>
                <a:cubicBezTo>
                  <a:pt x="10394554" y="102730"/>
                  <a:pt x="10401281" y="131874"/>
                  <a:pt x="10410420" y="160356"/>
                </a:cubicBezTo>
                <a:cubicBezTo>
                  <a:pt x="10419496" y="188955"/>
                  <a:pt x="10430920" y="216813"/>
                  <a:pt x="10430920" y="216813"/>
                </a:cubicBezTo>
                <a:lnTo>
                  <a:pt x="10431563" y="218372"/>
                </a:lnTo>
                <a:lnTo>
                  <a:pt x="10472741" y="218372"/>
                </a:lnTo>
                <a:lnTo>
                  <a:pt x="10475049" y="212690"/>
                </a:lnTo>
                <a:cubicBezTo>
                  <a:pt x="10476204" y="209660"/>
                  <a:pt x="10476807" y="207917"/>
                  <a:pt x="10476807" y="207917"/>
                </a:cubicBezTo>
                <a:cubicBezTo>
                  <a:pt x="10476807" y="207917"/>
                  <a:pt x="10479409" y="200504"/>
                  <a:pt x="10482519" y="189150"/>
                </a:cubicBezTo>
                <a:cubicBezTo>
                  <a:pt x="10485756" y="177797"/>
                  <a:pt x="10488738" y="162424"/>
                  <a:pt x="10490643" y="146779"/>
                </a:cubicBezTo>
                <a:cubicBezTo>
                  <a:pt x="10494260" y="115527"/>
                  <a:pt x="10489627" y="83378"/>
                  <a:pt x="10489627" y="83378"/>
                </a:cubicBezTo>
                <a:cubicBezTo>
                  <a:pt x="10489627" y="83378"/>
                  <a:pt x="10494387" y="90713"/>
                  <a:pt x="10500670" y="102067"/>
                </a:cubicBezTo>
                <a:cubicBezTo>
                  <a:pt x="10507080" y="113420"/>
                  <a:pt x="10514316" y="128948"/>
                  <a:pt x="10520408" y="144945"/>
                </a:cubicBezTo>
                <a:cubicBezTo>
                  <a:pt x="10532467" y="176860"/>
                  <a:pt x="10536466" y="210609"/>
                  <a:pt x="10536466" y="210609"/>
                </a:cubicBezTo>
                <a:cubicBezTo>
                  <a:pt x="10536466" y="210609"/>
                  <a:pt x="10536736" y="212706"/>
                  <a:pt x="10537093" y="216393"/>
                </a:cubicBezTo>
                <a:lnTo>
                  <a:pt x="10537241" y="218372"/>
                </a:lnTo>
                <a:lnTo>
                  <a:pt x="10539984" y="218372"/>
                </a:lnTo>
                <a:lnTo>
                  <a:pt x="10540472" y="211663"/>
                </a:lnTo>
                <a:cubicBezTo>
                  <a:pt x="10541638" y="198261"/>
                  <a:pt x="10543478" y="182166"/>
                  <a:pt x="10546366" y="166209"/>
                </a:cubicBezTo>
                <a:cubicBezTo>
                  <a:pt x="10552967" y="127466"/>
                  <a:pt x="10565533" y="89932"/>
                  <a:pt x="10565533" y="89932"/>
                </a:cubicBezTo>
                <a:cubicBezTo>
                  <a:pt x="10565533" y="89932"/>
                  <a:pt x="10567945" y="128441"/>
                  <a:pt x="10576323" y="165974"/>
                </a:cubicBezTo>
                <a:cubicBezTo>
                  <a:pt x="10580321" y="184780"/>
                  <a:pt x="10585732" y="203254"/>
                  <a:pt x="10590143" y="217027"/>
                </a:cubicBezTo>
                <a:lnTo>
                  <a:pt x="10590594" y="218372"/>
                </a:lnTo>
                <a:lnTo>
                  <a:pt x="10626054" y="218372"/>
                </a:lnTo>
                <a:lnTo>
                  <a:pt x="10628556" y="188136"/>
                </a:lnTo>
                <a:cubicBezTo>
                  <a:pt x="10631032" y="148808"/>
                  <a:pt x="10630270" y="109128"/>
                  <a:pt x="10630270" y="109128"/>
                </a:cubicBezTo>
                <a:cubicBezTo>
                  <a:pt x="10630270" y="109128"/>
                  <a:pt x="10645883" y="147325"/>
                  <a:pt x="10658385" y="186302"/>
                </a:cubicBezTo>
                <a:cubicBezTo>
                  <a:pt x="10660670" y="193325"/>
                  <a:pt x="10662892" y="200348"/>
                  <a:pt x="10664986" y="207175"/>
                </a:cubicBezTo>
                <a:lnTo>
                  <a:pt x="10679710" y="44869"/>
                </a:lnTo>
                <a:lnTo>
                  <a:pt x="10716644" y="218372"/>
                </a:lnTo>
                <a:lnTo>
                  <a:pt x="10735613" y="218372"/>
                </a:lnTo>
                <a:lnTo>
                  <a:pt x="10736069" y="214081"/>
                </a:lnTo>
                <a:cubicBezTo>
                  <a:pt x="10738100" y="181191"/>
                  <a:pt x="10733530" y="147754"/>
                  <a:pt x="10733530" y="147754"/>
                </a:cubicBezTo>
                <a:cubicBezTo>
                  <a:pt x="10733530" y="147754"/>
                  <a:pt x="10738290" y="155440"/>
                  <a:pt x="10744700" y="167301"/>
                </a:cubicBezTo>
                <a:cubicBezTo>
                  <a:pt x="10751238" y="179123"/>
                  <a:pt x="10759107" y="195159"/>
                  <a:pt x="10765772" y="211546"/>
                </a:cubicBezTo>
                <a:lnTo>
                  <a:pt x="10768154" y="218372"/>
                </a:lnTo>
                <a:lnTo>
                  <a:pt x="10783387" y="218372"/>
                </a:lnTo>
                <a:lnTo>
                  <a:pt x="10783479" y="216539"/>
                </a:lnTo>
                <a:cubicBezTo>
                  <a:pt x="10783923" y="210921"/>
                  <a:pt x="10783923" y="202962"/>
                  <a:pt x="10785129" y="193364"/>
                </a:cubicBezTo>
                <a:cubicBezTo>
                  <a:pt x="10786779" y="174246"/>
                  <a:pt x="10790841" y="148846"/>
                  <a:pt x="10796553" y="123837"/>
                </a:cubicBezTo>
                <a:cubicBezTo>
                  <a:pt x="10802773" y="98867"/>
                  <a:pt x="10810643" y="74248"/>
                  <a:pt x="10817941" y="56105"/>
                </a:cubicBezTo>
                <a:cubicBezTo>
                  <a:pt x="10821178" y="46975"/>
                  <a:pt x="10824923" y="39524"/>
                  <a:pt x="10827018" y="34256"/>
                </a:cubicBezTo>
                <a:cubicBezTo>
                  <a:pt x="10829302" y="29028"/>
                  <a:pt x="10830635" y="26024"/>
                  <a:pt x="10830635" y="26024"/>
                </a:cubicBezTo>
                <a:cubicBezTo>
                  <a:pt x="10830635" y="26024"/>
                  <a:pt x="10830254" y="29145"/>
                  <a:pt x="10829556" y="34607"/>
                </a:cubicBezTo>
                <a:cubicBezTo>
                  <a:pt x="10829048" y="40070"/>
                  <a:pt x="10827652" y="47756"/>
                  <a:pt x="10827144" y="57120"/>
                </a:cubicBezTo>
                <a:cubicBezTo>
                  <a:pt x="10825431" y="75730"/>
                  <a:pt x="10825113" y="100506"/>
                  <a:pt x="10826446" y="125086"/>
                </a:cubicBezTo>
                <a:cubicBezTo>
                  <a:pt x="10828223" y="149705"/>
                  <a:pt x="10831651" y="174051"/>
                  <a:pt x="10835585" y="192155"/>
                </a:cubicBezTo>
                <a:cubicBezTo>
                  <a:pt x="10837172" y="201206"/>
                  <a:pt x="10839457" y="208697"/>
                  <a:pt x="10840662" y="213925"/>
                </a:cubicBezTo>
                <a:lnTo>
                  <a:pt x="10841760" y="218372"/>
                </a:lnTo>
                <a:lnTo>
                  <a:pt x="10881540" y="218372"/>
                </a:lnTo>
                <a:lnTo>
                  <a:pt x="10881850" y="217067"/>
                </a:lnTo>
                <a:cubicBezTo>
                  <a:pt x="10886101" y="198692"/>
                  <a:pt x="10895324" y="156620"/>
                  <a:pt x="10901083" y="114044"/>
                </a:cubicBezTo>
                <a:cubicBezTo>
                  <a:pt x="10909334" y="57354"/>
                  <a:pt x="10911428" y="0"/>
                  <a:pt x="10911428" y="0"/>
                </a:cubicBezTo>
                <a:cubicBezTo>
                  <a:pt x="10911428" y="0"/>
                  <a:pt x="10924312" y="56652"/>
                  <a:pt x="10930976" y="114161"/>
                </a:cubicBezTo>
                <a:cubicBezTo>
                  <a:pt x="10934625" y="142897"/>
                  <a:pt x="10936704" y="171778"/>
                  <a:pt x="10937870" y="193476"/>
                </a:cubicBezTo>
                <a:lnTo>
                  <a:pt x="10938958" y="218372"/>
                </a:lnTo>
                <a:lnTo>
                  <a:pt x="10967734" y="218372"/>
                </a:lnTo>
                <a:lnTo>
                  <a:pt x="10968613" y="215700"/>
                </a:lnTo>
                <a:cubicBezTo>
                  <a:pt x="10974137" y="199143"/>
                  <a:pt x="10987096" y="161381"/>
                  <a:pt x="11002377" y="124188"/>
                </a:cubicBezTo>
                <a:cubicBezTo>
                  <a:pt x="11021670" y="76355"/>
                  <a:pt x="11044772" y="29574"/>
                  <a:pt x="11046486" y="26180"/>
                </a:cubicBezTo>
                <a:cubicBezTo>
                  <a:pt x="11046168" y="27936"/>
                  <a:pt x="11043820" y="41123"/>
                  <a:pt x="11040837" y="60007"/>
                </a:cubicBezTo>
                <a:cubicBezTo>
                  <a:pt x="11043122" y="46859"/>
                  <a:pt x="11044645" y="38509"/>
                  <a:pt x="11044645" y="38509"/>
                </a:cubicBezTo>
                <a:cubicBezTo>
                  <a:pt x="11044645" y="38509"/>
                  <a:pt x="11051182" y="84431"/>
                  <a:pt x="11060132" y="130002"/>
                </a:cubicBezTo>
                <a:cubicBezTo>
                  <a:pt x="11066700" y="164180"/>
                  <a:pt x="11074554" y="198138"/>
                  <a:pt x="11078071" y="212982"/>
                </a:cubicBezTo>
                <a:lnTo>
                  <a:pt x="11079362" y="218372"/>
                </a:lnTo>
                <a:lnTo>
                  <a:pt x="11095052" y="218372"/>
                </a:lnTo>
                <a:lnTo>
                  <a:pt x="11095990" y="198436"/>
                </a:lnTo>
                <a:cubicBezTo>
                  <a:pt x="11096180" y="163712"/>
                  <a:pt x="11090342" y="128597"/>
                  <a:pt x="11090342" y="128597"/>
                </a:cubicBezTo>
                <a:cubicBezTo>
                  <a:pt x="11090342" y="128597"/>
                  <a:pt x="11110714" y="161020"/>
                  <a:pt x="11125629" y="195393"/>
                </a:cubicBezTo>
                <a:lnTo>
                  <a:pt x="11134306" y="218372"/>
                </a:lnTo>
                <a:lnTo>
                  <a:pt x="11177178" y="218372"/>
                </a:lnTo>
                <a:lnTo>
                  <a:pt x="11180021" y="210843"/>
                </a:lnTo>
                <a:cubicBezTo>
                  <a:pt x="11186557" y="192935"/>
                  <a:pt x="11193729" y="168784"/>
                  <a:pt x="11199632" y="144282"/>
                </a:cubicBezTo>
                <a:cubicBezTo>
                  <a:pt x="11205026" y="119741"/>
                  <a:pt x="11209088" y="94965"/>
                  <a:pt x="11210866" y="76237"/>
                </a:cubicBezTo>
                <a:cubicBezTo>
                  <a:pt x="11212135" y="66874"/>
                  <a:pt x="11212262" y="59071"/>
                  <a:pt x="11212769" y="53569"/>
                </a:cubicBezTo>
                <a:cubicBezTo>
                  <a:pt x="11213150" y="48068"/>
                  <a:pt x="11213404" y="44947"/>
                  <a:pt x="11213404" y="44947"/>
                </a:cubicBezTo>
                <a:cubicBezTo>
                  <a:pt x="11213404" y="44947"/>
                  <a:pt x="11214102" y="48029"/>
                  <a:pt x="11215371" y="53452"/>
                </a:cubicBezTo>
                <a:cubicBezTo>
                  <a:pt x="11216451" y="58914"/>
                  <a:pt x="11218672" y="66679"/>
                  <a:pt x="11220258" y="76043"/>
                </a:cubicBezTo>
                <a:cubicBezTo>
                  <a:pt x="11224066" y="94770"/>
                  <a:pt x="11227494" y="119935"/>
                  <a:pt x="11229524" y="145335"/>
                </a:cubicBezTo>
                <a:cubicBezTo>
                  <a:pt x="11231048" y="170696"/>
                  <a:pt x="11231175" y="196290"/>
                  <a:pt x="11230033" y="215486"/>
                </a:cubicBezTo>
                <a:lnTo>
                  <a:pt x="11229847" y="218372"/>
                </a:lnTo>
                <a:lnTo>
                  <a:pt x="11288371" y="218372"/>
                </a:lnTo>
                <a:lnTo>
                  <a:pt x="11287352" y="206300"/>
                </a:lnTo>
                <a:cubicBezTo>
                  <a:pt x="11286629" y="195722"/>
                  <a:pt x="11286058" y="184449"/>
                  <a:pt x="11285820" y="173193"/>
                </a:cubicBezTo>
                <a:cubicBezTo>
                  <a:pt x="11284551" y="128090"/>
                  <a:pt x="11288549" y="83495"/>
                  <a:pt x="11288549" y="83495"/>
                </a:cubicBezTo>
                <a:cubicBezTo>
                  <a:pt x="11288549" y="83495"/>
                  <a:pt x="11299529" y="127583"/>
                  <a:pt x="11315522" y="170501"/>
                </a:cubicBezTo>
                <a:cubicBezTo>
                  <a:pt x="11319441" y="181269"/>
                  <a:pt x="11323658" y="191947"/>
                  <a:pt x="11327778" y="201907"/>
                </a:cubicBezTo>
                <a:lnTo>
                  <a:pt x="11334875" y="218372"/>
                </a:lnTo>
                <a:lnTo>
                  <a:pt x="11393301" y="218372"/>
                </a:lnTo>
                <a:lnTo>
                  <a:pt x="11394095" y="211428"/>
                </a:lnTo>
                <a:cubicBezTo>
                  <a:pt x="11395745" y="195276"/>
                  <a:pt x="11396252" y="173661"/>
                  <a:pt x="11395300" y="151851"/>
                </a:cubicBezTo>
                <a:cubicBezTo>
                  <a:pt x="11393904" y="130119"/>
                  <a:pt x="11391048" y="108231"/>
                  <a:pt x="11387621" y="91844"/>
                </a:cubicBezTo>
                <a:cubicBezTo>
                  <a:pt x="11386225" y="83612"/>
                  <a:pt x="11384193" y="76901"/>
                  <a:pt x="11383115" y="72102"/>
                </a:cubicBezTo>
                <a:cubicBezTo>
                  <a:pt x="11382099" y="67888"/>
                  <a:pt x="11381528" y="65274"/>
                  <a:pt x="11381401" y="64689"/>
                </a:cubicBezTo>
                <a:cubicBezTo>
                  <a:pt x="11381718" y="65235"/>
                  <a:pt x="11383178" y="67693"/>
                  <a:pt x="11385590" y="71595"/>
                </a:cubicBezTo>
                <a:cubicBezTo>
                  <a:pt x="11388192" y="76082"/>
                  <a:pt x="11392508" y="82441"/>
                  <a:pt x="11396697" y="90284"/>
                </a:cubicBezTo>
                <a:cubicBezTo>
                  <a:pt x="11405582" y="105812"/>
                  <a:pt x="11415927" y="127036"/>
                  <a:pt x="11424876" y="148730"/>
                </a:cubicBezTo>
                <a:cubicBezTo>
                  <a:pt x="11433380" y="170423"/>
                  <a:pt x="11440488" y="192622"/>
                  <a:pt x="11444550" y="209438"/>
                </a:cubicBezTo>
                <a:lnTo>
                  <a:pt x="11446551" y="218372"/>
                </a:lnTo>
                <a:lnTo>
                  <a:pt x="11502645" y="218372"/>
                </a:lnTo>
                <a:lnTo>
                  <a:pt x="11506431" y="205264"/>
                </a:lnTo>
                <a:cubicBezTo>
                  <a:pt x="11516712" y="167106"/>
                  <a:pt x="11524582" y="128402"/>
                  <a:pt x="11524582" y="128402"/>
                </a:cubicBezTo>
                <a:cubicBezTo>
                  <a:pt x="11524582" y="128402"/>
                  <a:pt x="11531690" y="167145"/>
                  <a:pt x="11536324" y="206239"/>
                </a:cubicBezTo>
                <a:lnTo>
                  <a:pt x="11537526" y="218372"/>
                </a:lnTo>
                <a:lnTo>
                  <a:pt x="11551326" y="218372"/>
                </a:lnTo>
                <a:lnTo>
                  <a:pt x="11551334" y="217583"/>
                </a:lnTo>
                <a:cubicBezTo>
                  <a:pt x="11551508" y="200650"/>
                  <a:pt x="11551746" y="178070"/>
                  <a:pt x="11552000" y="155479"/>
                </a:cubicBezTo>
                <a:cubicBezTo>
                  <a:pt x="11551746" y="110221"/>
                  <a:pt x="11551492" y="65001"/>
                  <a:pt x="11551492" y="65001"/>
                </a:cubicBezTo>
                <a:cubicBezTo>
                  <a:pt x="11551492" y="65001"/>
                  <a:pt x="11566597" y="109089"/>
                  <a:pt x="11581766" y="153177"/>
                </a:cubicBezTo>
                <a:cubicBezTo>
                  <a:pt x="11588970" y="175319"/>
                  <a:pt x="11596173" y="197451"/>
                  <a:pt x="11601576" y="214048"/>
                </a:cubicBezTo>
                <a:lnTo>
                  <a:pt x="11602984" y="218372"/>
                </a:lnTo>
                <a:lnTo>
                  <a:pt x="11631817" y="218372"/>
                </a:lnTo>
                <a:lnTo>
                  <a:pt x="11630548" y="198810"/>
                </a:lnTo>
                <a:cubicBezTo>
                  <a:pt x="11629962" y="188338"/>
                  <a:pt x="11629446" y="177172"/>
                  <a:pt x="11629113" y="166014"/>
                </a:cubicBezTo>
                <a:cubicBezTo>
                  <a:pt x="11627652" y="121379"/>
                  <a:pt x="11629049" y="76940"/>
                  <a:pt x="11629049" y="76940"/>
                </a:cubicBezTo>
                <a:cubicBezTo>
                  <a:pt x="11629049" y="76940"/>
                  <a:pt x="11642568" y="120443"/>
                  <a:pt x="11658815" y="163244"/>
                </a:cubicBezTo>
                <a:cubicBezTo>
                  <a:pt x="11662829" y="173963"/>
                  <a:pt x="11667014" y="184632"/>
                  <a:pt x="11671033" y="194605"/>
                </a:cubicBezTo>
                <a:lnTo>
                  <a:pt x="11680846" y="218372"/>
                </a:lnTo>
                <a:lnTo>
                  <a:pt x="11743666" y="218372"/>
                </a:lnTo>
                <a:lnTo>
                  <a:pt x="11744495" y="206668"/>
                </a:lnTo>
                <a:cubicBezTo>
                  <a:pt x="11747098" y="209829"/>
                  <a:pt x="11749764" y="213028"/>
                  <a:pt x="11752429" y="216188"/>
                </a:cubicBezTo>
                <a:lnTo>
                  <a:pt x="11754285" y="218372"/>
                </a:lnTo>
                <a:lnTo>
                  <a:pt x="11846181" y="218372"/>
                </a:lnTo>
                <a:lnTo>
                  <a:pt x="11871620" y="130704"/>
                </a:lnTo>
                <a:lnTo>
                  <a:pt x="11872127" y="129182"/>
                </a:lnTo>
                <a:lnTo>
                  <a:pt x="11872572" y="130704"/>
                </a:lnTo>
                <a:lnTo>
                  <a:pt x="11898010" y="218372"/>
                </a:lnTo>
                <a:lnTo>
                  <a:pt x="11989902" y="218372"/>
                </a:lnTo>
                <a:lnTo>
                  <a:pt x="11991762" y="216188"/>
                </a:lnTo>
                <a:cubicBezTo>
                  <a:pt x="11994428" y="213028"/>
                  <a:pt x="11997031" y="209829"/>
                  <a:pt x="11999696" y="206668"/>
                </a:cubicBezTo>
                <a:lnTo>
                  <a:pt x="12000526" y="218372"/>
                </a:lnTo>
                <a:lnTo>
                  <a:pt x="12063384" y="218372"/>
                </a:lnTo>
                <a:lnTo>
                  <a:pt x="12073195" y="194605"/>
                </a:lnTo>
                <a:cubicBezTo>
                  <a:pt x="12077217" y="184632"/>
                  <a:pt x="12081410" y="173963"/>
                  <a:pt x="12085440" y="163244"/>
                </a:cubicBezTo>
                <a:cubicBezTo>
                  <a:pt x="12101624" y="120443"/>
                  <a:pt x="12115142" y="76940"/>
                  <a:pt x="12115142" y="76940"/>
                </a:cubicBezTo>
                <a:cubicBezTo>
                  <a:pt x="12115142" y="76940"/>
                  <a:pt x="12116538" y="121379"/>
                  <a:pt x="12115079" y="166014"/>
                </a:cubicBezTo>
                <a:cubicBezTo>
                  <a:pt x="12114746" y="177172"/>
                  <a:pt x="12114230" y="188338"/>
                  <a:pt x="12113644" y="198810"/>
                </a:cubicBezTo>
                <a:lnTo>
                  <a:pt x="12112375" y="218372"/>
                </a:lnTo>
                <a:lnTo>
                  <a:pt x="12143208" y="218372"/>
                </a:lnTo>
                <a:lnTo>
                  <a:pt x="12186225" y="90946"/>
                </a:lnTo>
                <a:lnTo>
                  <a:pt x="12190350" y="218372"/>
                </a:lnTo>
                <a:lnTo>
                  <a:pt x="12192000" y="218372"/>
                </a:lnTo>
                <a:lnTo>
                  <a:pt x="12192000" y="269100"/>
                </a:lnTo>
                <a:lnTo>
                  <a:pt x="12192001" y="269133"/>
                </a:lnTo>
                <a:lnTo>
                  <a:pt x="12192000" y="269133"/>
                </a:lnTo>
                <a:lnTo>
                  <a:pt x="12192000" y="586467"/>
                </a:lnTo>
                <a:lnTo>
                  <a:pt x="0" y="586467"/>
                </a:lnTo>
                <a:lnTo>
                  <a:pt x="0" y="218372"/>
                </a:lnTo>
                <a:lnTo>
                  <a:pt x="6411" y="218372"/>
                </a:lnTo>
                <a:lnTo>
                  <a:pt x="6411" y="173349"/>
                </a:lnTo>
                <a:lnTo>
                  <a:pt x="10854" y="128402"/>
                </a:lnTo>
                <a:lnTo>
                  <a:pt x="36978" y="218372"/>
                </a:lnTo>
                <a:lnTo>
                  <a:pt x="112885" y="218372"/>
                </a:lnTo>
                <a:lnTo>
                  <a:pt x="126293" y="176753"/>
                </a:lnTo>
                <a:cubicBezTo>
                  <a:pt x="130267" y="163185"/>
                  <a:pt x="132647" y="154075"/>
                  <a:pt x="132647" y="154075"/>
                </a:cubicBezTo>
                <a:cubicBezTo>
                  <a:pt x="132647" y="154075"/>
                  <a:pt x="134012" y="163273"/>
                  <a:pt x="135630" y="177133"/>
                </a:cubicBezTo>
                <a:lnTo>
                  <a:pt x="139271" y="218372"/>
                </a:lnTo>
                <a:lnTo>
                  <a:pt x="202325" y="218372"/>
                </a:lnTo>
                <a:lnTo>
                  <a:pt x="212138" y="194605"/>
                </a:lnTo>
                <a:cubicBezTo>
                  <a:pt x="216157" y="184632"/>
                  <a:pt x="220342" y="173963"/>
                  <a:pt x="224356" y="163244"/>
                </a:cubicBezTo>
                <a:cubicBezTo>
                  <a:pt x="240604" y="120443"/>
                  <a:pt x="254059" y="76940"/>
                  <a:pt x="254059" y="76940"/>
                </a:cubicBezTo>
                <a:cubicBezTo>
                  <a:pt x="254059" y="76940"/>
                  <a:pt x="255519" y="121379"/>
                  <a:pt x="254059" y="166014"/>
                </a:cubicBezTo>
                <a:cubicBezTo>
                  <a:pt x="253726" y="177172"/>
                  <a:pt x="253210" y="188338"/>
                  <a:pt x="252624" y="198810"/>
                </a:cubicBezTo>
                <a:lnTo>
                  <a:pt x="251355" y="218372"/>
                </a:lnTo>
                <a:lnTo>
                  <a:pt x="282201" y="218372"/>
                </a:lnTo>
                <a:lnTo>
                  <a:pt x="325269" y="90946"/>
                </a:lnTo>
                <a:lnTo>
                  <a:pt x="329344" y="218372"/>
                </a:lnTo>
                <a:lnTo>
                  <a:pt x="345697" y="218372"/>
                </a:lnTo>
                <a:lnTo>
                  <a:pt x="346911" y="206239"/>
                </a:lnTo>
                <a:cubicBezTo>
                  <a:pt x="351544" y="167145"/>
                  <a:pt x="358589" y="128402"/>
                  <a:pt x="358589" y="128402"/>
                </a:cubicBezTo>
                <a:cubicBezTo>
                  <a:pt x="358589" y="128402"/>
                  <a:pt x="366522" y="167106"/>
                  <a:pt x="376804" y="205264"/>
                </a:cubicBezTo>
                <a:lnTo>
                  <a:pt x="380576" y="218372"/>
                </a:lnTo>
                <a:lnTo>
                  <a:pt x="436656" y="218372"/>
                </a:lnTo>
                <a:lnTo>
                  <a:pt x="438684" y="209438"/>
                </a:lnTo>
                <a:cubicBezTo>
                  <a:pt x="442746" y="192622"/>
                  <a:pt x="449855" y="170423"/>
                  <a:pt x="458296" y="148730"/>
                </a:cubicBezTo>
                <a:cubicBezTo>
                  <a:pt x="467245" y="127036"/>
                  <a:pt x="477590" y="105812"/>
                  <a:pt x="486538" y="90284"/>
                </a:cubicBezTo>
                <a:cubicBezTo>
                  <a:pt x="490664" y="82441"/>
                  <a:pt x="494980" y="76082"/>
                  <a:pt x="497582" y="71595"/>
                </a:cubicBezTo>
                <a:cubicBezTo>
                  <a:pt x="499993" y="67693"/>
                  <a:pt x="501453" y="65235"/>
                  <a:pt x="501834" y="64689"/>
                </a:cubicBezTo>
                <a:cubicBezTo>
                  <a:pt x="501707" y="65274"/>
                  <a:pt x="501072" y="67888"/>
                  <a:pt x="500057" y="72102"/>
                </a:cubicBezTo>
                <a:cubicBezTo>
                  <a:pt x="499041" y="76901"/>
                  <a:pt x="497011" y="83612"/>
                  <a:pt x="495614" y="91844"/>
                </a:cubicBezTo>
                <a:cubicBezTo>
                  <a:pt x="492124" y="108231"/>
                  <a:pt x="489268" y="130119"/>
                  <a:pt x="487871" y="151851"/>
                </a:cubicBezTo>
                <a:cubicBezTo>
                  <a:pt x="486983" y="173661"/>
                  <a:pt x="487490" y="195276"/>
                  <a:pt x="489077" y="211428"/>
                </a:cubicBezTo>
                <a:lnTo>
                  <a:pt x="489871" y="218372"/>
                </a:lnTo>
                <a:lnTo>
                  <a:pt x="548337" y="218372"/>
                </a:lnTo>
                <a:lnTo>
                  <a:pt x="555447" y="201907"/>
                </a:lnTo>
                <a:cubicBezTo>
                  <a:pt x="559573" y="191947"/>
                  <a:pt x="563794" y="181269"/>
                  <a:pt x="567713" y="170501"/>
                </a:cubicBezTo>
                <a:cubicBezTo>
                  <a:pt x="583643" y="127583"/>
                  <a:pt x="594623" y="83495"/>
                  <a:pt x="594623" y="83495"/>
                </a:cubicBezTo>
                <a:cubicBezTo>
                  <a:pt x="594623" y="83495"/>
                  <a:pt x="598621" y="128090"/>
                  <a:pt x="597352" y="173193"/>
                </a:cubicBezTo>
                <a:cubicBezTo>
                  <a:pt x="597114" y="184449"/>
                  <a:pt x="596547" y="195722"/>
                  <a:pt x="595830" y="206300"/>
                </a:cubicBezTo>
                <a:lnTo>
                  <a:pt x="594820" y="218372"/>
                </a:lnTo>
                <a:lnTo>
                  <a:pt x="653324" y="218372"/>
                </a:lnTo>
                <a:lnTo>
                  <a:pt x="653139" y="215486"/>
                </a:lnTo>
                <a:cubicBezTo>
                  <a:pt x="651997" y="196290"/>
                  <a:pt x="652124" y="170696"/>
                  <a:pt x="653710" y="145335"/>
                </a:cubicBezTo>
                <a:cubicBezTo>
                  <a:pt x="655741" y="119935"/>
                  <a:pt x="659169" y="94770"/>
                  <a:pt x="662977" y="76043"/>
                </a:cubicBezTo>
                <a:cubicBezTo>
                  <a:pt x="664563" y="66679"/>
                  <a:pt x="666721" y="58914"/>
                  <a:pt x="667864" y="53452"/>
                </a:cubicBezTo>
                <a:cubicBezTo>
                  <a:pt x="669069" y="48029"/>
                  <a:pt x="669831" y="44947"/>
                  <a:pt x="669831" y="44947"/>
                </a:cubicBezTo>
                <a:cubicBezTo>
                  <a:pt x="669831" y="44947"/>
                  <a:pt x="670021" y="48068"/>
                  <a:pt x="670402" y="53569"/>
                </a:cubicBezTo>
                <a:cubicBezTo>
                  <a:pt x="670910" y="59071"/>
                  <a:pt x="671100" y="66874"/>
                  <a:pt x="672306" y="76237"/>
                </a:cubicBezTo>
                <a:cubicBezTo>
                  <a:pt x="674147" y="94965"/>
                  <a:pt x="678145" y="119741"/>
                  <a:pt x="683603" y="144282"/>
                </a:cubicBezTo>
                <a:cubicBezTo>
                  <a:pt x="689442" y="168784"/>
                  <a:pt x="696678" y="192935"/>
                  <a:pt x="703215" y="210843"/>
                </a:cubicBezTo>
                <a:lnTo>
                  <a:pt x="706046" y="218372"/>
                </a:lnTo>
                <a:lnTo>
                  <a:pt x="748929" y="218372"/>
                </a:lnTo>
                <a:lnTo>
                  <a:pt x="757606" y="195393"/>
                </a:lnTo>
                <a:cubicBezTo>
                  <a:pt x="772521" y="161020"/>
                  <a:pt x="792893" y="128597"/>
                  <a:pt x="792893" y="128597"/>
                </a:cubicBezTo>
                <a:cubicBezTo>
                  <a:pt x="792893" y="128597"/>
                  <a:pt x="786991" y="163712"/>
                  <a:pt x="787181" y="198436"/>
                </a:cubicBezTo>
                <a:lnTo>
                  <a:pt x="788131" y="218372"/>
                </a:lnTo>
                <a:lnTo>
                  <a:pt x="803813" y="218372"/>
                </a:lnTo>
                <a:lnTo>
                  <a:pt x="805111" y="212982"/>
                </a:lnTo>
                <a:cubicBezTo>
                  <a:pt x="808646" y="198138"/>
                  <a:pt x="816535" y="164180"/>
                  <a:pt x="823104" y="130002"/>
                </a:cubicBezTo>
                <a:cubicBezTo>
                  <a:pt x="831989" y="84431"/>
                  <a:pt x="838526" y="38509"/>
                  <a:pt x="838526" y="38509"/>
                </a:cubicBezTo>
                <a:cubicBezTo>
                  <a:pt x="838526" y="38509"/>
                  <a:pt x="840113" y="46859"/>
                  <a:pt x="842398" y="60046"/>
                </a:cubicBezTo>
                <a:cubicBezTo>
                  <a:pt x="839224" y="39758"/>
                  <a:pt x="836686" y="25985"/>
                  <a:pt x="836686" y="25985"/>
                </a:cubicBezTo>
                <a:cubicBezTo>
                  <a:pt x="836686" y="25985"/>
                  <a:pt x="860740" y="74521"/>
                  <a:pt x="880859" y="124188"/>
                </a:cubicBezTo>
                <a:cubicBezTo>
                  <a:pt x="896091" y="161381"/>
                  <a:pt x="909074" y="199143"/>
                  <a:pt x="914613" y="215700"/>
                </a:cubicBezTo>
                <a:lnTo>
                  <a:pt x="915495" y="218372"/>
                </a:lnTo>
                <a:lnTo>
                  <a:pt x="944266" y="218372"/>
                </a:lnTo>
                <a:lnTo>
                  <a:pt x="945333" y="193476"/>
                </a:lnTo>
                <a:cubicBezTo>
                  <a:pt x="946484" y="171778"/>
                  <a:pt x="948546" y="142897"/>
                  <a:pt x="952195" y="114161"/>
                </a:cubicBezTo>
                <a:cubicBezTo>
                  <a:pt x="958923" y="56652"/>
                  <a:pt x="971807" y="0"/>
                  <a:pt x="971807" y="0"/>
                </a:cubicBezTo>
                <a:close/>
              </a:path>
            </a:pathLst>
          </a:custGeom>
          <a:solidFill>
            <a:srgbClr val="9CDF9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" name="Freeform: Shape 4">
            <a:extLst>
              <a:ext uri="{FF2B5EF4-FFF2-40B4-BE49-F238E27FC236}">
                <a16:creationId xmlns="" xmlns:a16="http://schemas.microsoft.com/office/drawing/2014/main" id="{F5B00684-B968-62EA-DB14-67BF8F17358C}"/>
              </a:ext>
            </a:extLst>
          </p:cNvPr>
          <p:cNvSpPr/>
          <p:nvPr userDrawn="1"/>
        </p:nvSpPr>
        <p:spPr>
          <a:xfrm>
            <a:off x="0" y="6349852"/>
            <a:ext cx="12192001" cy="508148"/>
          </a:xfrm>
          <a:custGeom>
            <a:avLst/>
            <a:gdLst>
              <a:gd name="connsiteX0" fmla="*/ 971807 w 12192001"/>
              <a:gd name="connsiteY0" fmla="*/ 0 h 586467"/>
              <a:gd name="connsiteX1" fmla="*/ 982152 w 12192001"/>
              <a:gd name="connsiteY1" fmla="*/ 114044 h 586467"/>
              <a:gd name="connsiteX2" fmla="*/ 1001332 w 12192001"/>
              <a:gd name="connsiteY2" fmla="*/ 217067 h 586467"/>
              <a:gd name="connsiteX3" fmla="*/ 1001641 w 12192001"/>
              <a:gd name="connsiteY3" fmla="*/ 218372 h 586467"/>
              <a:gd name="connsiteX4" fmla="*/ 1041475 w 12192001"/>
              <a:gd name="connsiteY4" fmla="*/ 218372 h 586467"/>
              <a:gd name="connsiteX5" fmla="*/ 1042572 w 12192001"/>
              <a:gd name="connsiteY5" fmla="*/ 213925 h 586467"/>
              <a:gd name="connsiteX6" fmla="*/ 1047650 w 12192001"/>
              <a:gd name="connsiteY6" fmla="*/ 192155 h 586467"/>
              <a:gd name="connsiteX7" fmla="*/ 1056789 w 12192001"/>
              <a:gd name="connsiteY7" fmla="*/ 125086 h 586467"/>
              <a:gd name="connsiteX8" fmla="*/ 1056027 w 12192001"/>
              <a:gd name="connsiteY8" fmla="*/ 57120 h 586467"/>
              <a:gd name="connsiteX9" fmla="*/ 1053616 w 12192001"/>
              <a:gd name="connsiteY9" fmla="*/ 34607 h 586467"/>
              <a:gd name="connsiteX10" fmla="*/ 1052600 w 12192001"/>
              <a:gd name="connsiteY10" fmla="*/ 26024 h 586467"/>
              <a:gd name="connsiteX11" fmla="*/ 1056154 w 12192001"/>
              <a:gd name="connsiteY11" fmla="*/ 34256 h 586467"/>
              <a:gd name="connsiteX12" fmla="*/ 1065294 w 12192001"/>
              <a:gd name="connsiteY12" fmla="*/ 56105 h 586467"/>
              <a:gd name="connsiteX13" fmla="*/ 1086618 w 12192001"/>
              <a:gd name="connsiteY13" fmla="*/ 123837 h 586467"/>
              <a:gd name="connsiteX14" fmla="*/ 1098106 w 12192001"/>
              <a:gd name="connsiteY14" fmla="*/ 193364 h 586467"/>
              <a:gd name="connsiteX15" fmla="*/ 1099693 w 12192001"/>
              <a:gd name="connsiteY15" fmla="*/ 216539 h 586467"/>
              <a:gd name="connsiteX16" fmla="*/ 1099798 w 12192001"/>
              <a:gd name="connsiteY16" fmla="*/ 218372 h 586467"/>
              <a:gd name="connsiteX17" fmla="*/ 1115028 w 12192001"/>
              <a:gd name="connsiteY17" fmla="*/ 218372 h 586467"/>
              <a:gd name="connsiteX18" fmla="*/ 1117400 w 12192001"/>
              <a:gd name="connsiteY18" fmla="*/ 211546 h 586467"/>
              <a:gd name="connsiteX19" fmla="*/ 1138471 w 12192001"/>
              <a:gd name="connsiteY19" fmla="*/ 167301 h 586467"/>
              <a:gd name="connsiteX20" fmla="*/ 1149641 w 12192001"/>
              <a:gd name="connsiteY20" fmla="*/ 147754 h 586467"/>
              <a:gd name="connsiteX21" fmla="*/ 1147102 w 12192001"/>
              <a:gd name="connsiteY21" fmla="*/ 214081 h 586467"/>
              <a:gd name="connsiteX22" fmla="*/ 1147558 w 12192001"/>
              <a:gd name="connsiteY22" fmla="*/ 218372 h 586467"/>
              <a:gd name="connsiteX23" fmla="*/ 1166585 w 12192001"/>
              <a:gd name="connsiteY23" fmla="*/ 218372 h 586467"/>
              <a:gd name="connsiteX24" fmla="*/ 1203461 w 12192001"/>
              <a:gd name="connsiteY24" fmla="*/ 44869 h 586467"/>
              <a:gd name="connsiteX25" fmla="*/ 1218249 w 12192001"/>
              <a:gd name="connsiteY25" fmla="*/ 207175 h 586467"/>
              <a:gd name="connsiteX26" fmla="*/ 1224849 w 12192001"/>
              <a:gd name="connsiteY26" fmla="*/ 186302 h 586467"/>
              <a:gd name="connsiteX27" fmla="*/ 1252965 w 12192001"/>
              <a:gd name="connsiteY27" fmla="*/ 109128 h 586467"/>
              <a:gd name="connsiteX28" fmla="*/ 1254615 w 12192001"/>
              <a:gd name="connsiteY28" fmla="*/ 188136 h 586467"/>
              <a:gd name="connsiteX29" fmla="*/ 1257131 w 12192001"/>
              <a:gd name="connsiteY29" fmla="*/ 218372 h 586467"/>
              <a:gd name="connsiteX30" fmla="*/ 1292608 w 12192001"/>
              <a:gd name="connsiteY30" fmla="*/ 218372 h 586467"/>
              <a:gd name="connsiteX31" fmla="*/ 1293061 w 12192001"/>
              <a:gd name="connsiteY31" fmla="*/ 217027 h 586467"/>
              <a:gd name="connsiteX32" fmla="*/ 1306912 w 12192001"/>
              <a:gd name="connsiteY32" fmla="*/ 165974 h 586467"/>
              <a:gd name="connsiteX33" fmla="*/ 1317702 w 12192001"/>
              <a:gd name="connsiteY33" fmla="*/ 89932 h 586467"/>
              <a:gd name="connsiteX34" fmla="*/ 1336805 w 12192001"/>
              <a:gd name="connsiteY34" fmla="*/ 166209 h 586467"/>
              <a:gd name="connsiteX35" fmla="*/ 1342732 w 12192001"/>
              <a:gd name="connsiteY35" fmla="*/ 211663 h 586467"/>
              <a:gd name="connsiteX36" fmla="*/ 1343228 w 12192001"/>
              <a:gd name="connsiteY36" fmla="*/ 218372 h 586467"/>
              <a:gd name="connsiteX37" fmla="*/ 1345931 w 12192001"/>
              <a:gd name="connsiteY37" fmla="*/ 218372 h 586467"/>
              <a:gd name="connsiteX38" fmla="*/ 1346080 w 12192001"/>
              <a:gd name="connsiteY38" fmla="*/ 216393 h 586467"/>
              <a:gd name="connsiteX39" fmla="*/ 1346706 w 12192001"/>
              <a:gd name="connsiteY39" fmla="*/ 210609 h 586467"/>
              <a:gd name="connsiteX40" fmla="*/ 1362763 w 12192001"/>
              <a:gd name="connsiteY40" fmla="*/ 144945 h 586467"/>
              <a:gd name="connsiteX41" fmla="*/ 1382501 w 12192001"/>
              <a:gd name="connsiteY41" fmla="*/ 102067 h 586467"/>
              <a:gd name="connsiteX42" fmla="*/ 1393545 w 12192001"/>
              <a:gd name="connsiteY42" fmla="*/ 83378 h 586467"/>
              <a:gd name="connsiteX43" fmla="*/ 1392593 w 12192001"/>
              <a:gd name="connsiteY43" fmla="*/ 146779 h 586467"/>
              <a:gd name="connsiteX44" fmla="*/ 1400653 w 12192001"/>
              <a:gd name="connsiteY44" fmla="*/ 189150 h 586467"/>
              <a:gd name="connsiteX45" fmla="*/ 1406428 w 12192001"/>
              <a:gd name="connsiteY45" fmla="*/ 207917 h 586467"/>
              <a:gd name="connsiteX46" fmla="*/ 1408177 w 12192001"/>
              <a:gd name="connsiteY46" fmla="*/ 212690 h 586467"/>
              <a:gd name="connsiteX47" fmla="*/ 1410474 w 12192001"/>
              <a:gd name="connsiteY47" fmla="*/ 218372 h 586467"/>
              <a:gd name="connsiteX48" fmla="*/ 1451672 w 12192001"/>
              <a:gd name="connsiteY48" fmla="*/ 218372 h 586467"/>
              <a:gd name="connsiteX49" fmla="*/ 1452315 w 12192001"/>
              <a:gd name="connsiteY49" fmla="*/ 216813 h 586467"/>
              <a:gd name="connsiteX50" fmla="*/ 1472751 w 12192001"/>
              <a:gd name="connsiteY50" fmla="*/ 160356 h 586467"/>
              <a:gd name="connsiteX51" fmla="*/ 1488682 w 12192001"/>
              <a:gd name="connsiteY51" fmla="*/ 102730 h 586467"/>
              <a:gd name="connsiteX52" fmla="*/ 1502644 w 12192001"/>
              <a:gd name="connsiteY52" fmla="*/ 161176 h 586467"/>
              <a:gd name="connsiteX53" fmla="*/ 1511239 w 12192001"/>
              <a:gd name="connsiteY53" fmla="*/ 215455 h 586467"/>
              <a:gd name="connsiteX54" fmla="*/ 1511584 w 12192001"/>
              <a:gd name="connsiteY54" fmla="*/ 218372 h 586467"/>
              <a:gd name="connsiteX55" fmla="*/ 1514931 w 12192001"/>
              <a:gd name="connsiteY55" fmla="*/ 218372 h 586467"/>
              <a:gd name="connsiteX56" fmla="*/ 1517075 w 12192001"/>
              <a:gd name="connsiteY56" fmla="*/ 213428 h 586467"/>
              <a:gd name="connsiteX57" fmla="*/ 1518765 w 12192001"/>
              <a:gd name="connsiteY57" fmla="*/ 209361 h 586467"/>
              <a:gd name="connsiteX58" fmla="*/ 1545421 w 12192001"/>
              <a:gd name="connsiteY58" fmla="*/ 128441 h 586467"/>
              <a:gd name="connsiteX59" fmla="*/ 1559701 w 12192001"/>
              <a:gd name="connsiteY59" fmla="*/ 45064 h 586467"/>
              <a:gd name="connsiteX60" fmla="*/ 1575314 w 12192001"/>
              <a:gd name="connsiteY60" fmla="*/ 129417 h 586467"/>
              <a:gd name="connsiteX61" fmla="*/ 1577980 w 12192001"/>
              <a:gd name="connsiteY61" fmla="*/ 215408 h 586467"/>
              <a:gd name="connsiteX62" fmla="*/ 1577828 w 12192001"/>
              <a:gd name="connsiteY62" fmla="*/ 218372 h 586467"/>
              <a:gd name="connsiteX63" fmla="*/ 1579032 w 12192001"/>
              <a:gd name="connsiteY63" fmla="*/ 218372 h 586467"/>
              <a:gd name="connsiteX64" fmla="*/ 1586215 w 12192001"/>
              <a:gd name="connsiteY64" fmla="*/ 196071 h 586467"/>
              <a:gd name="connsiteX65" fmla="*/ 1597781 w 12192001"/>
              <a:gd name="connsiteY65" fmla="*/ 163555 h 586467"/>
              <a:gd name="connsiteX66" fmla="*/ 1629007 w 12192001"/>
              <a:gd name="connsiteY66" fmla="*/ 89854 h 586467"/>
              <a:gd name="connsiteX67" fmla="*/ 1627547 w 12192001"/>
              <a:gd name="connsiteY67" fmla="*/ 166014 h 586467"/>
              <a:gd name="connsiteX68" fmla="*/ 1630276 w 12192001"/>
              <a:gd name="connsiteY68" fmla="*/ 217998 h 586467"/>
              <a:gd name="connsiteX69" fmla="*/ 1630309 w 12192001"/>
              <a:gd name="connsiteY69" fmla="*/ 218372 h 586467"/>
              <a:gd name="connsiteX70" fmla="*/ 1679389 w 12192001"/>
              <a:gd name="connsiteY70" fmla="*/ 218372 h 586467"/>
              <a:gd name="connsiteX71" fmla="*/ 1681147 w 12192001"/>
              <a:gd name="connsiteY71" fmla="*/ 212027 h 586467"/>
              <a:gd name="connsiteX72" fmla="*/ 1683017 w 12192001"/>
              <a:gd name="connsiteY72" fmla="*/ 204757 h 586467"/>
              <a:gd name="connsiteX73" fmla="*/ 1698884 w 12192001"/>
              <a:gd name="connsiteY73" fmla="*/ 119117 h 586467"/>
              <a:gd name="connsiteX74" fmla="*/ 1704406 w 12192001"/>
              <a:gd name="connsiteY74" fmla="*/ 32188 h 586467"/>
              <a:gd name="connsiteX75" fmla="*/ 1728777 w 12192001"/>
              <a:gd name="connsiteY75" fmla="*/ 118453 h 586467"/>
              <a:gd name="connsiteX76" fmla="*/ 1742740 w 12192001"/>
              <a:gd name="connsiteY76" fmla="*/ 206708 h 586467"/>
              <a:gd name="connsiteX77" fmla="*/ 1743158 w 12192001"/>
              <a:gd name="connsiteY77" fmla="*/ 211154 h 586467"/>
              <a:gd name="connsiteX78" fmla="*/ 1743734 w 12192001"/>
              <a:gd name="connsiteY78" fmla="*/ 218372 h 586467"/>
              <a:gd name="connsiteX79" fmla="*/ 1760697 w 12192001"/>
              <a:gd name="connsiteY79" fmla="*/ 218372 h 586467"/>
              <a:gd name="connsiteX80" fmla="*/ 1772760 w 12192001"/>
              <a:gd name="connsiteY80" fmla="*/ 175182 h 586467"/>
              <a:gd name="connsiteX81" fmla="*/ 1788119 w 12192001"/>
              <a:gd name="connsiteY81" fmla="*/ 96331 h 586467"/>
              <a:gd name="connsiteX82" fmla="*/ 1802652 w 12192001"/>
              <a:gd name="connsiteY82" fmla="*/ 175923 h 586467"/>
              <a:gd name="connsiteX83" fmla="*/ 1806063 w 12192001"/>
              <a:gd name="connsiteY83" fmla="*/ 205464 h 586467"/>
              <a:gd name="connsiteX84" fmla="*/ 1807120 w 12192001"/>
              <a:gd name="connsiteY84" fmla="*/ 218372 h 586467"/>
              <a:gd name="connsiteX85" fmla="*/ 1833582 w 12192001"/>
              <a:gd name="connsiteY85" fmla="*/ 218372 h 586467"/>
              <a:gd name="connsiteX86" fmla="*/ 1840098 w 12192001"/>
              <a:gd name="connsiteY86" fmla="*/ 206122 h 586467"/>
              <a:gd name="connsiteX87" fmla="*/ 1871895 w 12192001"/>
              <a:gd name="connsiteY87" fmla="*/ 156454 h 586467"/>
              <a:gd name="connsiteX88" fmla="*/ 1910419 w 12192001"/>
              <a:gd name="connsiteY88" fmla="*/ 109830 h 586467"/>
              <a:gd name="connsiteX89" fmla="*/ 1929777 w 12192001"/>
              <a:gd name="connsiteY89" fmla="*/ 89815 h 586467"/>
              <a:gd name="connsiteX90" fmla="*/ 1900138 w 12192001"/>
              <a:gd name="connsiteY90" fmla="*/ 163088 h 586467"/>
              <a:gd name="connsiteX91" fmla="*/ 1889221 w 12192001"/>
              <a:gd name="connsiteY91" fmla="*/ 214121 h 586467"/>
              <a:gd name="connsiteX92" fmla="*/ 1888711 w 12192001"/>
              <a:gd name="connsiteY92" fmla="*/ 218372 h 586467"/>
              <a:gd name="connsiteX93" fmla="*/ 1909838 w 12192001"/>
              <a:gd name="connsiteY93" fmla="*/ 218372 h 586467"/>
              <a:gd name="connsiteX94" fmla="*/ 1959225 w 12192001"/>
              <a:gd name="connsiteY94" fmla="*/ 141356 h 586467"/>
              <a:gd name="connsiteX95" fmla="*/ 1948856 w 12192001"/>
              <a:gd name="connsiteY95" fmla="*/ 218372 h 586467"/>
              <a:gd name="connsiteX96" fmla="*/ 1969879 w 12192001"/>
              <a:gd name="connsiteY96" fmla="*/ 218372 h 586467"/>
              <a:gd name="connsiteX97" fmla="*/ 1973188 w 12192001"/>
              <a:gd name="connsiteY97" fmla="*/ 199763 h 586467"/>
              <a:gd name="connsiteX98" fmla="*/ 1977821 w 12192001"/>
              <a:gd name="connsiteY98" fmla="*/ 134099 h 586467"/>
              <a:gd name="connsiteX99" fmla="*/ 1968999 w 12192001"/>
              <a:gd name="connsiteY99" fmla="*/ 68240 h 586467"/>
              <a:gd name="connsiteX100" fmla="*/ 1962145 w 12192001"/>
              <a:gd name="connsiteY100" fmla="*/ 46703 h 586467"/>
              <a:gd name="connsiteX101" fmla="*/ 1959289 w 12192001"/>
              <a:gd name="connsiteY101" fmla="*/ 38665 h 586467"/>
              <a:gd name="connsiteX102" fmla="*/ 1964557 w 12192001"/>
              <a:gd name="connsiteY102" fmla="*/ 46078 h 586467"/>
              <a:gd name="connsiteX103" fmla="*/ 1977948 w 12192001"/>
              <a:gd name="connsiteY103" fmla="*/ 66445 h 586467"/>
              <a:gd name="connsiteX104" fmla="*/ 2007524 w 12192001"/>
              <a:gd name="connsiteY104" fmla="*/ 131680 h 586467"/>
              <a:gd name="connsiteX105" fmla="*/ 2018313 w 12192001"/>
              <a:gd name="connsiteY105" fmla="*/ 171437 h 586467"/>
              <a:gd name="connsiteX106" fmla="*/ 2020154 w 12192001"/>
              <a:gd name="connsiteY106" fmla="*/ 161332 h 586467"/>
              <a:gd name="connsiteX107" fmla="*/ 2037988 w 12192001"/>
              <a:gd name="connsiteY107" fmla="*/ 100155 h 586467"/>
              <a:gd name="connsiteX108" fmla="*/ 2045921 w 12192001"/>
              <a:gd name="connsiteY108" fmla="*/ 80452 h 586467"/>
              <a:gd name="connsiteX109" fmla="*/ 2049095 w 12192001"/>
              <a:gd name="connsiteY109" fmla="*/ 73038 h 586467"/>
              <a:gd name="connsiteX110" fmla="*/ 2048460 w 12192001"/>
              <a:gd name="connsiteY110" fmla="*/ 80764 h 586467"/>
              <a:gd name="connsiteX111" fmla="*/ 2047254 w 12192001"/>
              <a:gd name="connsiteY111" fmla="*/ 101013 h 586467"/>
              <a:gd name="connsiteX112" fmla="*/ 2050047 w 12192001"/>
              <a:gd name="connsiteY112" fmla="*/ 161956 h 586467"/>
              <a:gd name="connsiteX113" fmla="*/ 2055585 w 12192001"/>
              <a:gd name="connsiteY113" fmla="*/ 194042 h 586467"/>
              <a:gd name="connsiteX114" fmla="*/ 2061555 w 12192001"/>
              <a:gd name="connsiteY114" fmla="*/ 218372 h 586467"/>
              <a:gd name="connsiteX115" fmla="*/ 2097672 w 12192001"/>
              <a:gd name="connsiteY115" fmla="*/ 218372 h 586467"/>
              <a:gd name="connsiteX116" fmla="*/ 2087302 w 12192001"/>
              <a:gd name="connsiteY116" fmla="*/ 141356 h 586467"/>
              <a:gd name="connsiteX117" fmla="*/ 2136689 w 12192001"/>
              <a:gd name="connsiteY117" fmla="*/ 218372 h 586467"/>
              <a:gd name="connsiteX118" fmla="*/ 2157816 w 12192001"/>
              <a:gd name="connsiteY118" fmla="*/ 218372 h 586467"/>
              <a:gd name="connsiteX119" fmla="*/ 2157306 w 12192001"/>
              <a:gd name="connsiteY119" fmla="*/ 214121 h 586467"/>
              <a:gd name="connsiteX120" fmla="*/ 2146390 w 12192001"/>
              <a:gd name="connsiteY120" fmla="*/ 163088 h 586467"/>
              <a:gd name="connsiteX121" fmla="*/ 2116751 w 12192001"/>
              <a:gd name="connsiteY121" fmla="*/ 89815 h 586467"/>
              <a:gd name="connsiteX122" fmla="*/ 2136108 w 12192001"/>
              <a:gd name="connsiteY122" fmla="*/ 109830 h 586467"/>
              <a:gd name="connsiteX123" fmla="*/ 2174632 w 12192001"/>
              <a:gd name="connsiteY123" fmla="*/ 156454 h 586467"/>
              <a:gd name="connsiteX124" fmla="*/ 2206429 w 12192001"/>
              <a:gd name="connsiteY124" fmla="*/ 206122 h 586467"/>
              <a:gd name="connsiteX125" fmla="*/ 2212945 w 12192001"/>
              <a:gd name="connsiteY125" fmla="*/ 218372 h 586467"/>
              <a:gd name="connsiteX126" fmla="*/ 2239408 w 12192001"/>
              <a:gd name="connsiteY126" fmla="*/ 218372 h 586467"/>
              <a:gd name="connsiteX127" fmla="*/ 2240465 w 12192001"/>
              <a:gd name="connsiteY127" fmla="*/ 205464 h 586467"/>
              <a:gd name="connsiteX128" fmla="*/ 2243875 w 12192001"/>
              <a:gd name="connsiteY128" fmla="*/ 175923 h 586467"/>
              <a:gd name="connsiteX129" fmla="*/ 2258409 w 12192001"/>
              <a:gd name="connsiteY129" fmla="*/ 96331 h 586467"/>
              <a:gd name="connsiteX130" fmla="*/ 2273768 w 12192001"/>
              <a:gd name="connsiteY130" fmla="*/ 175182 h 586467"/>
              <a:gd name="connsiteX131" fmla="*/ 2285830 w 12192001"/>
              <a:gd name="connsiteY131" fmla="*/ 218372 h 586467"/>
              <a:gd name="connsiteX132" fmla="*/ 2302794 w 12192001"/>
              <a:gd name="connsiteY132" fmla="*/ 218372 h 586467"/>
              <a:gd name="connsiteX133" fmla="*/ 2303371 w 12192001"/>
              <a:gd name="connsiteY133" fmla="*/ 211154 h 586467"/>
              <a:gd name="connsiteX134" fmla="*/ 2303788 w 12192001"/>
              <a:gd name="connsiteY134" fmla="*/ 206708 h 586467"/>
              <a:gd name="connsiteX135" fmla="*/ 2317750 w 12192001"/>
              <a:gd name="connsiteY135" fmla="*/ 118453 h 586467"/>
              <a:gd name="connsiteX136" fmla="*/ 2342122 w 12192001"/>
              <a:gd name="connsiteY136" fmla="*/ 32188 h 586467"/>
              <a:gd name="connsiteX137" fmla="*/ 2347643 w 12192001"/>
              <a:gd name="connsiteY137" fmla="*/ 119117 h 586467"/>
              <a:gd name="connsiteX138" fmla="*/ 2363573 w 12192001"/>
              <a:gd name="connsiteY138" fmla="*/ 204757 h 586467"/>
              <a:gd name="connsiteX139" fmla="*/ 2365434 w 12192001"/>
              <a:gd name="connsiteY139" fmla="*/ 212027 h 586467"/>
              <a:gd name="connsiteX140" fmla="*/ 2367185 w 12192001"/>
              <a:gd name="connsiteY140" fmla="*/ 218372 h 586467"/>
              <a:gd name="connsiteX141" fmla="*/ 2416218 w 12192001"/>
              <a:gd name="connsiteY141" fmla="*/ 218372 h 586467"/>
              <a:gd name="connsiteX142" fmla="*/ 2416251 w 12192001"/>
              <a:gd name="connsiteY142" fmla="*/ 217998 h 586467"/>
              <a:gd name="connsiteX143" fmla="*/ 2418980 w 12192001"/>
              <a:gd name="connsiteY143" fmla="*/ 166014 h 586467"/>
              <a:gd name="connsiteX144" fmla="*/ 2417520 w 12192001"/>
              <a:gd name="connsiteY144" fmla="*/ 89854 h 586467"/>
              <a:gd name="connsiteX145" fmla="*/ 2448746 w 12192001"/>
              <a:gd name="connsiteY145" fmla="*/ 163555 h 586467"/>
              <a:gd name="connsiteX146" fmla="*/ 2460313 w 12192001"/>
              <a:gd name="connsiteY146" fmla="*/ 196071 h 586467"/>
              <a:gd name="connsiteX147" fmla="*/ 2467496 w 12192001"/>
              <a:gd name="connsiteY147" fmla="*/ 218372 h 586467"/>
              <a:gd name="connsiteX148" fmla="*/ 2468701 w 12192001"/>
              <a:gd name="connsiteY148" fmla="*/ 218372 h 586467"/>
              <a:gd name="connsiteX149" fmla="*/ 2468548 w 12192001"/>
              <a:gd name="connsiteY149" fmla="*/ 215408 h 586467"/>
              <a:gd name="connsiteX150" fmla="*/ 2471213 w 12192001"/>
              <a:gd name="connsiteY150" fmla="*/ 129417 h 586467"/>
              <a:gd name="connsiteX151" fmla="*/ 2486826 w 12192001"/>
              <a:gd name="connsiteY151" fmla="*/ 45064 h 586467"/>
              <a:gd name="connsiteX152" fmla="*/ 2501106 w 12192001"/>
              <a:gd name="connsiteY152" fmla="*/ 128441 h 586467"/>
              <a:gd name="connsiteX153" fmla="*/ 2527762 w 12192001"/>
              <a:gd name="connsiteY153" fmla="*/ 209361 h 586467"/>
              <a:gd name="connsiteX154" fmla="*/ 2529452 w 12192001"/>
              <a:gd name="connsiteY154" fmla="*/ 213428 h 586467"/>
              <a:gd name="connsiteX155" fmla="*/ 2531596 w 12192001"/>
              <a:gd name="connsiteY155" fmla="*/ 218372 h 586467"/>
              <a:gd name="connsiteX156" fmla="*/ 2534943 w 12192001"/>
              <a:gd name="connsiteY156" fmla="*/ 218372 h 586467"/>
              <a:gd name="connsiteX157" fmla="*/ 2535288 w 12192001"/>
              <a:gd name="connsiteY157" fmla="*/ 215455 h 586467"/>
              <a:gd name="connsiteX158" fmla="*/ 2543883 w 12192001"/>
              <a:gd name="connsiteY158" fmla="*/ 161176 h 586467"/>
              <a:gd name="connsiteX159" fmla="*/ 2557846 w 12192001"/>
              <a:gd name="connsiteY159" fmla="*/ 102730 h 586467"/>
              <a:gd name="connsiteX160" fmla="*/ 2573776 w 12192001"/>
              <a:gd name="connsiteY160" fmla="*/ 160356 h 586467"/>
              <a:gd name="connsiteX161" fmla="*/ 2594276 w 12192001"/>
              <a:gd name="connsiteY161" fmla="*/ 216813 h 586467"/>
              <a:gd name="connsiteX162" fmla="*/ 2594916 w 12192001"/>
              <a:gd name="connsiteY162" fmla="*/ 218372 h 586467"/>
              <a:gd name="connsiteX163" fmla="*/ 2636053 w 12192001"/>
              <a:gd name="connsiteY163" fmla="*/ 218372 h 586467"/>
              <a:gd name="connsiteX164" fmla="*/ 2638351 w 12192001"/>
              <a:gd name="connsiteY164" fmla="*/ 212690 h 586467"/>
              <a:gd name="connsiteX165" fmla="*/ 2640099 w 12192001"/>
              <a:gd name="connsiteY165" fmla="*/ 207917 h 586467"/>
              <a:gd name="connsiteX166" fmla="*/ 2645874 w 12192001"/>
              <a:gd name="connsiteY166" fmla="*/ 189150 h 586467"/>
              <a:gd name="connsiteX167" fmla="*/ 2653935 w 12192001"/>
              <a:gd name="connsiteY167" fmla="*/ 146779 h 586467"/>
              <a:gd name="connsiteX168" fmla="*/ 2652983 w 12192001"/>
              <a:gd name="connsiteY168" fmla="*/ 83378 h 586467"/>
              <a:gd name="connsiteX169" fmla="*/ 2664026 w 12192001"/>
              <a:gd name="connsiteY169" fmla="*/ 102067 h 586467"/>
              <a:gd name="connsiteX170" fmla="*/ 2683764 w 12192001"/>
              <a:gd name="connsiteY170" fmla="*/ 144945 h 586467"/>
              <a:gd name="connsiteX171" fmla="*/ 2699821 w 12192001"/>
              <a:gd name="connsiteY171" fmla="*/ 210609 h 586467"/>
              <a:gd name="connsiteX172" fmla="*/ 2700448 w 12192001"/>
              <a:gd name="connsiteY172" fmla="*/ 216393 h 586467"/>
              <a:gd name="connsiteX173" fmla="*/ 2700597 w 12192001"/>
              <a:gd name="connsiteY173" fmla="*/ 218372 h 586467"/>
              <a:gd name="connsiteX174" fmla="*/ 2703300 w 12192001"/>
              <a:gd name="connsiteY174" fmla="*/ 218372 h 586467"/>
              <a:gd name="connsiteX175" fmla="*/ 2703796 w 12192001"/>
              <a:gd name="connsiteY175" fmla="*/ 211663 h 586467"/>
              <a:gd name="connsiteX176" fmla="*/ 2709722 w 12192001"/>
              <a:gd name="connsiteY176" fmla="*/ 166209 h 586467"/>
              <a:gd name="connsiteX177" fmla="*/ 2728826 w 12192001"/>
              <a:gd name="connsiteY177" fmla="*/ 89932 h 586467"/>
              <a:gd name="connsiteX178" fmla="*/ 2739615 w 12192001"/>
              <a:gd name="connsiteY178" fmla="*/ 165974 h 586467"/>
              <a:gd name="connsiteX179" fmla="*/ 2753467 w 12192001"/>
              <a:gd name="connsiteY179" fmla="*/ 217027 h 586467"/>
              <a:gd name="connsiteX180" fmla="*/ 2753920 w 12192001"/>
              <a:gd name="connsiteY180" fmla="*/ 218372 h 586467"/>
              <a:gd name="connsiteX181" fmla="*/ 2789410 w 12192001"/>
              <a:gd name="connsiteY181" fmla="*/ 218372 h 586467"/>
              <a:gd name="connsiteX182" fmla="*/ 2791912 w 12192001"/>
              <a:gd name="connsiteY182" fmla="*/ 188136 h 586467"/>
              <a:gd name="connsiteX183" fmla="*/ 2793625 w 12192001"/>
              <a:gd name="connsiteY183" fmla="*/ 109128 h 586467"/>
              <a:gd name="connsiteX184" fmla="*/ 2821678 w 12192001"/>
              <a:gd name="connsiteY184" fmla="*/ 186302 h 586467"/>
              <a:gd name="connsiteX185" fmla="*/ 2828278 w 12192001"/>
              <a:gd name="connsiteY185" fmla="*/ 207175 h 586467"/>
              <a:gd name="connsiteX186" fmla="*/ 2843066 w 12192001"/>
              <a:gd name="connsiteY186" fmla="*/ 44869 h 586467"/>
              <a:gd name="connsiteX187" fmla="*/ 2879943 w 12192001"/>
              <a:gd name="connsiteY187" fmla="*/ 218372 h 586467"/>
              <a:gd name="connsiteX188" fmla="*/ 2898970 w 12192001"/>
              <a:gd name="connsiteY188" fmla="*/ 218372 h 586467"/>
              <a:gd name="connsiteX189" fmla="*/ 2899425 w 12192001"/>
              <a:gd name="connsiteY189" fmla="*/ 214081 h 586467"/>
              <a:gd name="connsiteX190" fmla="*/ 2896886 w 12192001"/>
              <a:gd name="connsiteY190" fmla="*/ 147754 h 586467"/>
              <a:gd name="connsiteX191" fmla="*/ 2908056 w 12192001"/>
              <a:gd name="connsiteY191" fmla="*/ 167301 h 586467"/>
              <a:gd name="connsiteX192" fmla="*/ 2929127 w 12192001"/>
              <a:gd name="connsiteY192" fmla="*/ 211546 h 586467"/>
              <a:gd name="connsiteX193" fmla="*/ 2931509 w 12192001"/>
              <a:gd name="connsiteY193" fmla="*/ 218372 h 586467"/>
              <a:gd name="connsiteX194" fmla="*/ 2946730 w 12192001"/>
              <a:gd name="connsiteY194" fmla="*/ 218372 h 586467"/>
              <a:gd name="connsiteX195" fmla="*/ 2946835 w 12192001"/>
              <a:gd name="connsiteY195" fmla="*/ 216539 h 586467"/>
              <a:gd name="connsiteX196" fmla="*/ 2948421 w 12192001"/>
              <a:gd name="connsiteY196" fmla="*/ 193364 h 586467"/>
              <a:gd name="connsiteX197" fmla="*/ 2959909 w 12192001"/>
              <a:gd name="connsiteY197" fmla="*/ 123837 h 586467"/>
              <a:gd name="connsiteX198" fmla="*/ 2981234 w 12192001"/>
              <a:gd name="connsiteY198" fmla="*/ 56105 h 586467"/>
              <a:gd name="connsiteX199" fmla="*/ 2990373 w 12192001"/>
              <a:gd name="connsiteY199" fmla="*/ 34256 h 586467"/>
              <a:gd name="connsiteX200" fmla="*/ 2993927 w 12192001"/>
              <a:gd name="connsiteY200" fmla="*/ 26024 h 586467"/>
              <a:gd name="connsiteX201" fmla="*/ 2992912 w 12192001"/>
              <a:gd name="connsiteY201" fmla="*/ 34607 h 586467"/>
              <a:gd name="connsiteX202" fmla="*/ 2990500 w 12192001"/>
              <a:gd name="connsiteY202" fmla="*/ 57120 h 586467"/>
              <a:gd name="connsiteX203" fmla="*/ 2989738 w 12192001"/>
              <a:gd name="connsiteY203" fmla="*/ 125086 h 586467"/>
              <a:gd name="connsiteX204" fmla="*/ 2998941 w 12192001"/>
              <a:gd name="connsiteY204" fmla="*/ 192155 h 586467"/>
              <a:gd name="connsiteX205" fmla="*/ 3003955 w 12192001"/>
              <a:gd name="connsiteY205" fmla="*/ 213925 h 586467"/>
              <a:gd name="connsiteX206" fmla="*/ 3005052 w 12192001"/>
              <a:gd name="connsiteY206" fmla="*/ 218372 h 586467"/>
              <a:gd name="connsiteX207" fmla="*/ 3044889 w 12192001"/>
              <a:gd name="connsiteY207" fmla="*/ 218372 h 586467"/>
              <a:gd name="connsiteX208" fmla="*/ 3045197 w 12192001"/>
              <a:gd name="connsiteY208" fmla="*/ 217067 h 586467"/>
              <a:gd name="connsiteX209" fmla="*/ 3064439 w 12192001"/>
              <a:gd name="connsiteY209" fmla="*/ 114044 h 586467"/>
              <a:gd name="connsiteX210" fmla="*/ 3074721 w 12192001"/>
              <a:gd name="connsiteY210" fmla="*/ 0 h 586467"/>
              <a:gd name="connsiteX211" fmla="*/ 3094332 w 12192001"/>
              <a:gd name="connsiteY211" fmla="*/ 114161 h 586467"/>
              <a:gd name="connsiteX212" fmla="*/ 3101226 w 12192001"/>
              <a:gd name="connsiteY212" fmla="*/ 193476 h 586467"/>
              <a:gd name="connsiteX213" fmla="*/ 3102315 w 12192001"/>
              <a:gd name="connsiteY213" fmla="*/ 218372 h 586467"/>
              <a:gd name="connsiteX214" fmla="*/ 3131032 w 12192001"/>
              <a:gd name="connsiteY214" fmla="*/ 218372 h 586467"/>
              <a:gd name="connsiteX215" fmla="*/ 3131914 w 12192001"/>
              <a:gd name="connsiteY215" fmla="*/ 215700 h 586467"/>
              <a:gd name="connsiteX216" fmla="*/ 3165669 w 12192001"/>
              <a:gd name="connsiteY216" fmla="*/ 124188 h 586467"/>
              <a:gd name="connsiteX217" fmla="*/ 3209778 w 12192001"/>
              <a:gd name="connsiteY217" fmla="*/ 26180 h 586467"/>
              <a:gd name="connsiteX218" fmla="*/ 3204130 w 12192001"/>
              <a:gd name="connsiteY218" fmla="*/ 60007 h 586467"/>
              <a:gd name="connsiteX219" fmla="*/ 3208001 w 12192001"/>
              <a:gd name="connsiteY219" fmla="*/ 38509 h 586467"/>
              <a:gd name="connsiteX220" fmla="*/ 3223424 w 12192001"/>
              <a:gd name="connsiteY220" fmla="*/ 130002 h 586467"/>
              <a:gd name="connsiteX221" fmla="*/ 3241417 w 12192001"/>
              <a:gd name="connsiteY221" fmla="*/ 212982 h 586467"/>
              <a:gd name="connsiteX222" fmla="*/ 3242716 w 12192001"/>
              <a:gd name="connsiteY222" fmla="*/ 218372 h 586467"/>
              <a:gd name="connsiteX223" fmla="*/ 3258397 w 12192001"/>
              <a:gd name="connsiteY223" fmla="*/ 218372 h 586467"/>
              <a:gd name="connsiteX224" fmla="*/ 3259346 w 12192001"/>
              <a:gd name="connsiteY224" fmla="*/ 198436 h 586467"/>
              <a:gd name="connsiteX225" fmla="*/ 3253634 w 12192001"/>
              <a:gd name="connsiteY225" fmla="*/ 128597 h 586467"/>
              <a:gd name="connsiteX226" fmla="*/ 3288922 w 12192001"/>
              <a:gd name="connsiteY226" fmla="*/ 195393 h 586467"/>
              <a:gd name="connsiteX227" fmla="*/ 3297610 w 12192001"/>
              <a:gd name="connsiteY227" fmla="*/ 218372 h 586467"/>
              <a:gd name="connsiteX228" fmla="*/ 3340482 w 12192001"/>
              <a:gd name="connsiteY228" fmla="*/ 218372 h 586467"/>
              <a:gd name="connsiteX229" fmla="*/ 3343313 w 12192001"/>
              <a:gd name="connsiteY229" fmla="*/ 210843 h 586467"/>
              <a:gd name="connsiteX230" fmla="*/ 3362924 w 12192001"/>
              <a:gd name="connsiteY230" fmla="*/ 144282 h 586467"/>
              <a:gd name="connsiteX231" fmla="*/ 3374221 w 12192001"/>
              <a:gd name="connsiteY231" fmla="*/ 76237 h 586467"/>
              <a:gd name="connsiteX232" fmla="*/ 3376125 w 12192001"/>
              <a:gd name="connsiteY232" fmla="*/ 53569 h 586467"/>
              <a:gd name="connsiteX233" fmla="*/ 3376696 w 12192001"/>
              <a:gd name="connsiteY233" fmla="*/ 44947 h 586467"/>
              <a:gd name="connsiteX234" fmla="*/ 3378664 w 12192001"/>
              <a:gd name="connsiteY234" fmla="*/ 53452 h 586467"/>
              <a:gd name="connsiteX235" fmla="*/ 3383551 w 12192001"/>
              <a:gd name="connsiteY235" fmla="*/ 76043 h 586467"/>
              <a:gd name="connsiteX236" fmla="*/ 3392817 w 12192001"/>
              <a:gd name="connsiteY236" fmla="*/ 145335 h 586467"/>
              <a:gd name="connsiteX237" fmla="*/ 3393388 w 12192001"/>
              <a:gd name="connsiteY237" fmla="*/ 215486 h 586467"/>
              <a:gd name="connsiteX238" fmla="*/ 3393203 w 12192001"/>
              <a:gd name="connsiteY238" fmla="*/ 218372 h 586467"/>
              <a:gd name="connsiteX239" fmla="*/ 3451708 w 12192001"/>
              <a:gd name="connsiteY239" fmla="*/ 218372 h 586467"/>
              <a:gd name="connsiteX240" fmla="*/ 3450698 w 12192001"/>
              <a:gd name="connsiteY240" fmla="*/ 206300 h 586467"/>
              <a:gd name="connsiteX241" fmla="*/ 3449176 w 12192001"/>
              <a:gd name="connsiteY241" fmla="*/ 173193 h 586467"/>
              <a:gd name="connsiteX242" fmla="*/ 3451905 w 12192001"/>
              <a:gd name="connsiteY242" fmla="*/ 83495 h 586467"/>
              <a:gd name="connsiteX243" fmla="*/ 3478815 w 12192001"/>
              <a:gd name="connsiteY243" fmla="*/ 170501 h 586467"/>
              <a:gd name="connsiteX244" fmla="*/ 3491081 w 12192001"/>
              <a:gd name="connsiteY244" fmla="*/ 201907 h 586467"/>
              <a:gd name="connsiteX245" fmla="*/ 3498191 w 12192001"/>
              <a:gd name="connsiteY245" fmla="*/ 218372 h 586467"/>
              <a:gd name="connsiteX246" fmla="*/ 3556656 w 12192001"/>
              <a:gd name="connsiteY246" fmla="*/ 218372 h 586467"/>
              <a:gd name="connsiteX247" fmla="*/ 3557450 w 12192001"/>
              <a:gd name="connsiteY247" fmla="*/ 211428 h 586467"/>
              <a:gd name="connsiteX248" fmla="*/ 3558656 w 12192001"/>
              <a:gd name="connsiteY248" fmla="*/ 151851 h 586467"/>
              <a:gd name="connsiteX249" fmla="*/ 3550913 w 12192001"/>
              <a:gd name="connsiteY249" fmla="*/ 91844 h 586467"/>
              <a:gd name="connsiteX250" fmla="*/ 3546471 w 12192001"/>
              <a:gd name="connsiteY250" fmla="*/ 72102 h 586467"/>
              <a:gd name="connsiteX251" fmla="*/ 3544693 w 12192001"/>
              <a:gd name="connsiteY251" fmla="*/ 64689 h 586467"/>
              <a:gd name="connsiteX252" fmla="*/ 3548945 w 12192001"/>
              <a:gd name="connsiteY252" fmla="*/ 71595 h 586467"/>
              <a:gd name="connsiteX253" fmla="*/ 3559989 w 12192001"/>
              <a:gd name="connsiteY253" fmla="*/ 90284 h 586467"/>
              <a:gd name="connsiteX254" fmla="*/ 3588232 w 12192001"/>
              <a:gd name="connsiteY254" fmla="*/ 148730 h 586467"/>
              <a:gd name="connsiteX255" fmla="*/ 3607843 w 12192001"/>
              <a:gd name="connsiteY255" fmla="*/ 209438 h 586467"/>
              <a:gd name="connsiteX256" fmla="*/ 3609872 w 12192001"/>
              <a:gd name="connsiteY256" fmla="*/ 218372 h 586467"/>
              <a:gd name="connsiteX257" fmla="*/ 3665952 w 12192001"/>
              <a:gd name="connsiteY257" fmla="*/ 218372 h 586467"/>
              <a:gd name="connsiteX258" fmla="*/ 3669723 w 12192001"/>
              <a:gd name="connsiteY258" fmla="*/ 205264 h 586467"/>
              <a:gd name="connsiteX259" fmla="*/ 3687938 w 12192001"/>
              <a:gd name="connsiteY259" fmla="*/ 128402 h 586467"/>
              <a:gd name="connsiteX260" fmla="*/ 3699616 w 12192001"/>
              <a:gd name="connsiteY260" fmla="*/ 206239 h 586467"/>
              <a:gd name="connsiteX261" fmla="*/ 3700830 w 12192001"/>
              <a:gd name="connsiteY261" fmla="*/ 218372 h 586467"/>
              <a:gd name="connsiteX262" fmla="*/ 3714682 w 12192001"/>
              <a:gd name="connsiteY262" fmla="*/ 218372 h 586467"/>
              <a:gd name="connsiteX263" fmla="*/ 3714690 w 12192001"/>
              <a:gd name="connsiteY263" fmla="*/ 217583 h 586467"/>
              <a:gd name="connsiteX264" fmla="*/ 3715356 w 12192001"/>
              <a:gd name="connsiteY264" fmla="*/ 155479 h 586467"/>
              <a:gd name="connsiteX265" fmla="*/ 3714785 w 12192001"/>
              <a:gd name="connsiteY265" fmla="*/ 65001 h 586467"/>
              <a:gd name="connsiteX266" fmla="*/ 3745058 w 12192001"/>
              <a:gd name="connsiteY266" fmla="*/ 153177 h 586467"/>
              <a:gd name="connsiteX267" fmla="*/ 3764900 w 12192001"/>
              <a:gd name="connsiteY267" fmla="*/ 214048 h 586467"/>
              <a:gd name="connsiteX268" fmla="*/ 3766313 w 12192001"/>
              <a:gd name="connsiteY268" fmla="*/ 218372 h 586467"/>
              <a:gd name="connsiteX269" fmla="*/ 3795172 w 12192001"/>
              <a:gd name="connsiteY269" fmla="*/ 218372 h 586467"/>
              <a:gd name="connsiteX270" fmla="*/ 3793903 w 12192001"/>
              <a:gd name="connsiteY270" fmla="*/ 198810 h 586467"/>
              <a:gd name="connsiteX271" fmla="*/ 3792468 w 12192001"/>
              <a:gd name="connsiteY271" fmla="*/ 166014 h 586467"/>
              <a:gd name="connsiteX272" fmla="*/ 3792405 w 12192001"/>
              <a:gd name="connsiteY272" fmla="*/ 76940 h 586467"/>
              <a:gd name="connsiteX273" fmla="*/ 3822107 w 12192001"/>
              <a:gd name="connsiteY273" fmla="*/ 163244 h 586467"/>
              <a:gd name="connsiteX274" fmla="*/ 3834326 w 12192001"/>
              <a:gd name="connsiteY274" fmla="*/ 194605 h 586467"/>
              <a:gd name="connsiteX275" fmla="*/ 3844139 w 12192001"/>
              <a:gd name="connsiteY275" fmla="*/ 218372 h 586467"/>
              <a:gd name="connsiteX276" fmla="*/ 3906964 w 12192001"/>
              <a:gd name="connsiteY276" fmla="*/ 218372 h 586467"/>
              <a:gd name="connsiteX277" fmla="*/ 3907470 w 12192001"/>
              <a:gd name="connsiteY277" fmla="*/ 210570 h 586467"/>
              <a:gd name="connsiteX278" fmla="*/ 3912167 w 12192001"/>
              <a:gd name="connsiteY278" fmla="*/ 216188 h 586467"/>
              <a:gd name="connsiteX279" fmla="*/ 3914032 w 12192001"/>
              <a:gd name="connsiteY279" fmla="*/ 218372 h 586467"/>
              <a:gd name="connsiteX280" fmla="*/ 4022706 w 12192001"/>
              <a:gd name="connsiteY280" fmla="*/ 218372 h 586467"/>
              <a:gd name="connsiteX281" fmla="*/ 4029517 w 12192001"/>
              <a:gd name="connsiteY281" fmla="*/ 149315 h 586467"/>
              <a:gd name="connsiteX282" fmla="*/ 4033642 w 12192001"/>
              <a:gd name="connsiteY282" fmla="*/ 135308 h 586467"/>
              <a:gd name="connsiteX283" fmla="*/ 4037704 w 12192001"/>
              <a:gd name="connsiteY283" fmla="*/ 149315 h 586467"/>
              <a:gd name="connsiteX284" fmla="*/ 4044548 w 12192001"/>
              <a:gd name="connsiteY284" fmla="*/ 218372 h 586467"/>
              <a:gd name="connsiteX285" fmla="*/ 4153254 w 12192001"/>
              <a:gd name="connsiteY285" fmla="*/ 218372 h 586467"/>
              <a:gd name="connsiteX286" fmla="*/ 4155118 w 12192001"/>
              <a:gd name="connsiteY286" fmla="*/ 216188 h 586467"/>
              <a:gd name="connsiteX287" fmla="*/ 4159751 w 12192001"/>
              <a:gd name="connsiteY287" fmla="*/ 210648 h 586467"/>
              <a:gd name="connsiteX288" fmla="*/ 4160283 w 12192001"/>
              <a:gd name="connsiteY288" fmla="*/ 218372 h 586467"/>
              <a:gd name="connsiteX289" fmla="*/ 4223123 w 12192001"/>
              <a:gd name="connsiteY289" fmla="*/ 218372 h 586467"/>
              <a:gd name="connsiteX290" fmla="*/ 4232934 w 12192001"/>
              <a:gd name="connsiteY290" fmla="*/ 194605 h 586467"/>
              <a:gd name="connsiteX291" fmla="*/ 4245178 w 12192001"/>
              <a:gd name="connsiteY291" fmla="*/ 163244 h 586467"/>
              <a:gd name="connsiteX292" fmla="*/ 4274881 w 12192001"/>
              <a:gd name="connsiteY292" fmla="*/ 76940 h 586467"/>
              <a:gd name="connsiteX293" fmla="*/ 4274817 w 12192001"/>
              <a:gd name="connsiteY293" fmla="*/ 166014 h 586467"/>
              <a:gd name="connsiteX294" fmla="*/ 4273382 w 12192001"/>
              <a:gd name="connsiteY294" fmla="*/ 198810 h 586467"/>
              <a:gd name="connsiteX295" fmla="*/ 4272114 w 12192001"/>
              <a:gd name="connsiteY295" fmla="*/ 218372 h 586467"/>
              <a:gd name="connsiteX296" fmla="*/ 4302946 w 12192001"/>
              <a:gd name="connsiteY296" fmla="*/ 218372 h 586467"/>
              <a:gd name="connsiteX297" fmla="*/ 4345964 w 12192001"/>
              <a:gd name="connsiteY297" fmla="*/ 90946 h 586467"/>
              <a:gd name="connsiteX298" fmla="*/ 4350088 w 12192001"/>
              <a:gd name="connsiteY298" fmla="*/ 218372 h 586467"/>
              <a:gd name="connsiteX299" fmla="*/ 4366405 w 12192001"/>
              <a:gd name="connsiteY299" fmla="*/ 218372 h 586467"/>
              <a:gd name="connsiteX300" fmla="*/ 4367606 w 12192001"/>
              <a:gd name="connsiteY300" fmla="*/ 206239 h 586467"/>
              <a:gd name="connsiteX301" fmla="*/ 4379347 w 12192001"/>
              <a:gd name="connsiteY301" fmla="*/ 128402 h 586467"/>
              <a:gd name="connsiteX302" fmla="*/ 4397499 w 12192001"/>
              <a:gd name="connsiteY302" fmla="*/ 205264 h 586467"/>
              <a:gd name="connsiteX303" fmla="*/ 4401285 w 12192001"/>
              <a:gd name="connsiteY303" fmla="*/ 218372 h 586467"/>
              <a:gd name="connsiteX304" fmla="*/ 4457415 w 12192001"/>
              <a:gd name="connsiteY304" fmla="*/ 218372 h 586467"/>
              <a:gd name="connsiteX305" fmla="*/ 4459442 w 12192001"/>
              <a:gd name="connsiteY305" fmla="*/ 209438 h 586467"/>
              <a:gd name="connsiteX306" fmla="*/ 4479054 w 12192001"/>
              <a:gd name="connsiteY306" fmla="*/ 148730 h 586467"/>
              <a:gd name="connsiteX307" fmla="*/ 4507296 w 12192001"/>
              <a:gd name="connsiteY307" fmla="*/ 90284 h 586467"/>
              <a:gd name="connsiteX308" fmla="*/ 4518340 w 12192001"/>
              <a:gd name="connsiteY308" fmla="*/ 71595 h 586467"/>
              <a:gd name="connsiteX309" fmla="*/ 4522592 w 12192001"/>
              <a:gd name="connsiteY309" fmla="*/ 64689 h 586467"/>
              <a:gd name="connsiteX310" fmla="*/ 4520816 w 12192001"/>
              <a:gd name="connsiteY310" fmla="*/ 72102 h 586467"/>
              <a:gd name="connsiteX311" fmla="*/ 4516309 w 12192001"/>
              <a:gd name="connsiteY311" fmla="*/ 91844 h 586467"/>
              <a:gd name="connsiteX312" fmla="*/ 4508629 w 12192001"/>
              <a:gd name="connsiteY312" fmla="*/ 151851 h 586467"/>
              <a:gd name="connsiteX313" fmla="*/ 4509835 w 12192001"/>
              <a:gd name="connsiteY313" fmla="*/ 211428 h 586467"/>
              <a:gd name="connsiteX314" fmla="*/ 4510629 w 12192001"/>
              <a:gd name="connsiteY314" fmla="*/ 218372 h 586467"/>
              <a:gd name="connsiteX315" fmla="*/ 4569056 w 12192001"/>
              <a:gd name="connsiteY315" fmla="*/ 218372 h 586467"/>
              <a:gd name="connsiteX316" fmla="*/ 4576152 w 12192001"/>
              <a:gd name="connsiteY316" fmla="*/ 201907 h 586467"/>
              <a:gd name="connsiteX317" fmla="*/ 4588408 w 12192001"/>
              <a:gd name="connsiteY317" fmla="*/ 170501 h 586467"/>
              <a:gd name="connsiteX318" fmla="*/ 4615382 w 12192001"/>
              <a:gd name="connsiteY318" fmla="*/ 83495 h 586467"/>
              <a:gd name="connsiteX319" fmla="*/ 4618110 w 12192001"/>
              <a:gd name="connsiteY319" fmla="*/ 173193 h 586467"/>
              <a:gd name="connsiteX320" fmla="*/ 4616578 w 12192001"/>
              <a:gd name="connsiteY320" fmla="*/ 206300 h 586467"/>
              <a:gd name="connsiteX321" fmla="*/ 4615559 w 12192001"/>
              <a:gd name="connsiteY321" fmla="*/ 218372 h 586467"/>
              <a:gd name="connsiteX322" fmla="*/ 4674083 w 12192001"/>
              <a:gd name="connsiteY322" fmla="*/ 218372 h 586467"/>
              <a:gd name="connsiteX323" fmla="*/ 4673897 w 12192001"/>
              <a:gd name="connsiteY323" fmla="*/ 215486 h 586467"/>
              <a:gd name="connsiteX324" fmla="*/ 4674469 w 12192001"/>
              <a:gd name="connsiteY324" fmla="*/ 145335 h 586467"/>
              <a:gd name="connsiteX325" fmla="*/ 4683734 w 12192001"/>
              <a:gd name="connsiteY325" fmla="*/ 76043 h 586467"/>
              <a:gd name="connsiteX326" fmla="*/ 4688623 w 12192001"/>
              <a:gd name="connsiteY326" fmla="*/ 53452 h 586467"/>
              <a:gd name="connsiteX327" fmla="*/ 4690525 w 12192001"/>
              <a:gd name="connsiteY327" fmla="*/ 44947 h 586467"/>
              <a:gd name="connsiteX328" fmla="*/ 4691161 w 12192001"/>
              <a:gd name="connsiteY328" fmla="*/ 53569 h 586467"/>
              <a:gd name="connsiteX329" fmla="*/ 4693064 w 12192001"/>
              <a:gd name="connsiteY329" fmla="*/ 76237 h 586467"/>
              <a:gd name="connsiteX330" fmla="*/ 4704299 w 12192001"/>
              <a:gd name="connsiteY330" fmla="*/ 144282 h 586467"/>
              <a:gd name="connsiteX331" fmla="*/ 4723973 w 12192001"/>
              <a:gd name="connsiteY331" fmla="*/ 210843 h 586467"/>
              <a:gd name="connsiteX332" fmla="*/ 4726805 w 12192001"/>
              <a:gd name="connsiteY332" fmla="*/ 218372 h 586467"/>
              <a:gd name="connsiteX333" fmla="*/ 4769623 w 12192001"/>
              <a:gd name="connsiteY333" fmla="*/ 218372 h 586467"/>
              <a:gd name="connsiteX334" fmla="*/ 4778300 w 12192001"/>
              <a:gd name="connsiteY334" fmla="*/ 195393 h 586467"/>
              <a:gd name="connsiteX335" fmla="*/ 4813651 w 12192001"/>
              <a:gd name="connsiteY335" fmla="*/ 128597 h 586467"/>
              <a:gd name="connsiteX336" fmla="*/ 4807939 w 12192001"/>
              <a:gd name="connsiteY336" fmla="*/ 198436 h 586467"/>
              <a:gd name="connsiteX337" fmla="*/ 4808877 w 12192001"/>
              <a:gd name="connsiteY337" fmla="*/ 218372 h 586467"/>
              <a:gd name="connsiteX338" fmla="*/ 4824571 w 12192001"/>
              <a:gd name="connsiteY338" fmla="*/ 218372 h 586467"/>
              <a:gd name="connsiteX339" fmla="*/ 4825870 w 12192001"/>
              <a:gd name="connsiteY339" fmla="*/ 212982 h 586467"/>
              <a:gd name="connsiteX340" fmla="*/ 4843863 w 12192001"/>
              <a:gd name="connsiteY340" fmla="*/ 130002 h 586467"/>
              <a:gd name="connsiteX341" fmla="*/ 4859284 w 12192001"/>
              <a:gd name="connsiteY341" fmla="*/ 38509 h 586467"/>
              <a:gd name="connsiteX342" fmla="*/ 4863791 w 12192001"/>
              <a:gd name="connsiteY342" fmla="*/ 64025 h 586467"/>
              <a:gd name="connsiteX343" fmla="*/ 4857380 w 12192001"/>
              <a:gd name="connsiteY343" fmla="*/ 25985 h 586467"/>
              <a:gd name="connsiteX344" fmla="*/ 4901617 w 12192001"/>
              <a:gd name="connsiteY344" fmla="*/ 124188 h 586467"/>
              <a:gd name="connsiteX345" fmla="*/ 4935318 w 12192001"/>
              <a:gd name="connsiteY345" fmla="*/ 215700 h 586467"/>
              <a:gd name="connsiteX346" fmla="*/ 4936197 w 12192001"/>
              <a:gd name="connsiteY346" fmla="*/ 218372 h 586467"/>
              <a:gd name="connsiteX347" fmla="*/ 4964971 w 12192001"/>
              <a:gd name="connsiteY347" fmla="*/ 218372 h 586467"/>
              <a:gd name="connsiteX348" fmla="*/ 4966060 w 12192001"/>
              <a:gd name="connsiteY348" fmla="*/ 193476 h 586467"/>
              <a:gd name="connsiteX349" fmla="*/ 4972953 w 12192001"/>
              <a:gd name="connsiteY349" fmla="*/ 114161 h 586467"/>
              <a:gd name="connsiteX350" fmla="*/ 4992565 w 12192001"/>
              <a:gd name="connsiteY350" fmla="*/ 0 h 586467"/>
              <a:gd name="connsiteX351" fmla="*/ 5002846 w 12192001"/>
              <a:gd name="connsiteY351" fmla="*/ 114044 h 586467"/>
              <a:gd name="connsiteX352" fmla="*/ 5022089 w 12192001"/>
              <a:gd name="connsiteY352" fmla="*/ 217067 h 586467"/>
              <a:gd name="connsiteX353" fmla="*/ 5022398 w 12192001"/>
              <a:gd name="connsiteY353" fmla="*/ 218372 h 586467"/>
              <a:gd name="connsiteX354" fmla="*/ 5062234 w 12192001"/>
              <a:gd name="connsiteY354" fmla="*/ 218372 h 586467"/>
              <a:gd name="connsiteX355" fmla="*/ 5063332 w 12192001"/>
              <a:gd name="connsiteY355" fmla="*/ 213925 h 586467"/>
              <a:gd name="connsiteX356" fmla="*/ 5068344 w 12192001"/>
              <a:gd name="connsiteY356" fmla="*/ 192155 h 586467"/>
              <a:gd name="connsiteX357" fmla="*/ 5077547 w 12192001"/>
              <a:gd name="connsiteY357" fmla="*/ 125086 h 586467"/>
              <a:gd name="connsiteX358" fmla="*/ 5076786 w 12192001"/>
              <a:gd name="connsiteY358" fmla="*/ 57120 h 586467"/>
              <a:gd name="connsiteX359" fmla="*/ 5074374 w 12192001"/>
              <a:gd name="connsiteY359" fmla="*/ 34607 h 586467"/>
              <a:gd name="connsiteX360" fmla="*/ 5073359 w 12192001"/>
              <a:gd name="connsiteY360" fmla="*/ 26024 h 586467"/>
              <a:gd name="connsiteX361" fmla="*/ 5076912 w 12192001"/>
              <a:gd name="connsiteY361" fmla="*/ 34256 h 586467"/>
              <a:gd name="connsiteX362" fmla="*/ 5086053 w 12192001"/>
              <a:gd name="connsiteY362" fmla="*/ 56105 h 586467"/>
              <a:gd name="connsiteX363" fmla="*/ 5107376 w 12192001"/>
              <a:gd name="connsiteY363" fmla="*/ 123837 h 586467"/>
              <a:gd name="connsiteX364" fmla="*/ 5118801 w 12192001"/>
              <a:gd name="connsiteY364" fmla="*/ 193364 h 586467"/>
              <a:gd name="connsiteX365" fmla="*/ 5120451 w 12192001"/>
              <a:gd name="connsiteY365" fmla="*/ 216539 h 586467"/>
              <a:gd name="connsiteX366" fmla="*/ 5120556 w 12192001"/>
              <a:gd name="connsiteY366" fmla="*/ 218372 h 586467"/>
              <a:gd name="connsiteX367" fmla="*/ 5135777 w 12192001"/>
              <a:gd name="connsiteY367" fmla="*/ 218372 h 586467"/>
              <a:gd name="connsiteX368" fmla="*/ 5138159 w 12192001"/>
              <a:gd name="connsiteY368" fmla="*/ 211546 h 586467"/>
              <a:gd name="connsiteX369" fmla="*/ 5159229 w 12192001"/>
              <a:gd name="connsiteY369" fmla="*/ 167301 h 586467"/>
              <a:gd name="connsiteX370" fmla="*/ 5170399 w 12192001"/>
              <a:gd name="connsiteY370" fmla="*/ 147754 h 586467"/>
              <a:gd name="connsiteX371" fmla="*/ 5167860 w 12192001"/>
              <a:gd name="connsiteY371" fmla="*/ 214081 h 586467"/>
              <a:gd name="connsiteX372" fmla="*/ 5168316 w 12192001"/>
              <a:gd name="connsiteY372" fmla="*/ 218372 h 586467"/>
              <a:gd name="connsiteX373" fmla="*/ 5187343 w 12192001"/>
              <a:gd name="connsiteY373" fmla="*/ 218372 h 586467"/>
              <a:gd name="connsiteX374" fmla="*/ 5224219 w 12192001"/>
              <a:gd name="connsiteY374" fmla="*/ 44869 h 586467"/>
              <a:gd name="connsiteX375" fmla="*/ 5238944 w 12192001"/>
              <a:gd name="connsiteY375" fmla="*/ 207175 h 586467"/>
              <a:gd name="connsiteX376" fmla="*/ 5245608 w 12192001"/>
              <a:gd name="connsiteY376" fmla="*/ 186302 h 586467"/>
              <a:gd name="connsiteX377" fmla="*/ 5273660 w 12192001"/>
              <a:gd name="connsiteY377" fmla="*/ 109128 h 586467"/>
              <a:gd name="connsiteX378" fmla="*/ 5275374 w 12192001"/>
              <a:gd name="connsiteY378" fmla="*/ 188136 h 586467"/>
              <a:gd name="connsiteX379" fmla="*/ 5277877 w 12192001"/>
              <a:gd name="connsiteY379" fmla="*/ 218372 h 586467"/>
              <a:gd name="connsiteX380" fmla="*/ 5313344 w 12192001"/>
              <a:gd name="connsiteY380" fmla="*/ 218372 h 586467"/>
              <a:gd name="connsiteX381" fmla="*/ 5313796 w 12192001"/>
              <a:gd name="connsiteY381" fmla="*/ 217027 h 586467"/>
              <a:gd name="connsiteX382" fmla="*/ 5327670 w 12192001"/>
              <a:gd name="connsiteY382" fmla="*/ 165974 h 586467"/>
              <a:gd name="connsiteX383" fmla="*/ 5338396 w 12192001"/>
              <a:gd name="connsiteY383" fmla="*/ 89932 h 586467"/>
              <a:gd name="connsiteX384" fmla="*/ 5357563 w 12192001"/>
              <a:gd name="connsiteY384" fmla="*/ 166209 h 586467"/>
              <a:gd name="connsiteX385" fmla="*/ 5363466 w 12192001"/>
              <a:gd name="connsiteY385" fmla="*/ 211663 h 586467"/>
              <a:gd name="connsiteX386" fmla="*/ 5363961 w 12192001"/>
              <a:gd name="connsiteY386" fmla="*/ 218372 h 586467"/>
              <a:gd name="connsiteX387" fmla="*/ 5366689 w 12192001"/>
              <a:gd name="connsiteY387" fmla="*/ 218372 h 586467"/>
              <a:gd name="connsiteX388" fmla="*/ 5366838 w 12192001"/>
              <a:gd name="connsiteY388" fmla="*/ 216393 h 586467"/>
              <a:gd name="connsiteX389" fmla="*/ 5367464 w 12192001"/>
              <a:gd name="connsiteY389" fmla="*/ 210609 h 586467"/>
              <a:gd name="connsiteX390" fmla="*/ 5383521 w 12192001"/>
              <a:gd name="connsiteY390" fmla="*/ 144945 h 586467"/>
              <a:gd name="connsiteX391" fmla="*/ 5403260 w 12192001"/>
              <a:gd name="connsiteY391" fmla="*/ 102067 h 586467"/>
              <a:gd name="connsiteX392" fmla="*/ 5414303 w 12192001"/>
              <a:gd name="connsiteY392" fmla="*/ 83378 h 586467"/>
              <a:gd name="connsiteX393" fmla="*/ 5413351 w 12192001"/>
              <a:gd name="connsiteY393" fmla="*/ 146779 h 586467"/>
              <a:gd name="connsiteX394" fmla="*/ 5421411 w 12192001"/>
              <a:gd name="connsiteY394" fmla="*/ 189150 h 586467"/>
              <a:gd name="connsiteX395" fmla="*/ 5427187 w 12192001"/>
              <a:gd name="connsiteY395" fmla="*/ 207917 h 586467"/>
              <a:gd name="connsiteX396" fmla="*/ 5428935 w 12192001"/>
              <a:gd name="connsiteY396" fmla="*/ 212690 h 586467"/>
              <a:gd name="connsiteX397" fmla="*/ 5431232 w 12192001"/>
              <a:gd name="connsiteY397" fmla="*/ 218372 h 586467"/>
              <a:gd name="connsiteX398" fmla="*/ 5472367 w 12192001"/>
              <a:gd name="connsiteY398" fmla="*/ 218372 h 586467"/>
              <a:gd name="connsiteX399" fmla="*/ 5473010 w 12192001"/>
              <a:gd name="connsiteY399" fmla="*/ 216813 h 586467"/>
              <a:gd name="connsiteX400" fmla="*/ 5493509 w 12192001"/>
              <a:gd name="connsiteY400" fmla="*/ 160356 h 586467"/>
              <a:gd name="connsiteX401" fmla="*/ 5509440 w 12192001"/>
              <a:gd name="connsiteY401" fmla="*/ 102730 h 586467"/>
              <a:gd name="connsiteX402" fmla="*/ 5523402 w 12192001"/>
              <a:gd name="connsiteY402" fmla="*/ 161176 h 586467"/>
              <a:gd name="connsiteX403" fmla="*/ 5531998 w 12192001"/>
              <a:gd name="connsiteY403" fmla="*/ 215455 h 586467"/>
              <a:gd name="connsiteX404" fmla="*/ 5532342 w 12192001"/>
              <a:gd name="connsiteY404" fmla="*/ 218372 h 586467"/>
              <a:gd name="connsiteX405" fmla="*/ 5535689 w 12192001"/>
              <a:gd name="connsiteY405" fmla="*/ 218372 h 586467"/>
              <a:gd name="connsiteX406" fmla="*/ 5537834 w 12192001"/>
              <a:gd name="connsiteY406" fmla="*/ 213428 h 586467"/>
              <a:gd name="connsiteX407" fmla="*/ 5539523 w 12192001"/>
              <a:gd name="connsiteY407" fmla="*/ 209361 h 586467"/>
              <a:gd name="connsiteX408" fmla="*/ 5566179 w 12192001"/>
              <a:gd name="connsiteY408" fmla="*/ 128441 h 586467"/>
              <a:gd name="connsiteX409" fmla="*/ 5580460 w 12192001"/>
              <a:gd name="connsiteY409" fmla="*/ 45064 h 586467"/>
              <a:gd name="connsiteX410" fmla="*/ 5596072 w 12192001"/>
              <a:gd name="connsiteY410" fmla="*/ 129417 h 586467"/>
              <a:gd name="connsiteX411" fmla="*/ 5598738 w 12192001"/>
              <a:gd name="connsiteY411" fmla="*/ 215408 h 586467"/>
              <a:gd name="connsiteX412" fmla="*/ 5598560 w 12192001"/>
              <a:gd name="connsiteY412" fmla="*/ 218372 h 586467"/>
              <a:gd name="connsiteX413" fmla="*/ 5599732 w 12192001"/>
              <a:gd name="connsiteY413" fmla="*/ 218372 h 586467"/>
              <a:gd name="connsiteX414" fmla="*/ 5606941 w 12192001"/>
              <a:gd name="connsiteY414" fmla="*/ 196071 h 586467"/>
              <a:gd name="connsiteX415" fmla="*/ 5618539 w 12192001"/>
              <a:gd name="connsiteY415" fmla="*/ 163555 h 586467"/>
              <a:gd name="connsiteX416" fmla="*/ 5649765 w 12192001"/>
              <a:gd name="connsiteY416" fmla="*/ 89854 h 586467"/>
              <a:gd name="connsiteX417" fmla="*/ 5648242 w 12192001"/>
              <a:gd name="connsiteY417" fmla="*/ 166014 h 586467"/>
              <a:gd name="connsiteX418" fmla="*/ 5651027 w 12192001"/>
              <a:gd name="connsiteY418" fmla="*/ 217998 h 586467"/>
              <a:gd name="connsiteX419" fmla="*/ 5651060 w 12192001"/>
              <a:gd name="connsiteY419" fmla="*/ 218372 h 586467"/>
              <a:gd name="connsiteX420" fmla="*/ 5700101 w 12192001"/>
              <a:gd name="connsiteY420" fmla="*/ 218372 h 586467"/>
              <a:gd name="connsiteX421" fmla="*/ 5701852 w 12192001"/>
              <a:gd name="connsiteY421" fmla="*/ 212027 h 586467"/>
              <a:gd name="connsiteX422" fmla="*/ 5703712 w 12192001"/>
              <a:gd name="connsiteY422" fmla="*/ 204757 h 586467"/>
              <a:gd name="connsiteX423" fmla="*/ 5719643 w 12192001"/>
              <a:gd name="connsiteY423" fmla="*/ 119117 h 586467"/>
              <a:gd name="connsiteX424" fmla="*/ 5725164 w 12192001"/>
              <a:gd name="connsiteY424" fmla="*/ 32110 h 586467"/>
              <a:gd name="connsiteX425" fmla="*/ 5749535 w 12192001"/>
              <a:gd name="connsiteY425" fmla="*/ 118453 h 586467"/>
              <a:gd name="connsiteX426" fmla="*/ 5763498 w 12192001"/>
              <a:gd name="connsiteY426" fmla="*/ 206708 h 586467"/>
              <a:gd name="connsiteX427" fmla="*/ 5763916 w 12192001"/>
              <a:gd name="connsiteY427" fmla="*/ 211154 h 586467"/>
              <a:gd name="connsiteX428" fmla="*/ 5764492 w 12192001"/>
              <a:gd name="connsiteY428" fmla="*/ 218372 h 586467"/>
              <a:gd name="connsiteX429" fmla="*/ 5781430 w 12192001"/>
              <a:gd name="connsiteY429" fmla="*/ 218372 h 586467"/>
              <a:gd name="connsiteX430" fmla="*/ 5793518 w 12192001"/>
              <a:gd name="connsiteY430" fmla="*/ 175182 h 586467"/>
              <a:gd name="connsiteX431" fmla="*/ 5808877 w 12192001"/>
              <a:gd name="connsiteY431" fmla="*/ 96331 h 586467"/>
              <a:gd name="connsiteX432" fmla="*/ 5823410 w 12192001"/>
              <a:gd name="connsiteY432" fmla="*/ 175923 h 586467"/>
              <a:gd name="connsiteX433" fmla="*/ 5826821 w 12192001"/>
              <a:gd name="connsiteY433" fmla="*/ 205464 h 586467"/>
              <a:gd name="connsiteX434" fmla="*/ 5827878 w 12192001"/>
              <a:gd name="connsiteY434" fmla="*/ 218372 h 586467"/>
              <a:gd name="connsiteX435" fmla="*/ 5854340 w 12192001"/>
              <a:gd name="connsiteY435" fmla="*/ 218372 h 586467"/>
              <a:gd name="connsiteX436" fmla="*/ 5860856 w 12192001"/>
              <a:gd name="connsiteY436" fmla="*/ 206122 h 586467"/>
              <a:gd name="connsiteX437" fmla="*/ 5892590 w 12192001"/>
              <a:gd name="connsiteY437" fmla="*/ 156454 h 586467"/>
              <a:gd name="connsiteX438" fmla="*/ 5931114 w 12192001"/>
              <a:gd name="connsiteY438" fmla="*/ 109830 h 586467"/>
              <a:gd name="connsiteX439" fmla="*/ 5950535 w 12192001"/>
              <a:gd name="connsiteY439" fmla="*/ 89815 h 586467"/>
              <a:gd name="connsiteX440" fmla="*/ 5920896 w 12192001"/>
              <a:gd name="connsiteY440" fmla="*/ 163088 h 586467"/>
              <a:gd name="connsiteX441" fmla="*/ 5909979 w 12192001"/>
              <a:gd name="connsiteY441" fmla="*/ 214121 h 586467"/>
              <a:gd name="connsiteX442" fmla="*/ 5909469 w 12192001"/>
              <a:gd name="connsiteY442" fmla="*/ 218372 h 586467"/>
              <a:gd name="connsiteX443" fmla="*/ 5930597 w 12192001"/>
              <a:gd name="connsiteY443" fmla="*/ 218372 h 586467"/>
              <a:gd name="connsiteX444" fmla="*/ 5979984 w 12192001"/>
              <a:gd name="connsiteY444" fmla="*/ 141356 h 586467"/>
              <a:gd name="connsiteX445" fmla="*/ 5969615 w 12192001"/>
              <a:gd name="connsiteY445" fmla="*/ 218372 h 586467"/>
              <a:gd name="connsiteX446" fmla="*/ 5990637 w 12192001"/>
              <a:gd name="connsiteY446" fmla="*/ 218372 h 586467"/>
              <a:gd name="connsiteX447" fmla="*/ 5993946 w 12192001"/>
              <a:gd name="connsiteY447" fmla="*/ 199763 h 586467"/>
              <a:gd name="connsiteX448" fmla="*/ 5998579 w 12192001"/>
              <a:gd name="connsiteY448" fmla="*/ 134099 h 586467"/>
              <a:gd name="connsiteX449" fmla="*/ 5989757 w 12192001"/>
              <a:gd name="connsiteY449" fmla="*/ 68240 h 586467"/>
              <a:gd name="connsiteX450" fmla="*/ 5982903 w 12192001"/>
              <a:gd name="connsiteY450" fmla="*/ 46703 h 586467"/>
              <a:gd name="connsiteX451" fmla="*/ 5980047 w 12192001"/>
              <a:gd name="connsiteY451" fmla="*/ 38665 h 586467"/>
              <a:gd name="connsiteX452" fmla="*/ 5985315 w 12192001"/>
              <a:gd name="connsiteY452" fmla="*/ 46078 h 586467"/>
              <a:gd name="connsiteX453" fmla="*/ 5998706 w 12192001"/>
              <a:gd name="connsiteY453" fmla="*/ 66445 h 586467"/>
              <a:gd name="connsiteX454" fmla="*/ 6028282 w 12192001"/>
              <a:gd name="connsiteY454" fmla="*/ 131680 h 586467"/>
              <a:gd name="connsiteX455" fmla="*/ 6039071 w 12192001"/>
              <a:gd name="connsiteY455" fmla="*/ 171437 h 586467"/>
              <a:gd name="connsiteX456" fmla="*/ 6040848 w 12192001"/>
              <a:gd name="connsiteY456" fmla="*/ 161332 h 586467"/>
              <a:gd name="connsiteX457" fmla="*/ 6058746 w 12192001"/>
              <a:gd name="connsiteY457" fmla="*/ 100155 h 586467"/>
              <a:gd name="connsiteX458" fmla="*/ 6066679 w 12192001"/>
              <a:gd name="connsiteY458" fmla="*/ 80452 h 586467"/>
              <a:gd name="connsiteX459" fmla="*/ 6069789 w 12192001"/>
              <a:gd name="connsiteY459" fmla="*/ 73038 h 586467"/>
              <a:gd name="connsiteX460" fmla="*/ 6069218 w 12192001"/>
              <a:gd name="connsiteY460" fmla="*/ 80764 h 586467"/>
              <a:gd name="connsiteX461" fmla="*/ 6068012 w 12192001"/>
              <a:gd name="connsiteY461" fmla="*/ 101013 h 586467"/>
              <a:gd name="connsiteX462" fmla="*/ 6070806 w 12192001"/>
              <a:gd name="connsiteY462" fmla="*/ 161956 h 586467"/>
              <a:gd name="connsiteX463" fmla="*/ 6076319 w 12192001"/>
              <a:gd name="connsiteY463" fmla="*/ 194042 h 586467"/>
              <a:gd name="connsiteX464" fmla="*/ 6082310 w 12192001"/>
              <a:gd name="connsiteY464" fmla="*/ 218372 h 586467"/>
              <a:gd name="connsiteX465" fmla="*/ 6118430 w 12192001"/>
              <a:gd name="connsiteY465" fmla="*/ 218372 h 586467"/>
              <a:gd name="connsiteX466" fmla="*/ 6108060 w 12192001"/>
              <a:gd name="connsiteY466" fmla="*/ 141356 h 586467"/>
              <a:gd name="connsiteX467" fmla="*/ 6157447 w 12192001"/>
              <a:gd name="connsiteY467" fmla="*/ 218372 h 586467"/>
              <a:gd name="connsiteX468" fmla="*/ 6178574 w 12192001"/>
              <a:gd name="connsiteY468" fmla="*/ 218372 h 586467"/>
              <a:gd name="connsiteX469" fmla="*/ 6178064 w 12192001"/>
              <a:gd name="connsiteY469" fmla="*/ 214121 h 586467"/>
              <a:gd name="connsiteX470" fmla="*/ 6167084 w 12192001"/>
              <a:gd name="connsiteY470" fmla="*/ 163088 h 586467"/>
              <a:gd name="connsiteX471" fmla="*/ 6137509 w 12192001"/>
              <a:gd name="connsiteY471" fmla="*/ 89815 h 586467"/>
              <a:gd name="connsiteX472" fmla="*/ 6156866 w 12192001"/>
              <a:gd name="connsiteY472" fmla="*/ 109830 h 586467"/>
              <a:gd name="connsiteX473" fmla="*/ 6195390 w 12192001"/>
              <a:gd name="connsiteY473" fmla="*/ 156454 h 586467"/>
              <a:gd name="connsiteX474" fmla="*/ 6227124 w 12192001"/>
              <a:gd name="connsiteY474" fmla="*/ 206122 h 586467"/>
              <a:gd name="connsiteX475" fmla="*/ 6233681 w 12192001"/>
              <a:gd name="connsiteY475" fmla="*/ 218372 h 586467"/>
              <a:gd name="connsiteX476" fmla="*/ 6260148 w 12192001"/>
              <a:gd name="connsiteY476" fmla="*/ 218372 h 586467"/>
              <a:gd name="connsiteX477" fmla="*/ 6261196 w 12192001"/>
              <a:gd name="connsiteY477" fmla="*/ 205464 h 586467"/>
              <a:gd name="connsiteX478" fmla="*/ 6264569 w 12192001"/>
              <a:gd name="connsiteY478" fmla="*/ 175923 h 586467"/>
              <a:gd name="connsiteX479" fmla="*/ 6279167 w 12192001"/>
              <a:gd name="connsiteY479" fmla="*/ 96331 h 586467"/>
              <a:gd name="connsiteX480" fmla="*/ 6294526 w 12192001"/>
              <a:gd name="connsiteY480" fmla="*/ 175182 h 586467"/>
              <a:gd name="connsiteX481" fmla="*/ 6306569 w 12192001"/>
              <a:gd name="connsiteY481" fmla="*/ 218372 h 586467"/>
              <a:gd name="connsiteX482" fmla="*/ 6323511 w 12192001"/>
              <a:gd name="connsiteY482" fmla="*/ 218372 h 586467"/>
              <a:gd name="connsiteX483" fmla="*/ 6324075 w 12192001"/>
              <a:gd name="connsiteY483" fmla="*/ 211154 h 586467"/>
              <a:gd name="connsiteX484" fmla="*/ 6324482 w 12192001"/>
              <a:gd name="connsiteY484" fmla="*/ 206708 h 586467"/>
              <a:gd name="connsiteX485" fmla="*/ 6338445 w 12192001"/>
              <a:gd name="connsiteY485" fmla="*/ 118453 h 586467"/>
              <a:gd name="connsiteX486" fmla="*/ 6362879 w 12192001"/>
              <a:gd name="connsiteY486" fmla="*/ 32188 h 586467"/>
              <a:gd name="connsiteX487" fmla="*/ 6368401 w 12192001"/>
              <a:gd name="connsiteY487" fmla="*/ 119117 h 586467"/>
              <a:gd name="connsiteX488" fmla="*/ 6384268 w 12192001"/>
              <a:gd name="connsiteY488" fmla="*/ 204757 h 586467"/>
              <a:gd name="connsiteX489" fmla="*/ 6386138 w 12192001"/>
              <a:gd name="connsiteY489" fmla="*/ 212027 h 586467"/>
              <a:gd name="connsiteX490" fmla="*/ 6387896 w 12192001"/>
              <a:gd name="connsiteY490" fmla="*/ 218372 h 586467"/>
              <a:gd name="connsiteX491" fmla="*/ 6436976 w 12192001"/>
              <a:gd name="connsiteY491" fmla="*/ 218372 h 586467"/>
              <a:gd name="connsiteX492" fmla="*/ 6437009 w 12192001"/>
              <a:gd name="connsiteY492" fmla="*/ 217998 h 586467"/>
              <a:gd name="connsiteX493" fmla="*/ 6439738 w 12192001"/>
              <a:gd name="connsiteY493" fmla="*/ 166014 h 586467"/>
              <a:gd name="connsiteX494" fmla="*/ 6438278 w 12192001"/>
              <a:gd name="connsiteY494" fmla="*/ 89854 h 586467"/>
              <a:gd name="connsiteX495" fmla="*/ 6469441 w 12192001"/>
              <a:gd name="connsiteY495" fmla="*/ 163555 h 586467"/>
              <a:gd name="connsiteX496" fmla="*/ 6481063 w 12192001"/>
              <a:gd name="connsiteY496" fmla="*/ 196071 h 586467"/>
              <a:gd name="connsiteX497" fmla="*/ 6488253 w 12192001"/>
              <a:gd name="connsiteY497" fmla="*/ 218372 h 586467"/>
              <a:gd name="connsiteX498" fmla="*/ 6489459 w 12192001"/>
              <a:gd name="connsiteY498" fmla="*/ 218372 h 586467"/>
              <a:gd name="connsiteX499" fmla="*/ 6489306 w 12192001"/>
              <a:gd name="connsiteY499" fmla="*/ 215408 h 586467"/>
              <a:gd name="connsiteX500" fmla="*/ 6491971 w 12192001"/>
              <a:gd name="connsiteY500" fmla="*/ 129417 h 586467"/>
              <a:gd name="connsiteX501" fmla="*/ 6507584 w 12192001"/>
              <a:gd name="connsiteY501" fmla="*/ 45064 h 586467"/>
              <a:gd name="connsiteX502" fmla="*/ 6521864 w 12192001"/>
              <a:gd name="connsiteY502" fmla="*/ 128441 h 586467"/>
              <a:gd name="connsiteX503" fmla="*/ 6548457 w 12192001"/>
              <a:gd name="connsiteY503" fmla="*/ 209361 h 586467"/>
              <a:gd name="connsiteX504" fmla="*/ 6550179 w 12192001"/>
              <a:gd name="connsiteY504" fmla="*/ 213428 h 586467"/>
              <a:gd name="connsiteX505" fmla="*/ 6552337 w 12192001"/>
              <a:gd name="connsiteY505" fmla="*/ 218372 h 586467"/>
              <a:gd name="connsiteX506" fmla="*/ 6555643 w 12192001"/>
              <a:gd name="connsiteY506" fmla="*/ 218372 h 586467"/>
              <a:gd name="connsiteX507" fmla="*/ 6555993 w 12192001"/>
              <a:gd name="connsiteY507" fmla="*/ 215455 h 586467"/>
              <a:gd name="connsiteX508" fmla="*/ 6564641 w 12192001"/>
              <a:gd name="connsiteY508" fmla="*/ 161176 h 586467"/>
              <a:gd name="connsiteX509" fmla="*/ 6578604 w 12192001"/>
              <a:gd name="connsiteY509" fmla="*/ 102730 h 586467"/>
              <a:gd name="connsiteX510" fmla="*/ 6594534 w 12192001"/>
              <a:gd name="connsiteY510" fmla="*/ 160356 h 586467"/>
              <a:gd name="connsiteX511" fmla="*/ 6614970 w 12192001"/>
              <a:gd name="connsiteY511" fmla="*/ 216813 h 586467"/>
              <a:gd name="connsiteX512" fmla="*/ 6615614 w 12192001"/>
              <a:gd name="connsiteY512" fmla="*/ 218372 h 586467"/>
              <a:gd name="connsiteX513" fmla="*/ 6656796 w 12192001"/>
              <a:gd name="connsiteY513" fmla="*/ 218372 h 586467"/>
              <a:gd name="connsiteX514" fmla="*/ 6659100 w 12192001"/>
              <a:gd name="connsiteY514" fmla="*/ 212690 h 586467"/>
              <a:gd name="connsiteX515" fmla="*/ 6660857 w 12192001"/>
              <a:gd name="connsiteY515" fmla="*/ 207917 h 586467"/>
              <a:gd name="connsiteX516" fmla="*/ 6666633 w 12192001"/>
              <a:gd name="connsiteY516" fmla="*/ 189150 h 586467"/>
              <a:gd name="connsiteX517" fmla="*/ 6674693 w 12192001"/>
              <a:gd name="connsiteY517" fmla="*/ 146779 h 586467"/>
              <a:gd name="connsiteX518" fmla="*/ 6673741 w 12192001"/>
              <a:gd name="connsiteY518" fmla="*/ 83378 h 586467"/>
              <a:gd name="connsiteX519" fmla="*/ 6684784 w 12192001"/>
              <a:gd name="connsiteY519" fmla="*/ 102067 h 586467"/>
              <a:gd name="connsiteX520" fmla="*/ 6704522 w 12192001"/>
              <a:gd name="connsiteY520" fmla="*/ 144945 h 586467"/>
              <a:gd name="connsiteX521" fmla="*/ 6720579 w 12192001"/>
              <a:gd name="connsiteY521" fmla="*/ 210609 h 586467"/>
              <a:gd name="connsiteX522" fmla="*/ 6721206 w 12192001"/>
              <a:gd name="connsiteY522" fmla="*/ 216393 h 586467"/>
              <a:gd name="connsiteX523" fmla="*/ 6721355 w 12192001"/>
              <a:gd name="connsiteY523" fmla="*/ 218372 h 586467"/>
              <a:gd name="connsiteX524" fmla="*/ 6724058 w 12192001"/>
              <a:gd name="connsiteY524" fmla="*/ 218372 h 586467"/>
              <a:gd name="connsiteX525" fmla="*/ 6724555 w 12192001"/>
              <a:gd name="connsiteY525" fmla="*/ 211663 h 586467"/>
              <a:gd name="connsiteX526" fmla="*/ 6730480 w 12192001"/>
              <a:gd name="connsiteY526" fmla="*/ 166209 h 586467"/>
              <a:gd name="connsiteX527" fmla="*/ 6749583 w 12192001"/>
              <a:gd name="connsiteY527" fmla="*/ 89932 h 586467"/>
              <a:gd name="connsiteX528" fmla="*/ 6760373 w 12192001"/>
              <a:gd name="connsiteY528" fmla="*/ 165974 h 586467"/>
              <a:gd name="connsiteX529" fmla="*/ 6774193 w 12192001"/>
              <a:gd name="connsiteY529" fmla="*/ 217027 h 586467"/>
              <a:gd name="connsiteX530" fmla="*/ 6774644 w 12192001"/>
              <a:gd name="connsiteY530" fmla="*/ 218372 h 586467"/>
              <a:gd name="connsiteX531" fmla="*/ 6810105 w 12192001"/>
              <a:gd name="connsiteY531" fmla="*/ 218372 h 586467"/>
              <a:gd name="connsiteX532" fmla="*/ 6812607 w 12192001"/>
              <a:gd name="connsiteY532" fmla="*/ 188136 h 586467"/>
              <a:gd name="connsiteX533" fmla="*/ 6814320 w 12192001"/>
              <a:gd name="connsiteY533" fmla="*/ 109128 h 586467"/>
              <a:gd name="connsiteX534" fmla="*/ 6842436 w 12192001"/>
              <a:gd name="connsiteY534" fmla="*/ 186302 h 586467"/>
              <a:gd name="connsiteX535" fmla="*/ 6849036 w 12192001"/>
              <a:gd name="connsiteY535" fmla="*/ 207175 h 586467"/>
              <a:gd name="connsiteX536" fmla="*/ 6863824 w 12192001"/>
              <a:gd name="connsiteY536" fmla="*/ 44869 h 586467"/>
              <a:gd name="connsiteX537" fmla="*/ 6900702 w 12192001"/>
              <a:gd name="connsiteY537" fmla="*/ 218372 h 586467"/>
              <a:gd name="connsiteX538" fmla="*/ 6919664 w 12192001"/>
              <a:gd name="connsiteY538" fmla="*/ 218372 h 586467"/>
              <a:gd name="connsiteX539" fmla="*/ 6920119 w 12192001"/>
              <a:gd name="connsiteY539" fmla="*/ 214081 h 586467"/>
              <a:gd name="connsiteX540" fmla="*/ 6917644 w 12192001"/>
              <a:gd name="connsiteY540" fmla="*/ 147754 h 586467"/>
              <a:gd name="connsiteX541" fmla="*/ 6928751 w 12192001"/>
              <a:gd name="connsiteY541" fmla="*/ 167301 h 586467"/>
              <a:gd name="connsiteX542" fmla="*/ 6949822 w 12192001"/>
              <a:gd name="connsiteY542" fmla="*/ 211546 h 586467"/>
              <a:gd name="connsiteX543" fmla="*/ 6952204 w 12192001"/>
              <a:gd name="connsiteY543" fmla="*/ 218372 h 586467"/>
              <a:gd name="connsiteX544" fmla="*/ 6967487 w 12192001"/>
              <a:gd name="connsiteY544" fmla="*/ 218372 h 586467"/>
              <a:gd name="connsiteX545" fmla="*/ 6967592 w 12192001"/>
              <a:gd name="connsiteY545" fmla="*/ 216539 h 586467"/>
              <a:gd name="connsiteX546" fmla="*/ 6969179 w 12192001"/>
              <a:gd name="connsiteY546" fmla="*/ 193364 h 586467"/>
              <a:gd name="connsiteX547" fmla="*/ 6980603 w 12192001"/>
              <a:gd name="connsiteY547" fmla="*/ 123837 h 586467"/>
              <a:gd name="connsiteX548" fmla="*/ 7001992 w 12192001"/>
              <a:gd name="connsiteY548" fmla="*/ 56105 h 586467"/>
              <a:gd name="connsiteX549" fmla="*/ 7011131 w 12192001"/>
              <a:gd name="connsiteY549" fmla="*/ 34256 h 586467"/>
              <a:gd name="connsiteX550" fmla="*/ 7014685 w 12192001"/>
              <a:gd name="connsiteY550" fmla="*/ 26024 h 586467"/>
              <a:gd name="connsiteX551" fmla="*/ 7013606 w 12192001"/>
              <a:gd name="connsiteY551" fmla="*/ 34607 h 586467"/>
              <a:gd name="connsiteX552" fmla="*/ 7011258 w 12192001"/>
              <a:gd name="connsiteY552" fmla="*/ 57120 h 586467"/>
              <a:gd name="connsiteX553" fmla="*/ 7010496 w 12192001"/>
              <a:gd name="connsiteY553" fmla="*/ 125086 h 586467"/>
              <a:gd name="connsiteX554" fmla="*/ 7019636 w 12192001"/>
              <a:gd name="connsiteY554" fmla="*/ 192155 h 586467"/>
              <a:gd name="connsiteX555" fmla="*/ 7024713 w 12192001"/>
              <a:gd name="connsiteY555" fmla="*/ 213925 h 586467"/>
              <a:gd name="connsiteX556" fmla="*/ 7025810 w 12192001"/>
              <a:gd name="connsiteY556" fmla="*/ 218372 h 586467"/>
              <a:gd name="connsiteX557" fmla="*/ 7065645 w 12192001"/>
              <a:gd name="connsiteY557" fmla="*/ 218372 h 586467"/>
              <a:gd name="connsiteX558" fmla="*/ 7065953 w 12192001"/>
              <a:gd name="connsiteY558" fmla="*/ 217067 h 586467"/>
              <a:gd name="connsiteX559" fmla="*/ 7085133 w 12192001"/>
              <a:gd name="connsiteY559" fmla="*/ 114044 h 586467"/>
              <a:gd name="connsiteX560" fmla="*/ 7095478 w 12192001"/>
              <a:gd name="connsiteY560" fmla="*/ 0 h 586467"/>
              <a:gd name="connsiteX561" fmla="*/ 7115090 w 12192001"/>
              <a:gd name="connsiteY561" fmla="*/ 114161 h 586467"/>
              <a:gd name="connsiteX562" fmla="*/ 7121928 w 12192001"/>
              <a:gd name="connsiteY562" fmla="*/ 193476 h 586467"/>
              <a:gd name="connsiteX563" fmla="*/ 7123010 w 12192001"/>
              <a:gd name="connsiteY563" fmla="*/ 218372 h 586467"/>
              <a:gd name="connsiteX564" fmla="*/ 7151790 w 12192001"/>
              <a:gd name="connsiteY564" fmla="*/ 218372 h 586467"/>
              <a:gd name="connsiteX565" fmla="*/ 7152672 w 12192001"/>
              <a:gd name="connsiteY565" fmla="*/ 215700 h 586467"/>
              <a:gd name="connsiteX566" fmla="*/ 7186427 w 12192001"/>
              <a:gd name="connsiteY566" fmla="*/ 124188 h 586467"/>
              <a:gd name="connsiteX567" fmla="*/ 7230536 w 12192001"/>
              <a:gd name="connsiteY567" fmla="*/ 26180 h 586467"/>
              <a:gd name="connsiteX568" fmla="*/ 7224888 w 12192001"/>
              <a:gd name="connsiteY568" fmla="*/ 60007 h 586467"/>
              <a:gd name="connsiteX569" fmla="*/ 7228695 w 12192001"/>
              <a:gd name="connsiteY569" fmla="*/ 38509 h 586467"/>
              <a:gd name="connsiteX570" fmla="*/ 7244182 w 12192001"/>
              <a:gd name="connsiteY570" fmla="*/ 130002 h 586467"/>
              <a:gd name="connsiteX571" fmla="*/ 7262175 w 12192001"/>
              <a:gd name="connsiteY571" fmla="*/ 212982 h 586467"/>
              <a:gd name="connsiteX572" fmla="*/ 7263474 w 12192001"/>
              <a:gd name="connsiteY572" fmla="*/ 218372 h 586467"/>
              <a:gd name="connsiteX573" fmla="*/ 7279143 w 12192001"/>
              <a:gd name="connsiteY573" fmla="*/ 218372 h 586467"/>
              <a:gd name="connsiteX574" fmla="*/ 7280104 w 12192001"/>
              <a:gd name="connsiteY574" fmla="*/ 198436 h 586467"/>
              <a:gd name="connsiteX575" fmla="*/ 7274392 w 12192001"/>
              <a:gd name="connsiteY575" fmla="*/ 128597 h 586467"/>
              <a:gd name="connsiteX576" fmla="*/ 7309679 w 12192001"/>
              <a:gd name="connsiteY576" fmla="*/ 195393 h 586467"/>
              <a:gd name="connsiteX577" fmla="*/ 7318357 w 12192001"/>
              <a:gd name="connsiteY577" fmla="*/ 218372 h 586467"/>
              <a:gd name="connsiteX578" fmla="*/ 7361240 w 12192001"/>
              <a:gd name="connsiteY578" fmla="*/ 218372 h 586467"/>
              <a:gd name="connsiteX579" fmla="*/ 7364071 w 12192001"/>
              <a:gd name="connsiteY579" fmla="*/ 210843 h 586467"/>
              <a:gd name="connsiteX580" fmla="*/ 7383682 w 12192001"/>
              <a:gd name="connsiteY580" fmla="*/ 144282 h 586467"/>
              <a:gd name="connsiteX581" fmla="*/ 7394979 w 12192001"/>
              <a:gd name="connsiteY581" fmla="*/ 76237 h 586467"/>
              <a:gd name="connsiteX582" fmla="*/ 7396883 w 12192001"/>
              <a:gd name="connsiteY582" fmla="*/ 53569 h 586467"/>
              <a:gd name="connsiteX583" fmla="*/ 7397455 w 12192001"/>
              <a:gd name="connsiteY583" fmla="*/ 44947 h 586467"/>
              <a:gd name="connsiteX584" fmla="*/ 7399422 w 12192001"/>
              <a:gd name="connsiteY584" fmla="*/ 53452 h 586467"/>
              <a:gd name="connsiteX585" fmla="*/ 7404309 w 12192001"/>
              <a:gd name="connsiteY585" fmla="*/ 76043 h 586467"/>
              <a:gd name="connsiteX586" fmla="*/ 7413575 w 12192001"/>
              <a:gd name="connsiteY586" fmla="*/ 145335 h 586467"/>
              <a:gd name="connsiteX587" fmla="*/ 7414083 w 12192001"/>
              <a:gd name="connsiteY587" fmla="*/ 215486 h 586467"/>
              <a:gd name="connsiteX588" fmla="*/ 7413918 w 12192001"/>
              <a:gd name="connsiteY588" fmla="*/ 218372 h 586467"/>
              <a:gd name="connsiteX589" fmla="*/ 7472465 w 12192001"/>
              <a:gd name="connsiteY589" fmla="*/ 218372 h 586467"/>
              <a:gd name="connsiteX590" fmla="*/ 7471455 w 12192001"/>
              <a:gd name="connsiteY590" fmla="*/ 206300 h 586467"/>
              <a:gd name="connsiteX591" fmla="*/ 7469933 w 12192001"/>
              <a:gd name="connsiteY591" fmla="*/ 173193 h 586467"/>
              <a:gd name="connsiteX592" fmla="*/ 7472663 w 12192001"/>
              <a:gd name="connsiteY592" fmla="*/ 83495 h 586467"/>
              <a:gd name="connsiteX593" fmla="*/ 7499573 w 12192001"/>
              <a:gd name="connsiteY593" fmla="*/ 170501 h 586467"/>
              <a:gd name="connsiteX594" fmla="*/ 7511839 w 12192001"/>
              <a:gd name="connsiteY594" fmla="*/ 201907 h 586467"/>
              <a:gd name="connsiteX595" fmla="*/ 7518949 w 12192001"/>
              <a:gd name="connsiteY595" fmla="*/ 218372 h 586467"/>
              <a:gd name="connsiteX596" fmla="*/ 7577392 w 12192001"/>
              <a:gd name="connsiteY596" fmla="*/ 218372 h 586467"/>
              <a:gd name="connsiteX597" fmla="*/ 7578208 w 12192001"/>
              <a:gd name="connsiteY597" fmla="*/ 211428 h 586467"/>
              <a:gd name="connsiteX598" fmla="*/ 7579414 w 12192001"/>
              <a:gd name="connsiteY598" fmla="*/ 151851 h 586467"/>
              <a:gd name="connsiteX599" fmla="*/ 7571671 w 12192001"/>
              <a:gd name="connsiteY599" fmla="*/ 91844 h 586467"/>
              <a:gd name="connsiteX600" fmla="*/ 7567229 w 12192001"/>
              <a:gd name="connsiteY600" fmla="*/ 72102 h 586467"/>
              <a:gd name="connsiteX601" fmla="*/ 7565451 w 12192001"/>
              <a:gd name="connsiteY601" fmla="*/ 64689 h 586467"/>
              <a:gd name="connsiteX602" fmla="*/ 7569703 w 12192001"/>
              <a:gd name="connsiteY602" fmla="*/ 71595 h 586467"/>
              <a:gd name="connsiteX603" fmla="*/ 7580747 w 12192001"/>
              <a:gd name="connsiteY603" fmla="*/ 90284 h 586467"/>
              <a:gd name="connsiteX604" fmla="*/ 7608926 w 12192001"/>
              <a:gd name="connsiteY604" fmla="*/ 148730 h 586467"/>
              <a:gd name="connsiteX605" fmla="*/ 7628601 w 12192001"/>
              <a:gd name="connsiteY605" fmla="*/ 209438 h 586467"/>
              <a:gd name="connsiteX606" fmla="*/ 7630630 w 12192001"/>
              <a:gd name="connsiteY606" fmla="*/ 218372 h 586467"/>
              <a:gd name="connsiteX607" fmla="*/ 7686702 w 12192001"/>
              <a:gd name="connsiteY607" fmla="*/ 218372 h 586467"/>
              <a:gd name="connsiteX608" fmla="*/ 7690481 w 12192001"/>
              <a:gd name="connsiteY608" fmla="*/ 205264 h 586467"/>
              <a:gd name="connsiteX609" fmla="*/ 7691370 w 12192001"/>
              <a:gd name="connsiteY609" fmla="*/ 201908 h 586467"/>
              <a:gd name="connsiteX610" fmla="*/ 7698148 w 12192001"/>
              <a:gd name="connsiteY610" fmla="*/ 218372 h 586467"/>
              <a:gd name="connsiteX611" fmla="*/ 7838682 w 12192001"/>
              <a:gd name="connsiteY611" fmla="*/ 218372 h 586467"/>
              <a:gd name="connsiteX612" fmla="*/ 7843881 w 12192001"/>
              <a:gd name="connsiteY612" fmla="*/ 165858 h 586467"/>
              <a:gd name="connsiteX613" fmla="*/ 7855834 w 12192001"/>
              <a:gd name="connsiteY613" fmla="*/ 196415 h 586467"/>
              <a:gd name="connsiteX614" fmla="*/ 7864912 w 12192001"/>
              <a:gd name="connsiteY614" fmla="*/ 218372 h 586467"/>
              <a:gd name="connsiteX615" fmla="*/ 7949815 w 12192001"/>
              <a:gd name="connsiteY615" fmla="*/ 218372 h 586467"/>
              <a:gd name="connsiteX616" fmla="*/ 7951965 w 12192001"/>
              <a:gd name="connsiteY616" fmla="*/ 212091 h 586467"/>
              <a:gd name="connsiteX617" fmla="*/ 7954144 w 12192001"/>
              <a:gd name="connsiteY617" fmla="*/ 218372 h 586467"/>
              <a:gd name="connsiteX618" fmla="*/ 8039018 w 12192001"/>
              <a:gd name="connsiteY618" fmla="*/ 218372 h 586467"/>
              <a:gd name="connsiteX619" fmla="*/ 8048097 w 12192001"/>
              <a:gd name="connsiteY619" fmla="*/ 196415 h 586467"/>
              <a:gd name="connsiteX620" fmla="*/ 8060049 w 12192001"/>
              <a:gd name="connsiteY620" fmla="*/ 165858 h 586467"/>
              <a:gd name="connsiteX621" fmla="*/ 8065249 w 12192001"/>
              <a:gd name="connsiteY621" fmla="*/ 218372 h 586467"/>
              <a:gd name="connsiteX622" fmla="*/ 8205783 w 12192001"/>
              <a:gd name="connsiteY622" fmla="*/ 218372 h 586467"/>
              <a:gd name="connsiteX623" fmla="*/ 8212560 w 12192001"/>
              <a:gd name="connsiteY623" fmla="*/ 201908 h 586467"/>
              <a:gd name="connsiteX624" fmla="*/ 8213449 w 12192001"/>
              <a:gd name="connsiteY624" fmla="*/ 205264 h 586467"/>
              <a:gd name="connsiteX625" fmla="*/ 8217235 w 12192001"/>
              <a:gd name="connsiteY625" fmla="*/ 218372 h 586467"/>
              <a:gd name="connsiteX626" fmla="*/ 8273329 w 12192001"/>
              <a:gd name="connsiteY626" fmla="*/ 218372 h 586467"/>
              <a:gd name="connsiteX627" fmla="*/ 8275329 w 12192001"/>
              <a:gd name="connsiteY627" fmla="*/ 209438 h 586467"/>
              <a:gd name="connsiteX628" fmla="*/ 8295004 w 12192001"/>
              <a:gd name="connsiteY628" fmla="*/ 148730 h 586467"/>
              <a:gd name="connsiteX629" fmla="*/ 8323183 w 12192001"/>
              <a:gd name="connsiteY629" fmla="*/ 90284 h 586467"/>
              <a:gd name="connsiteX630" fmla="*/ 8334290 w 12192001"/>
              <a:gd name="connsiteY630" fmla="*/ 71595 h 586467"/>
              <a:gd name="connsiteX631" fmla="*/ 8338478 w 12192001"/>
              <a:gd name="connsiteY631" fmla="*/ 64689 h 586467"/>
              <a:gd name="connsiteX632" fmla="*/ 8336702 w 12192001"/>
              <a:gd name="connsiteY632" fmla="*/ 72102 h 586467"/>
              <a:gd name="connsiteX633" fmla="*/ 8332259 w 12192001"/>
              <a:gd name="connsiteY633" fmla="*/ 91844 h 586467"/>
              <a:gd name="connsiteX634" fmla="*/ 8324579 w 12192001"/>
              <a:gd name="connsiteY634" fmla="*/ 151851 h 586467"/>
              <a:gd name="connsiteX635" fmla="*/ 8325785 w 12192001"/>
              <a:gd name="connsiteY635" fmla="*/ 211428 h 586467"/>
              <a:gd name="connsiteX636" fmla="*/ 8326579 w 12192001"/>
              <a:gd name="connsiteY636" fmla="*/ 218372 h 586467"/>
              <a:gd name="connsiteX637" fmla="*/ 8385005 w 12192001"/>
              <a:gd name="connsiteY637" fmla="*/ 218372 h 586467"/>
              <a:gd name="connsiteX638" fmla="*/ 8392101 w 12192001"/>
              <a:gd name="connsiteY638" fmla="*/ 201907 h 586467"/>
              <a:gd name="connsiteX639" fmla="*/ 8404357 w 12192001"/>
              <a:gd name="connsiteY639" fmla="*/ 170501 h 586467"/>
              <a:gd name="connsiteX640" fmla="*/ 8431330 w 12192001"/>
              <a:gd name="connsiteY640" fmla="*/ 83495 h 586467"/>
              <a:gd name="connsiteX641" fmla="*/ 8433996 w 12192001"/>
              <a:gd name="connsiteY641" fmla="*/ 173193 h 586467"/>
              <a:gd name="connsiteX642" fmla="*/ 8432500 w 12192001"/>
              <a:gd name="connsiteY642" fmla="*/ 206300 h 586467"/>
              <a:gd name="connsiteX643" fmla="*/ 8431489 w 12192001"/>
              <a:gd name="connsiteY643" fmla="*/ 218372 h 586467"/>
              <a:gd name="connsiteX644" fmla="*/ 8490012 w 12192001"/>
              <a:gd name="connsiteY644" fmla="*/ 218372 h 586467"/>
              <a:gd name="connsiteX645" fmla="*/ 8489847 w 12192001"/>
              <a:gd name="connsiteY645" fmla="*/ 215486 h 586467"/>
              <a:gd name="connsiteX646" fmla="*/ 8490355 w 12192001"/>
              <a:gd name="connsiteY646" fmla="*/ 145335 h 586467"/>
              <a:gd name="connsiteX647" fmla="*/ 8499621 w 12192001"/>
              <a:gd name="connsiteY647" fmla="*/ 76043 h 586467"/>
              <a:gd name="connsiteX648" fmla="*/ 8504508 w 12192001"/>
              <a:gd name="connsiteY648" fmla="*/ 53452 h 586467"/>
              <a:gd name="connsiteX649" fmla="*/ 8506476 w 12192001"/>
              <a:gd name="connsiteY649" fmla="*/ 44947 h 586467"/>
              <a:gd name="connsiteX650" fmla="*/ 8507110 w 12192001"/>
              <a:gd name="connsiteY650" fmla="*/ 53569 h 586467"/>
              <a:gd name="connsiteX651" fmla="*/ 8508951 w 12192001"/>
              <a:gd name="connsiteY651" fmla="*/ 76237 h 586467"/>
              <a:gd name="connsiteX652" fmla="*/ 8520247 w 12192001"/>
              <a:gd name="connsiteY652" fmla="*/ 144282 h 586467"/>
              <a:gd name="connsiteX653" fmla="*/ 8539859 w 12192001"/>
              <a:gd name="connsiteY653" fmla="*/ 210843 h 586467"/>
              <a:gd name="connsiteX654" fmla="*/ 8542690 w 12192001"/>
              <a:gd name="connsiteY654" fmla="*/ 218372 h 586467"/>
              <a:gd name="connsiteX655" fmla="*/ 8585573 w 12192001"/>
              <a:gd name="connsiteY655" fmla="*/ 218372 h 586467"/>
              <a:gd name="connsiteX656" fmla="*/ 8594250 w 12192001"/>
              <a:gd name="connsiteY656" fmla="*/ 195393 h 586467"/>
              <a:gd name="connsiteX657" fmla="*/ 8629538 w 12192001"/>
              <a:gd name="connsiteY657" fmla="*/ 128597 h 586467"/>
              <a:gd name="connsiteX658" fmla="*/ 8623826 w 12192001"/>
              <a:gd name="connsiteY658" fmla="*/ 198436 h 586467"/>
              <a:gd name="connsiteX659" fmla="*/ 8624788 w 12192001"/>
              <a:gd name="connsiteY659" fmla="*/ 218372 h 586467"/>
              <a:gd name="connsiteX660" fmla="*/ 8640457 w 12192001"/>
              <a:gd name="connsiteY660" fmla="*/ 218372 h 586467"/>
              <a:gd name="connsiteX661" fmla="*/ 8641755 w 12192001"/>
              <a:gd name="connsiteY661" fmla="*/ 212982 h 586467"/>
              <a:gd name="connsiteX662" fmla="*/ 8659748 w 12192001"/>
              <a:gd name="connsiteY662" fmla="*/ 130002 h 586467"/>
              <a:gd name="connsiteX663" fmla="*/ 8675234 w 12192001"/>
              <a:gd name="connsiteY663" fmla="*/ 38509 h 586467"/>
              <a:gd name="connsiteX664" fmla="*/ 8679042 w 12192001"/>
              <a:gd name="connsiteY664" fmla="*/ 60046 h 586467"/>
              <a:gd name="connsiteX665" fmla="*/ 8673330 w 12192001"/>
              <a:gd name="connsiteY665" fmla="*/ 25985 h 586467"/>
              <a:gd name="connsiteX666" fmla="*/ 8717503 w 12192001"/>
              <a:gd name="connsiteY666" fmla="*/ 124188 h 586467"/>
              <a:gd name="connsiteX667" fmla="*/ 8751267 w 12192001"/>
              <a:gd name="connsiteY667" fmla="*/ 215700 h 586467"/>
              <a:gd name="connsiteX668" fmla="*/ 8752146 w 12192001"/>
              <a:gd name="connsiteY668" fmla="*/ 218372 h 586467"/>
              <a:gd name="connsiteX669" fmla="*/ 8780919 w 12192001"/>
              <a:gd name="connsiteY669" fmla="*/ 218372 h 586467"/>
              <a:gd name="connsiteX670" fmla="*/ 8782001 w 12192001"/>
              <a:gd name="connsiteY670" fmla="*/ 193476 h 586467"/>
              <a:gd name="connsiteX671" fmla="*/ 8788840 w 12192001"/>
              <a:gd name="connsiteY671" fmla="*/ 114161 h 586467"/>
              <a:gd name="connsiteX672" fmla="*/ 8808451 w 12192001"/>
              <a:gd name="connsiteY672" fmla="*/ 0 h 586467"/>
              <a:gd name="connsiteX673" fmla="*/ 8818796 w 12192001"/>
              <a:gd name="connsiteY673" fmla="*/ 114044 h 586467"/>
              <a:gd name="connsiteX674" fmla="*/ 8837976 w 12192001"/>
              <a:gd name="connsiteY674" fmla="*/ 217067 h 586467"/>
              <a:gd name="connsiteX675" fmla="*/ 8838284 w 12192001"/>
              <a:gd name="connsiteY675" fmla="*/ 218372 h 586467"/>
              <a:gd name="connsiteX676" fmla="*/ 8878119 w 12192001"/>
              <a:gd name="connsiteY676" fmla="*/ 218372 h 586467"/>
              <a:gd name="connsiteX677" fmla="*/ 8879217 w 12192001"/>
              <a:gd name="connsiteY677" fmla="*/ 213925 h 586467"/>
              <a:gd name="connsiteX678" fmla="*/ 8884294 w 12192001"/>
              <a:gd name="connsiteY678" fmla="*/ 192155 h 586467"/>
              <a:gd name="connsiteX679" fmla="*/ 8893433 w 12192001"/>
              <a:gd name="connsiteY679" fmla="*/ 125086 h 586467"/>
              <a:gd name="connsiteX680" fmla="*/ 8892735 w 12192001"/>
              <a:gd name="connsiteY680" fmla="*/ 57120 h 586467"/>
              <a:gd name="connsiteX681" fmla="*/ 8890324 w 12192001"/>
              <a:gd name="connsiteY681" fmla="*/ 34607 h 586467"/>
              <a:gd name="connsiteX682" fmla="*/ 8889244 w 12192001"/>
              <a:gd name="connsiteY682" fmla="*/ 26024 h 586467"/>
              <a:gd name="connsiteX683" fmla="*/ 8892862 w 12192001"/>
              <a:gd name="connsiteY683" fmla="*/ 34256 h 586467"/>
              <a:gd name="connsiteX684" fmla="*/ 8901938 w 12192001"/>
              <a:gd name="connsiteY684" fmla="*/ 56105 h 586467"/>
              <a:gd name="connsiteX685" fmla="*/ 8923326 w 12192001"/>
              <a:gd name="connsiteY685" fmla="*/ 123837 h 586467"/>
              <a:gd name="connsiteX686" fmla="*/ 8934750 w 12192001"/>
              <a:gd name="connsiteY686" fmla="*/ 193364 h 586467"/>
              <a:gd name="connsiteX687" fmla="*/ 8936401 w 12192001"/>
              <a:gd name="connsiteY687" fmla="*/ 216539 h 586467"/>
              <a:gd name="connsiteX688" fmla="*/ 8936493 w 12192001"/>
              <a:gd name="connsiteY688" fmla="*/ 218372 h 586467"/>
              <a:gd name="connsiteX689" fmla="*/ 8951725 w 12192001"/>
              <a:gd name="connsiteY689" fmla="*/ 218372 h 586467"/>
              <a:gd name="connsiteX690" fmla="*/ 8954107 w 12192001"/>
              <a:gd name="connsiteY690" fmla="*/ 211546 h 586467"/>
              <a:gd name="connsiteX691" fmla="*/ 8975179 w 12192001"/>
              <a:gd name="connsiteY691" fmla="*/ 167301 h 586467"/>
              <a:gd name="connsiteX692" fmla="*/ 8986286 w 12192001"/>
              <a:gd name="connsiteY692" fmla="*/ 147754 h 586467"/>
              <a:gd name="connsiteX693" fmla="*/ 8983810 w 12192001"/>
              <a:gd name="connsiteY693" fmla="*/ 214081 h 586467"/>
              <a:gd name="connsiteX694" fmla="*/ 8984266 w 12192001"/>
              <a:gd name="connsiteY694" fmla="*/ 218372 h 586467"/>
              <a:gd name="connsiteX695" fmla="*/ 9003229 w 12192001"/>
              <a:gd name="connsiteY695" fmla="*/ 218372 h 586467"/>
              <a:gd name="connsiteX696" fmla="*/ 9040105 w 12192001"/>
              <a:gd name="connsiteY696" fmla="*/ 44869 h 586467"/>
              <a:gd name="connsiteX697" fmla="*/ 9054893 w 12192001"/>
              <a:gd name="connsiteY697" fmla="*/ 207175 h 586467"/>
              <a:gd name="connsiteX698" fmla="*/ 9061494 w 12192001"/>
              <a:gd name="connsiteY698" fmla="*/ 186302 h 586467"/>
              <a:gd name="connsiteX699" fmla="*/ 9089610 w 12192001"/>
              <a:gd name="connsiteY699" fmla="*/ 109128 h 586467"/>
              <a:gd name="connsiteX700" fmla="*/ 9091323 w 12192001"/>
              <a:gd name="connsiteY700" fmla="*/ 188136 h 586467"/>
              <a:gd name="connsiteX701" fmla="*/ 9093825 w 12192001"/>
              <a:gd name="connsiteY701" fmla="*/ 218372 h 586467"/>
              <a:gd name="connsiteX702" fmla="*/ 9129285 w 12192001"/>
              <a:gd name="connsiteY702" fmla="*/ 218372 h 586467"/>
              <a:gd name="connsiteX703" fmla="*/ 9129737 w 12192001"/>
              <a:gd name="connsiteY703" fmla="*/ 217027 h 586467"/>
              <a:gd name="connsiteX704" fmla="*/ 9143557 w 12192001"/>
              <a:gd name="connsiteY704" fmla="*/ 165974 h 586467"/>
              <a:gd name="connsiteX705" fmla="*/ 9154346 w 12192001"/>
              <a:gd name="connsiteY705" fmla="*/ 89932 h 586467"/>
              <a:gd name="connsiteX706" fmla="*/ 9173513 w 12192001"/>
              <a:gd name="connsiteY706" fmla="*/ 166209 h 586467"/>
              <a:gd name="connsiteX707" fmla="*/ 9179384 w 12192001"/>
              <a:gd name="connsiteY707" fmla="*/ 211663 h 586467"/>
              <a:gd name="connsiteX708" fmla="*/ 9179877 w 12192001"/>
              <a:gd name="connsiteY708" fmla="*/ 218372 h 586467"/>
              <a:gd name="connsiteX709" fmla="*/ 9182596 w 12192001"/>
              <a:gd name="connsiteY709" fmla="*/ 218372 h 586467"/>
              <a:gd name="connsiteX710" fmla="*/ 9182747 w 12192001"/>
              <a:gd name="connsiteY710" fmla="*/ 216393 h 586467"/>
              <a:gd name="connsiteX711" fmla="*/ 9183350 w 12192001"/>
              <a:gd name="connsiteY711" fmla="*/ 210609 h 586467"/>
              <a:gd name="connsiteX712" fmla="*/ 9199471 w 12192001"/>
              <a:gd name="connsiteY712" fmla="*/ 144945 h 586467"/>
              <a:gd name="connsiteX713" fmla="*/ 9219145 w 12192001"/>
              <a:gd name="connsiteY713" fmla="*/ 102067 h 586467"/>
              <a:gd name="connsiteX714" fmla="*/ 9230189 w 12192001"/>
              <a:gd name="connsiteY714" fmla="*/ 83378 h 586467"/>
              <a:gd name="connsiteX715" fmla="*/ 9229237 w 12192001"/>
              <a:gd name="connsiteY715" fmla="*/ 146779 h 586467"/>
              <a:gd name="connsiteX716" fmla="*/ 9237360 w 12192001"/>
              <a:gd name="connsiteY716" fmla="*/ 189150 h 586467"/>
              <a:gd name="connsiteX717" fmla="*/ 9243073 w 12192001"/>
              <a:gd name="connsiteY717" fmla="*/ 207917 h 586467"/>
              <a:gd name="connsiteX718" fmla="*/ 9244830 w 12192001"/>
              <a:gd name="connsiteY718" fmla="*/ 212690 h 586467"/>
              <a:gd name="connsiteX719" fmla="*/ 9247134 w 12192001"/>
              <a:gd name="connsiteY719" fmla="*/ 218372 h 586467"/>
              <a:gd name="connsiteX720" fmla="*/ 9288315 w 12192001"/>
              <a:gd name="connsiteY720" fmla="*/ 218372 h 586467"/>
              <a:gd name="connsiteX721" fmla="*/ 9288959 w 12192001"/>
              <a:gd name="connsiteY721" fmla="*/ 216813 h 586467"/>
              <a:gd name="connsiteX722" fmla="*/ 9309396 w 12192001"/>
              <a:gd name="connsiteY722" fmla="*/ 160356 h 586467"/>
              <a:gd name="connsiteX723" fmla="*/ 9325326 w 12192001"/>
              <a:gd name="connsiteY723" fmla="*/ 102730 h 586467"/>
              <a:gd name="connsiteX724" fmla="*/ 9339289 w 12192001"/>
              <a:gd name="connsiteY724" fmla="*/ 161176 h 586467"/>
              <a:gd name="connsiteX725" fmla="*/ 9347937 w 12192001"/>
              <a:gd name="connsiteY725" fmla="*/ 215455 h 586467"/>
              <a:gd name="connsiteX726" fmla="*/ 9348288 w 12192001"/>
              <a:gd name="connsiteY726" fmla="*/ 218372 h 586467"/>
              <a:gd name="connsiteX727" fmla="*/ 9351606 w 12192001"/>
              <a:gd name="connsiteY727" fmla="*/ 218372 h 586467"/>
              <a:gd name="connsiteX728" fmla="*/ 9353775 w 12192001"/>
              <a:gd name="connsiteY728" fmla="*/ 213428 h 586467"/>
              <a:gd name="connsiteX729" fmla="*/ 9355473 w 12192001"/>
              <a:gd name="connsiteY729" fmla="*/ 209361 h 586467"/>
              <a:gd name="connsiteX730" fmla="*/ 9382065 w 12192001"/>
              <a:gd name="connsiteY730" fmla="*/ 128441 h 586467"/>
              <a:gd name="connsiteX731" fmla="*/ 9396345 w 12192001"/>
              <a:gd name="connsiteY731" fmla="*/ 45064 h 586467"/>
              <a:gd name="connsiteX732" fmla="*/ 9411958 w 12192001"/>
              <a:gd name="connsiteY732" fmla="*/ 129417 h 586467"/>
              <a:gd name="connsiteX733" fmla="*/ 9414624 w 12192001"/>
              <a:gd name="connsiteY733" fmla="*/ 215408 h 586467"/>
              <a:gd name="connsiteX734" fmla="*/ 9414472 w 12192001"/>
              <a:gd name="connsiteY734" fmla="*/ 218372 h 586467"/>
              <a:gd name="connsiteX735" fmla="*/ 9415681 w 12192001"/>
              <a:gd name="connsiteY735" fmla="*/ 218372 h 586467"/>
              <a:gd name="connsiteX736" fmla="*/ 9422890 w 12192001"/>
              <a:gd name="connsiteY736" fmla="*/ 196071 h 586467"/>
              <a:gd name="connsiteX737" fmla="*/ 9434489 w 12192001"/>
              <a:gd name="connsiteY737" fmla="*/ 163555 h 586467"/>
              <a:gd name="connsiteX738" fmla="*/ 9465652 w 12192001"/>
              <a:gd name="connsiteY738" fmla="*/ 89854 h 586467"/>
              <a:gd name="connsiteX739" fmla="*/ 9464191 w 12192001"/>
              <a:gd name="connsiteY739" fmla="*/ 166014 h 586467"/>
              <a:gd name="connsiteX740" fmla="*/ 9466953 w 12192001"/>
              <a:gd name="connsiteY740" fmla="*/ 217998 h 586467"/>
              <a:gd name="connsiteX741" fmla="*/ 9466986 w 12192001"/>
              <a:gd name="connsiteY741" fmla="*/ 218372 h 586467"/>
              <a:gd name="connsiteX742" fmla="*/ 9516051 w 12192001"/>
              <a:gd name="connsiteY742" fmla="*/ 218372 h 586467"/>
              <a:gd name="connsiteX743" fmla="*/ 9517802 w 12192001"/>
              <a:gd name="connsiteY743" fmla="*/ 212027 h 586467"/>
              <a:gd name="connsiteX744" fmla="*/ 9519662 w 12192001"/>
              <a:gd name="connsiteY744" fmla="*/ 204757 h 586467"/>
              <a:gd name="connsiteX745" fmla="*/ 9535592 w 12192001"/>
              <a:gd name="connsiteY745" fmla="*/ 119117 h 586467"/>
              <a:gd name="connsiteX746" fmla="*/ 9541050 w 12192001"/>
              <a:gd name="connsiteY746" fmla="*/ 32188 h 586467"/>
              <a:gd name="connsiteX747" fmla="*/ 9565485 w 12192001"/>
              <a:gd name="connsiteY747" fmla="*/ 118453 h 586467"/>
              <a:gd name="connsiteX748" fmla="*/ 9579447 w 12192001"/>
              <a:gd name="connsiteY748" fmla="*/ 206708 h 586467"/>
              <a:gd name="connsiteX749" fmla="*/ 9579856 w 12192001"/>
              <a:gd name="connsiteY749" fmla="*/ 211154 h 586467"/>
              <a:gd name="connsiteX750" fmla="*/ 9580423 w 12192001"/>
              <a:gd name="connsiteY750" fmla="*/ 218372 h 586467"/>
              <a:gd name="connsiteX751" fmla="*/ 9597379 w 12192001"/>
              <a:gd name="connsiteY751" fmla="*/ 218372 h 586467"/>
              <a:gd name="connsiteX752" fmla="*/ 9609467 w 12192001"/>
              <a:gd name="connsiteY752" fmla="*/ 175182 h 586467"/>
              <a:gd name="connsiteX753" fmla="*/ 9624763 w 12192001"/>
              <a:gd name="connsiteY753" fmla="*/ 96331 h 586467"/>
              <a:gd name="connsiteX754" fmla="*/ 9639361 w 12192001"/>
              <a:gd name="connsiteY754" fmla="*/ 175923 h 586467"/>
              <a:gd name="connsiteX755" fmla="*/ 9642735 w 12192001"/>
              <a:gd name="connsiteY755" fmla="*/ 205464 h 586467"/>
              <a:gd name="connsiteX756" fmla="*/ 9643782 w 12192001"/>
              <a:gd name="connsiteY756" fmla="*/ 218372 h 586467"/>
              <a:gd name="connsiteX757" fmla="*/ 9670266 w 12192001"/>
              <a:gd name="connsiteY757" fmla="*/ 218372 h 586467"/>
              <a:gd name="connsiteX758" fmla="*/ 9676805 w 12192001"/>
              <a:gd name="connsiteY758" fmla="*/ 206122 h 586467"/>
              <a:gd name="connsiteX759" fmla="*/ 9708539 w 12192001"/>
              <a:gd name="connsiteY759" fmla="*/ 156454 h 586467"/>
              <a:gd name="connsiteX760" fmla="*/ 9747064 w 12192001"/>
              <a:gd name="connsiteY760" fmla="*/ 109830 h 586467"/>
              <a:gd name="connsiteX761" fmla="*/ 9766422 w 12192001"/>
              <a:gd name="connsiteY761" fmla="*/ 89815 h 586467"/>
              <a:gd name="connsiteX762" fmla="*/ 9736846 w 12192001"/>
              <a:gd name="connsiteY762" fmla="*/ 163088 h 586467"/>
              <a:gd name="connsiteX763" fmla="*/ 9725930 w 12192001"/>
              <a:gd name="connsiteY763" fmla="*/ 214121 h 586467"/>
              <a:gd name="connsiteX764" fmla="*/ 9725406 w 12192001"/>
              <a:gd name="connsiteY764" fmla="*/ 218372 h 586467"/>
              <a:gd name="connsiteX765" fmla="*/ 9746483 w 12192001"/>
              <a:gd name="connsiteY765" fmla="*/ 218372 h 586467"/>
              <a:gd name="connsiteX766" fmla="*/ 9795870 w 12192001"/>
              <a:gd name="connsiteY766" fmla="*/ 141356 h 586467"/>
              <a:gd name="connsiteX767" fmla="*/ 9785500 w 12192001"/>
              <a:gd name="connsiteY767" fmla="*/ 218372 h 586467"/>
              <a:gd name="connsiteX768" fmla="*/ 9806524 w 12192001"/>
              <a:gd name="connsiteY768" fmla="*/ 218372 h 586467"/>
              <a:gd name="connsiteX769" fmla="*/ 9809833 w 12192001"/>
              <a:gd name="connsiteY769" fmla="*/ 199763 h 586467"/>
              <a:gd name="connsiteX770" fmla="*/ 9814466 w 12192001"/>
              <a:gd name="connsiteY770" fmla="*/ 134099 h 586467"/>
              <a:gd name="connsiteX771" fmla="*/ 9805644 w 12192001"/>
              <a:gd name="connsiteY771" fmla="*/ 68240 h 586467"/>
              <a:gd name="connsiteX772" fmla="*/ 9798790 w 12192001"/>
              <a:gd name="connsiteY772" fmla="*/ 46703 h 586467"/>
              <a:gd name="connsiteX773" fmla="*/ 9795933 w 12192001"/>
              <a:gd name="connsiteY773" fmla="*/ 38665 h 586467"/>
              <a:gd name="connsiteX774" fmla="*/ 9801201 w 12192001"/>
              <a:gd name="connsiteY774" fmla="*/ 46078 h 586467"/>
              <a:gd name="connsiteX775" fmla="*/ 9814656 w 12192001"/>
              <a:gd name="connsiteY775" fmla="*/ 66445 h 586467"/>
              <a:gd name="connsiteX776" fmla="*/ 9844231 w 12192001"/>
              <a:gd name="connsiteY776" fmla="*/ 131680 h 586467"/>
              <a:gd name="connsiteX777" fmla="*/ 9854958 w 12192001"/>
              <a:gd name="connsiteY777" fmla="*/ 171437 h 586467"/>
              <a:gd name="connsiteX778" fmla="*/ 9856798 w 12192001"/>
              <a:gd name="connsiteY778" fmla="*/ 161332 h 586467"/>
              <a:gd name="connsiteX779" fmla="*/ 9874696 w 12192001"/>
              <a:gd name="connsiteY779" fmla="*/ 100155 h 586467"/>
              <a:gd name="connsiteX780" fmla="*/ 9882629 w 12192001"/>
              <a:gd name="connsiteY780" fmla="*/ 80452 h 586467"/>
              <a:gd name="connsiteX781" fmla="*/ 9885739 w 12192001"/>
              <a:gd name="connsiteY781" fmla="*/ 73038 h 586467"/>
              <a:gd name="connsiteX782" fmla="*/ 9885168 w 12192001"/>
              <a:gd name="connsiteY782" fmla="*/ 80764 h 586467"/>
              <a:gd name="connsiteX783" fmla="*/ 9883962 w 12192001"/>
              <a:gd name="connsiteY783" fmla="*/ 101013 h 586467"/>
              <a:gd name="connsiteX784" fmla="*/ 9886691 w 12192001"/>
              <a:gd name="connsiteY784" fmla="*/ 161956 h 586467"/>
              <a:gd name="connsiteX785" fmla="*/ 9892236 w 12192001"/>
              <a:gd name="connsiteY785" fmla="*/ 194042 h 586467"/>
              <a:gd name="connsiteX786" fmla="*/ 9898256 w 12192001"/>
              <a:gd name="connsiteY786" fmla="*/ 218372 h 586467"/>
              <a:gd name="connsiteX787" fmla="*/ 9934341 w 12192001"/>
              <a:gd name="connsiteY787" fmla="*/ 218372 h 586467"/>
              <a:gd name="connsiteX788" fmla="*/ 9924010 w 12192001"/>
              <a:gd name="connsiteY788" fmla="*/ 141356 h 586467"/>
              <a:gd name="connsiteX789" fmla="*/ 9973397 w 12192001"/>
              <a:gd name="connsiteY789" fmla="*/ 218372 h 586467"/>
              <a:gd name="connsiteX790" fmla="*/ 9994468 w 12192001"/>
              <a:gd name="connsiteY790" fmla="*/ 218372 h 586467"/>
              <a:gd name="connsiteX791" fmla="*/ 9993950 w 12192001"/>
              <a:gd name="connsiteY791" fmla="*/ 214121 h 586467"/>
              <a:gd name="connsiteX792" fmla="*/ 9983033 w 12192001"/>
              <a:gd name="connsiteY792" fmla="*/ 163088 h 586467"/>
              <a:gd name="connsiteX793" fmla="*/ 9953458 w 12192001"/>
              <a:gd name="connsiteY793" fmla="*/ 89815 h 586467"/>
              <a:gd name="connsiteX794" fmla="*/ 9972815 w 12192001"/>
              <a:gd name="connsiteY794" fmla="*/ 109830 h 586467"/>
              <a:gd name="connsiteX795" fmla="*/ 10011340 w 12192001"/>
              <a:gd name="connsiteY795" fmla="*/ 156454 h 586467"/>
              <a:gd name="connsiteX796" fmla="*/ 10043074 w 12192001"/>
              <a:gd name="connsiteY796" fmla="*/ 206122 h 586467"/>
              <a:gd name="connsiteX797" fmla="*/ 10049590 w 12192001"/>
              <a:gd name="connsiteY797" fmla="*/ 218372 h 586467"/>
              <a:gd name="connsiteX798" fmla="*/ 10076072 w 12192001"/>
              <a:gd name="connsiteY798" fmla="*/ 218372 h 586467"/>
              <a:gd name="connsiteX799" fmla="*/ 10077119 w 12192001"/>
              <a:gd name="connsiteY799" fmla="*/ 205464 h 586467"/>
              <a:gd name="connsiteX800" fmla="*/ 10080519 w 12192001"/>
              <a:gd name="connsiteY800" fmla="*/ 175923 h 586467"/>
              <a:gd name="connsiteX801" fmla="*/ 10095053 w 12192001"/>
              <a:gd name="connsiteY801" fmla="*/ 96331 h 586467"/>
              <a:gd name="connsiteX802" fmla="*/ 10110412 w 12192001"/>
              <a:gd name="connsiteY802" fmla="*/ 175182 h 586467"/>
              <a:gd name="connsiteX803" fmla="*/ 10122500 w 12192001"/>
              <a:gd name="connsiteY803" fmla="*/ 218372 h 586467"/>
              <a:gd name="connsiteX804" fmla="*/ 10139456 w 12192001"/>
              <a:gd name="connsiteY804" fmla="*/ 218372 h 586467"/>
              <a:gd name="connsiteX805" fmla="*/ 10140023 w 12192001"/>
              <a:gd name="connsiteY805" fmla="*/ 211154 h 586467"/>
              <a:gd name="connsiteX806" fmla="*/ 10140432 w 12192001"/>
              <a:gd name="connsiteY806" fmla="*/ 206708 h 586467"/>
              <a:gd name="connsiteX807" fmla="*/ 10154394 w 12192001"/>
              <a:gd name="connsiteY807" fmla="*/ 118453 h 586467"/>
              <a:gd name="connsiteX808" fmla="*/ 10178830 w 12192001"/>
              <a:gd name="connsiteY808" fmla="*/ 32188 h 586467"/>
              <a:gd name="connsiteX809" fmla="*/ 10184288 w 12192001"/>
              <a:gd name="connsiteY809" fmla="*/ 119117 h 586467"/>
              <a:gd name="connsiteX810" fmla="*/ 10200218 w 12192001"/>
              <a:gd name="connsiteY810" fmla="*/ 204757 h 586467"/>
              <a:gd name="connsiteX811" fmla="*/ 10202078 w 12192001"/>
              <a:gd name="connsiteY811" fmla="*/ 212027 h 586467"/>
              <a:gd name="connsiteX812" fmla="*/ 10203829 w 12192001"/>
              <a:gd name="connsiteY812" fmla="*/ 218372 h 586467"/>
              <a:gd name="connsiteX813" fmla="*/ 10252893 w 12192001"/>
              <a:gd name="connsiteY813" fmla="*/ 218372 h 586467"/>
              <a:gd name="connsiteX814" fmla="*/ 10252927 w 12192001"/>
              <a:gd name="connsiteY814" fmla="*/ 217998 h 586467"/>
              <a:gd name="connsiteX815" fmla="*/ 10255688 w 12192001"/>
              <a:gd name="connsiteY815" fmla="*/ 166014 h 586467"/>
              <a:gd name="connsiteX816" fmla="*/ 10254228 w 12192001"/>
              <a:gd name="connsiteY816" fmla="*/ 89854 h 586467"/>
              <a:gd name="connsiteX817" fmla="*/ 10285390 w 12192001"/>
              <a:gd name="connsiteY817" fmla="*/ 163555 h 586467"/>
              <a:gd name="connsiteX818" fmla="*/ 10296989 w 12192001"/>
              <a:gd name="connsiteY818" fmla="*/ 196071 h 586467"/>
              <a:gd name="connsiteX819" fmla="*/ 10304198 w 12192001"/>
              <a:gd name="connsiteY819" fmla="*/ 218372 h 586467"/>
              <a:gd name="connsiteX820" fmla="*/ 10305369 w 12192001"/>
              <a:gd name="connsiteY820" fmla="*/ 218372 h 586467"/>
              <a:gd name="connsiteX821" fmla="*/ 10305192 w 12192001"/>
              <a:gd name="connsiteY821" fmla="*/ 215408 h 586467"/>
              <a:gd name="connsiteX822" fmla="*/ 10307921 w 12192001"/>
              <a:gd name="connsiteY822" fmla="*/ 129417 h 586467"/>
              <a:gd name="connsiteX823" fmla="*/ 10323534 w 12192001"/>
              <a:gd name="connsiteY823" fmla="*/ 45064 h 586467"/>
              <a:gd name="connsiteX824" fmla="*/ 10337814 w 12192001"/>
              <a:gd name="connsiteY824" fmla="*/ 128441 h 586467"/>
              <a:gd name="connsiteX825" fmla="*/ 10364407 w 12192001"/>
              <a:gd name="connsiteY825" fmla="*/ 209361 h 586467"/>
              <a:gd name="connsiteX826" fmla="*/ 10366097 w 12192001"/>
              <a:gd name="connsiteY826" fmla="*/ 213428 h 586467"/>
              <a:gd name="connsiteX827" fmla="*/ 10368241 w 12192001"/>
              <a:gd name="connsiteY827" fmla="*/ 218372 h 586467"/>
              <a:gd name="connsiteX828" fmla="*/ 10371592 w 12192001"/>
              <a:gd name="connsiteY828" fmla="*/ 218372 h 586467"/>
              <a:gd name="connsiteX829" fmla="*/ 10371942 w 12192001"/>
              <a:gd name="connsiteY829" fmla="*/ 215455 h 586467"/>
              <a:gd name="connsiteX830" fmla="*/ 10380527 w 12192001"/>
              <a:gd name="connsiteY830" fmla="*/ 161176 h 586467"/>
              <a:gd name="connsiteX831" fmla="*/ 10394554 w 12192001"/>
              <a:gd name="connsiteY831" fmla="*/ 102730 h 586467"/>
              <a:gd name="connsiteX832" fmla="*/ 10410420 w 12192001"/>
              <a:gd name="connsiteY832" fmla="*/ 160356 h 586467"/>
              <a:gd name="connsiteX833" fmla="*/ 10430920 w 12192001"/>
              <a:gd name="connsiteY833" fmla="*/ 216813 h 586467"/>
              <a:gd name="connsiteX834" fmla="*/ 10431563 w 12192001"/>
              <a:gd name="connsiteY834" fmla="*/ 218372 h 586467"/>
              <a:gd name="connsiteX835" fmla="*/ 10472741 w 12192001"/>
              <a:gd name="connsiteY835" fmla="*/ 218372 h 586467"/>
              <a:gd name="connsiteX836" fmla="*/ 10475049 w 12192001"/>
              <a:gd name="connsiteY836" fmla="*/ 212690 h 586467"/>
              <a:gd name="connsiteX837" fmla="*/ 10476807 w 12192001"/>
              <a:gd name="connsiteY837" fmla="*/ 207917 h 586467"/>
              <a:gd name="connsiteX838" fmla="*/ 10482519 w 12192001"/>
              <a:gd name="connsiteY838" fmla="*/ 189150 h 586467"/>
              <a:gd name="connsiteX839" fmla="*/ 10490643 w 12192001"/>
              <a:gd name="connsiteY839" fmla="*/ 146779 h 586467"/>
              <a:gd name="connsiteX840" fmla="*/ 10489627 w 12192001"/>
              <a:gd name="connsiteY840" fmla="*/ 83378 h 586467"/>
              <a:gd name="connsiteX841" fmla="*/ 10500670 w 12192001"/>
              <a:gd name="connsiteY841" fmla="*/ 102067 h 586467"/>
              <a:gd name="connsiteX842" fmla="*/ 10520408 w 12192001"/>
              <a:gd name="connsiteY842" fmla="*/ 144945 h 586467"/>
              <a:gd name="connsiteX843" fmla="*/ 10536466 w 12192001"/>
              <a:gd name="connsiteY843" fmla="*/ 210609 h 586467"/>
              <a:gd name="connsiteX844" fmla="*/ 10537093 w 12192001"/>
              <a:gd name="connsiteY844" fmla="*/ 216393 h 586467"/>
              <a:gd name="connsiteX845" fmla="*/ 10537241 w 12192001"/>
              <a:gd name="connsiteY845" fmla="*/ 218372 h 586467"/>
              <a:gd name="connsiteX846" fmla="*/ 10539984 w 12192001"/>
              <a:gd name="connsiteY846" fmla="*/ 218372 h 586467"/>
              <a:gd name="connsiteX847" fmla="*/ 10540472 w 12192001"/>
              <a:gd name="connsiteY847" fmla="*/ 211663 h 586467"/>
              <a:gd name="connsiteX848" fmla="*/ 10546366 w 12192001"/>
              <a:gd name="connsiteY848" fmla="*/ 166209 h 586467"/>
              <a:gd name="connsiteX849" fmla="*/ 10565533 w 12192001"/>
              <a:gd name="connsiteY849" fmla="*/ 89932 h 586467"/>
              <a:gd name="connsiteX850" fmla="*/ 10576323 w 12192001"/>
              <a:gd name="connsiteY850" fmla="*/ 165974 h 586467"/>
              <a:gd name="connsiteX851" fmla="*/ 10590143 w 12192001"/>
              <a:gd name="connsiteY851" fmla="*/ 217027 h 586467"/>
              <a:gd name="connsiteX852" fmla="*/ 10590594 w 12192001"/>
              <a:gd name="connsiteY852" fmla="*/ 218372 h 586467"/>
              <a:gd name="connsiteX853" fmla="*/ 10626054 w 12192001"/>
              <a:gd name="connsiteY853" fmla="*/ 218372 h 586467"/>
              <a:gd name="connsiteX854" fmla="*/ 10628556 w 12192001"/>
              <a:gd name="connsiteY854" fmla="*/ 188136 h 586467"/>
              <a:gd name="connsiteX855" fmla="*/ 10630270 w 12192001"/>
              <a:gd name="connsiteY855" fmla="*/ 109128 h 586467"/>
              <a:gd name="connsiteX856" fmla="*/ 10658385 w 12192001"/>
              <a:gd name="connsiteY856" fmla="*/ 186302 h 586467"/>
              <a:gd name="connsiteX857" fmla="*/ 10664986 w 12192001"/>
              <a:gd name="connsiteY857" fmla="*/ 207175 h 586467"/>
              <a:gd name="connsiteX858" fmla="*/ 10679710 w 12192001"/>
              <a:gd name="connsiteY858" fmla="*/ 44869 h 586467"/>
              <a:gd name="connsiteX859" fmla="*/ 10716644 w 12192001"/>
              <a:gd name="connsiteY859" fmla="*/ 218372 h 586467"/>
              <a:gd name="connsiteX860" fmla="*/ 10735613 w 12192001"/>
              <a:gd name="connsiteY860" fmla="*/ 218372 h 586467"/>
              <a:gd name="connsiteX861" fmla="*/ 10736069 w 12192001"/>
              <a:gd name="connsiteY861" fmla="*/ 214081 h 586467"/>
              <a:gd name="connsiteX862" fmla="*/ 10733530 w 12192001"/>
              <a:gd name="connsiteY862" fmla="*/ 147754 h 586467"/>
              <a:gd name="connsiteX863" fmla="*/ 10744700 w 12192001"/>
              <a:gd name="connsiteY863" fmla="*/ 167301 h 586467"/>
              <a:gd name="connsiteX864" fmla="*/ 10765772 w 12192001"/>
              <a:gd name="connsiteY864" fmla="*/ 211546 h 586467"/>
              <a:gd name="connsiteX865" fmla="*/ 10768154 w 12192001"/>
              <a:gd name="connsiteY865" fmla="*/ 218372 h 586467"/>
              <a:gd name="connsiteX866" fmla="*/ 10783387 w 12192001"/>
              <a:gd name="connsiteY866" fmla="*/ 218372 h 586467"/>
              <a:gd name="connsiteX867" fmla="*/ 10783479 w 12192001"/>
              <a:gd name="connsiteY867" fmla="*/ 216539 h 586467"/>
              <a:gd name="connsiteX868" fmla="*/ 10785129 w 12192001"/>
              <a:gd name="connsiteY868" fmla="*/ 193364 h 586467"/>
              <a:gd name="connsiteX869" fmla="*/ 10796553 w 12192001"/>
              <a:gd name="connsiteY869" fmla="*/ 123837 h 586467"/>
              <a:gd name="connsiteX870" fmla="*/ 10817941 w 12192001"/>
              <a:gd name="connsiteY870" fmla="*/ 56105 h 586467"/>
              <a:gd name="connsiteX871" fmla="*/ 10827018 w 12192001"/>
              <a:gd name="connsiteY871" fmla="*/ 34256 h 586467"/>
              <a:gd name="connsiteX872" fmla="*/ 10830635 w 12192001"/>
              <a:gd name="connsiteY872" fmla="*/ 26024 h 586467"/>
              <a:gd name="connsiteX873" fmla="*/ 10829556 w 12192001"/>
              <a:gd name="connsiteY873" fmla="*/ 34607 h 586467"/>
              <a:gd name="connsiteX874" fmla="*/ 10827144 w 12192001"/>
              <a:gd name="connsiteY874" fmla="*/ 57120 h 586467"/>
              <a:gd name="connsiteX875" fmla="*/ 10826446 w 12192001"/>
              <a:gd name="connsiteY875" fmla="*/ 125086 h 586467"/>
              <a:gd name="connsiteX876" fmla="*/ 10835585 w 12192001"/>
              <a:gd name="connsiteY876" fmla="*/ 192155 h 586467"/>
              <a:gd name="connsiteX877" fmla="*/ 10840662 w 12192001"/>
              <a:gd name="connsiteY877" fmla="*/ 213925 h 586467"/>
              <a:gd name="connsiteX878" fmla="*/ 10841760 w 12192001"/>
              <a:gd name="connsiteY878" fmla="*/ 218372 h 586467"/>
              <a:gd name="connsiteX879" fmla="*/ 10881540 w 12192001"/>
              <a:gd name="connsiteY879" fmla="*/ 218372 h 586467"/>
              <a:gd name="connsiteX880" fmla="*/ 10881850 w 12192001"/>
              <a:gd name="connsiteY880" fmla="*/ 217067 h 586467"/>
              <a:gd name="connsiteX881" fmla="*/ 10901083 w 12192001"/>
              <a:gd name="connsiteY881" fmla="*/ 114044 h 586467"/>
              <a:gd name="connsiteX882" fmla="*/ 10911428 w 12192001"/>
              <a:gd name="connsiteY882" fmla="*/ 0 h 586467"/>
              <a:gd name="connsiteX883" fmla="*/ 10930976 w 12192001"/>
              <a:gd name="connsiteY883" fmla="*/ 114161 h 586467"/>
              <a:gd name="connsiteX884" fmla="*/ 10937870 w 12192001"/>
              <a:gd name="connsiteY884" fmla="*/ 193476 h 586467"/>
              <a:gd name="connsiteX885" fmla="*/ 10938958 w 12192001"/>
              <a:gd name="connsiteY885" fmla="*/ 218372 h 586467"/>
              <a:gd name="connsiteX886" fmla="*/ 10967734 w 12192001"/>
              <a:gd name="connsiteY886" fmla="*/ 218372 h 586467"/>
              <a:gd name="connsiteX887" fmla="*/ 10968613 w 12192001"/>
              <a:gd name="connsiteY887" fmla="*/ 215700 h 586467"/>
              <a:gd name="connsiteX888" fmla="*/ 11002377 w 12192001"/>
              <a:gd name="connsiteY888" fmla="*/ 124188 h 586467"/>
              <a:gd name="connsiteX889" fmla="*/ 11046486 w 12192001"/>
              <a:gd name="connsiteY889" fmla="*/ 26180 h 586467"/>
              <a:gd name="connsiteX890" fmla="*/ 11040837 w 12192001"/>
              <a:gd name="connsiteY890" fmla="*/ 60007 h 586467"/>
              <a:gd name="connsiteX891" fmla="*/ 11044645 w 12192001"/>
              <a:gd name="connsiteY891" fmla="*/ 38509 h 586467"/>
              <a:gd name="connsiteX892" fmla="*/ 11060132 w 12192001"/>
              <a:gd name="connsiteY892" fmla="*/ 130002 h 586467"/>
              <a:gd name="connsiteX893" fmla="*/ 11078071 w 12192001"/>
              <a:gd name="connsiteY893" fmla="*/ 212982 h 586467"/>
              <a:gd name="connsiteX894" fmla="*/ 11079362 w 12192001"/>
              <a:gd name="connsiteY894" fmla="*/ 218372 h 586467"/>
              <a:gd name="connsiteX895" fmla="*/ 11095052 w 12192001"/>
              <a:gd name="connsiteY895" fmla="*/ 218372 h 586467"/>
              <a:gd name="connsiteX896" fmla="*/ 11095990 w 12192001"/>
              <a:gd name="connsiteY896" fmla="*/ 198436 h 586467"/>
              <a:gd name="connsiteX897" fmla="*/ 11090342 w 12192001"/>
              <a:gd name="connsiteY897" fmla="*/ 128597 h 586467"/>
              <a:gd name="connsiteX898" fmla="*/ 11125629 w 12192001"/>
              <a:gd name="connsiteY898" fmla="*/ 195393 h 586467"/>
              <a:gd name="connsiteX899" fmla="*/ 11134306 w 12192001"/>
              <a:gd name="connsiteY899" fmla="*/ 218372 h 586467"/>
              <a:gd name="connsiteX900" fmla="*/ 11177178 w 12192001"/>
              <a:gd name="connsiteY900" fmla="*/ 218372 h 586467"/>
              <a:gd name="connsiteX901" fmla="*/ 11180021 w 12192001"/>
              <a:gd name="connsiteY901" fmla="*/ 210843 h 586467"/>
              <a:gd name="connsiteX902" fmla="*/ 11199632 w 12192001"/>
              <a:gd name="connsiteY902" fmla="*/ 144282 h 586467"/>
              <a:gd name="connsiteX903" fmla="*/ 11210866 w 12192001"/>
              <a:gd name="connsiteY903" fmla="*/ 76237 h 586467"/>
              <a:gd name="connsiteX904" fmla="*/ 11212769 w 12192001"/>
              <a:gd name="connsiteY904" fmla="*/ 53569 h 586467"/>
              <a:gd name="connsiteX905" fmla="*/ 11213404 w 12192001"/>
              <a:gd name="connsiteY905" fmla="*/ 44947 h 586467"/>
              <a:gd name="connsiteX906" fmla="*/ 11215371 w 12192001"/>
              <a:gd name="connsiteY906" fmla="*/ 53452 h 586467"/>
              <a:gd name="connsiteX907" fmla="*/ 11220258 w 12192001"/>
              <a:gd name="connsiteY907" fmla="*/ 76043 h 586467"/>
              <a:gd name="connsiteX908" fmla="*/ 11229524 w 12192001"/>
              <a:gd name="connsiteY908" fmla="*/ 145335 h 586467"/>
              <a:gd name="connsiteX909" fmla="*/ 11230033 w 12192001"/>
              <a:gd name="connsiteY909" fmla="*/ 215486 h 586467"/>
              <a:gd name="connsiteX910" fmla="*/ 11229847 w 12192001"/>
              <a:gd name="connsiteY910" fmla="*/ 218372 h 586467"/>
              <a:gd name="connsiteX911" fmla="*/ 11288371 w 12192001"/>
              <a:gd name="connsiteY911" fmla="*/ 218372 h 586467"/>
              <a:gd name="connsiteX912" fmla="*/ 11287352 w 12192001"/>
              <a:gd name="connsiteY912" fmla="*/ 206300 h 586467"/>
              <a:gd name="connsiteX913" fmla="*/ 11285820 w 12192001"/>
              <a:gd name="connsiteY913" fmla="*/ 173193 h 586467"/>
              <a:gd name="connsiteX914" fmla="*/ 11288549 w 12192001"/>
              <a:gd name="connsiteY914" fmla="*/ 83495 h 586467"/>
              <a:gd name="connsiteX915" fmla="*/ 11315522 w 12192001"/>
              <a:gd name="connsiteY915" fmla="*/ 170501 h 586467"/>
              <a:gd name="connsiteX916" fmla="*/ 11327778 w 12192001"/>
              <a:gd name="connsiteY916" fmla="*/ 201907 h 586467"/>
              <a:gd name="connsiteX917" fmla="*/ 11334875 w 12192001"/>
              <a:gd name="connsiteY917" fmla="*/ 218372 h 586467"/>
              <a:gd name="connsiteX918" fmla="*/ 11393301 w 12192001"/>
              <a:gd name="connsiteY918" fmla="*/ 218372 h 586467"/>
              <a:gd name="connsiteX919" fmla="*/ 11394095 w 12192001"/>
              <a:gd name="connsiteY919" fmla="*/ 211428 h 586467"/>
              <a:gd name="connsiteX920" fmla="*/ 11395300 w 12192001"/>
              <a:gd name="connsiteY920" fmla="*/ 151851 h 586467"/>
              <a:gd name="connsiteX921" fmla="*/ 11387621 w 12192001"/>
              <a:gd name="connsiteY921" fmla="*/ 91844 h 586467"/>
              <a:gd name="connsiteX922" fmla="*/ 11383115 w 12192001"/>
              <a:gd name="connsiteY922" fmla="*/ 72102 h 586467"/>
              <a:gd name="connsiteX923" fmla="*/ 11381401 w 12192001"/>
              <a:gd name="connsiteY923" fmla="*/ 64689 h 586467"/>
              <a:gd name="connsiteX924" fmla="*/ 11385590 w 12192001"/>
              <a:gd name="connsiteY924" fmla="*/ 71595 h 586467"/>
              <a:gd name="connsiteX925" fmla="*/ 11396697 w 12192001"/>
              <a:gd name="connsiteY925" fmla="*/ 90284 h 586467"/>
              <a:gd name="connsiteX926" fmla="*/ 11424876 w 12192001"/>
              <a:gd name="connsiteY926" fmla="*/ 148730 h 586467"/>
              <a:gd name="connsiteX927" fmla="*/ 11444550 w 12192001"/>
              <a:gd name="connsiteY927" fmla="*/ 209438 h 586467"/>
              <a:gd name="connsiteX928" fmla="*/ 11446551 w 12192001"/>
              <a:gd name="connsiteY928" fmla="*/ 218372 h 586467"/>
              <a:gd name="connsiteX929" fmla="*/ 11502645 w 12192001"/>
              <a:gd name="connsiteY929" fmla="*/ 218372 h 586467"/>
              <a:gd name="connsiteX930" fmla="*/ 11506431 w 12192001"/>
              <a:gd name="connsiteY930" fmla="*/ 205264 h 586467"/>
              <a:gd name="connsiteX931" fmla="*/ 11524582 w 12192001"/>
              <a:gd name="connsiteY931" fmla="*/ 128402 h 586467"/>
              <a:gd name="connsiteX932" fmla="*/ 11536324 w 12192001"/>
              <a:gd name="connsiteY932" fmla="*/ 206239 h 586467"/>
              <a:gd name="connsiteX933" fmla="*/ 11537526 w 12192001"/>
              <a:gd name="connsiteY933" fmla="*/ 218372 h 586467"/>
              <a:gd name="connsiteX934" fmla="*/ 11551326 w 12192001"/>
              <a:gd name="connsiteY934" fmla="*/ 218372 h 586467"/>
              <a:gd name="connsiteX935" fmla="*/ 11551334 w 12192001"/>
              <a:gd name="connsiteY935" fmla="*/ 217583 h 586467"/>
              <a:gd name="connsiteX936" fmla="*/ 11552000 w 12192001"/>
              <a:gd name="connsiteY936" fmla="*/ 155479 h 586467"/>
              <a:gd name="connsiteX937" fmla="*/ 11551492 w 12192001"/>
              <a:gd name="connsiteY937" fmla="*/ 65001 h 586467"/>
              <a:gd name="connsiteX938" fmla="*/ 11581766 w 12192001"/>
              <a:gd name="connsiteY938" fmla="*/ 153177 h 586467"/>
              <a:gd name="connsiteX939" fmla="*/ 11601576 w 12192001"/>
              <a:gd name="connsiteY939" fmla="*/ 214048 h 586467"/>
              <a:gd name="connsiteX940" fmla="*/ 11602984 w 12192001"/>
              <a:gd name="connsiteY940" fmla="*/ 218372 h 586467"/>
              <a:gd name="connsiteX941" fmla="*/ 11631817 w 12192001"/>
              <a:gd name="connsiteY941" fmla="*/ 218372 h 586467"/>
              <a:gd name="connsiteX942" fmla="*/ 11630548 w 12192001"/>
              <a:gd name="connsiteY942" fmla="*/ 198810 h 586467"/>
              <a:gd name="connsiteX943" fmla="*/ 11629113 w 12192001"/>
              <a:gd name="connsiteY943" fmla="*/ 166014 h 586467"/>
              <a:gd name="connsiteX944" fmla="*/ 11629049 w 12192001"/>
              <a:gd name="connsiteY944" fmla="*/ 76940 h 586467"/>
              <a:gd name="connsiteX945" fmla="*/ 11658815 w 12192001"/>
              <a:gd name="connsiteY945" fmla="*/ 163244 h 586467"/>
              <a:gd name="connsiteX946" fmla="*/ 11671033 w 12192001"/>
              <a:gd name="connsiteY946" fmla="*/ 194605 h 586467"/>
              <a:gd name="connsiteX947" fmla="*/ 11680846 w 12192001"/>
              <a:gd name="connsiteY947" fmla="*/ 218372 h 586467"/>
              <a:gd name="connsiteX948" fmla="*/ 11743666 w 12192001"/>
              <a:gd name="connsiteY948" fmla="*/ 218372 h 586467"/>
              <a:gd name="connsiteX949" fmla="*/ 11744495 w 12192001"/>
              <a:gd name="connsiteY949" fmla="*/ 206668 h 586467"/>
              <a:gd name="connsiteX950" fmla="*/ 11752429 w 12192001"/>
              <a:gd name="connsiteY950" fmla="*/ 216188 h 586467"/>
              <a:gd name="connsiteX951" fmla="*/ 11754285 w 12192001"/>
              <a:gd name="connsiteY951" fmla="*/ 218372 h 586467"/>
              <a:gd name="connsiteX952" fmla="*/ 11846181 w 12192001"/>
              <a:gd name="connsiteY952" fmla="*/ 218372 h 586467"/>
              <a:gd name="connsiteX953" fmla="*/ 11871620 w 12192001"/>
              <a:gd name="connsiteY953" fmla="*/ 130704 h 586467"/>
              <a:gd name="connsiteX954" fmla="*/ 11872127 w 12192001"/>
              <a:gd name="connsiteY954" fmla="*/ 129182 h 586467"/>
              <a:gd name="connsiteX955" fmla="*/ 11872572 w 12192001"/>
              <a:gd name="connsiteY955" fmla="*/ 130704 h 586467"/>
              <a:gd name="connsiteX956" fmla="*/ 11898010 w 12192001"/>
              <a:gd name="connsiteY956" fmla="*/ 218372 h 586467"/>
              <a:gd name="connsiteX957" fmla="*/ 11989902 w 12192001"/>
              <a:gd name="connsiteY957" fmla="*/ 218372 h 586467"/>
              <a:gd name="connsiteX958" fmla="*/ 11991762 w 12192001"/>
              <a:gd name="connsiteY958" fmla="*/ 216188 h 586467"/>
              <a:gd name="connsiteX959" fmla="*/ 11999696 w 12192001"/>
              <a:gd name="connsiteY959" fmla="*/ 206668 h 586467"/>
              <a:gd name="connsiteX960" fmla="*/ 12000526 w 12192001"/>
              <a:gd name="connsiteY960" fmla="*/ 218372 h 586467"/>
              <a:gd name="connsiteX961" fmla="*/ 12063384 w 12192001"/>
              <a:gd name="connsiteY961" fmla="*/ 218372 h 586467"/>
              <a:gd name="connsiteX962" fmla="*/ 12073195 w 12192001"/>
              <a:gd name="connsiteY962" fmla="*/ 194605 h 586467"/>
              <a:gd name="connsiteX963" fmla="*/ 12085440 w 12192001"/>
              <a:gd name="connsiteY963" fmla="*/ 163244 h 586467"/>
              <a:gd name="connsiteX964" fmla="*/ 12115142 w 12192001"/>
              <a:gd name="connsiteY964" fmla="*/ 76940 h 586467"/>
              <a:gd name="connsiteX965" fmla="*/ 12115079 w 12192001"/>
              <a:gd name="connsiteY965" fmla="*/ 166014 h 586467"/>
              <a:gd name="connsiteX966" fmla="*/ 12113644 w 12192001"/>
              <a:gd name="connsiteY966" fmla="*/ 198810 h 586467"/>
              <a:gd name="connsiteX967" fmla="*/ 12112375 w 12192001"/>
              <a:gd name="connsiteY967" fmla="*/ 218372 h 586467"/>
              <a:gd name="connsiteX968" fmla="*/ 12143208 w 12192001"/>
              <a:gd name="connsiteY968" fmla="*/ 218372 h 586467"/>
              <a:gd name="connsiteX969" fmla="*/ 12186225 w 12192001"/>
              <a:gd name="connsiteY969" fmla="*/ 90946 h 586467"/>
              <a:gd name="connsiteX970" fmla="*/ 12190350 w 12192001"/>
              <a:gd name="connsiteY970" fmla="*/ 218372 h 586467"/>
              <a:gd name="connsiteX971" fmla="*/ 12192000 w 12192001"/>
              <a:gd name="connsiteY971" fmla="*/ 218372 h 586467"/>
              <a:gd name="connsiteX972" fmla="*/ 12192000 w 12192001"/>
              <a:gd name="connsiteY972" fmla="*/ 269100 h 586467"/>
              <a:gd name="connsiteX973" fmla="*/ 12192001 w 12192001"/>
              <a:gd name="connsiteY973" fmla="*/ 269133 h 586467"/>
              <a:gd name="connsiteX974" fmla="*/ 12192000 w 12192001"/>
              <a:gd name="connsiteY974" fmla="*/ 269133 h 586467"/>
              <a:gd name="connsiteX975" fmla="*/ 12192000 w 12192001"/>
              <a:gd name="connsiteY975" fmla="*/ 586467 h 586467"/>
              <a:gd name="connsiteX976" fmla="*/ 0 w 12192001"/>
              <a:gd name="connsiteY976" fmla="*/ 586467 h 586467"/>
              <a:gd name="connsiteX977" fmla="*/ 0 w 12192001"/>
              <a:gd name="connsiteY977" fmla="*/ 218372 h 586467"/>
              <a:gd name="connsiteX978" fmla="*/ 6411 w 12192001"/>
              <a:gd name="connsiteY978" fmla="*/ 218372 h 586467"/>
              <a:gd name="connsiteX979" fmla="*/ 6411 w 12192001"/>
              <a:gd name="connsiteY979" fmla="*/ 173349 h 586467"/>
              <a:gd name="connsiteX980" fmla="*/ 10854 w 12192001"/>
              <a:gd name="connsiteY980" fmla="*/ 128402 h 586467"/>
              <a:gd name="connsiteX981" fmla="*/ 36978 w 12192001"/>
              <a:gd name="connsiteY981" fmla="*/ 218372 h 586467"/>
              <a:gd name="connsiteX982" fmla="*/ 112885 w 12192001"/>
              <a:gd name="connsiteY982" fmla="*/ 218372 h 586467"/>
              <a:gd name="connsiteX983" fmla="*/ 126293 w 12192001"/>
              <a:gd name="connsiteY983" fmla="*/ 176753 h 586467"/>
              <a:gd name="connsiteX984" fmla="*/ 132647 w 12192001"/>
              <a:gd name="connsiteY984" fmla="*/ 154075 h 586467"/>
              <a:gd name="connsiteX985" fmla="*/ 135630 w 12192001"/>
              <a:gd name="connsiteY985" fmla="*/ 177133 h 586467"/>
              <a:gd name="connsiteX986" fmla="*/ 139271 w 12192001"/>
              <a:gd name="connsiteY986" fmla="*/ 218372 h 586467"/>
              <a:gd name="connsiteX987" fmla="*/ 202325 w 12192001"/>
              <a:gd name="connsiteY987" fmla="*/ 218372 h 586467"/>
              <a:gd name="connsiteX988" fmla="*/ 212138 w 12192001"/>
              <a:gd name="connsiteY988" fmla="*/ 194605 h 586467"/>
              <a:gd name="connsiteX989" fmla="*/ 224356 w 12192001"/>
              <a:gd name="connsiteY989" fmla="*/ 163244 h 586467"/>
              <a:gd name="connsiteX990" fmla="*/ 254059 w 12192001"/>
              <a:gd name="connsiteY990" fmla="*/ 76940 h 586467"/>
              <a:gd name="connsiteX991" fmla="*/ 254059 w 12192001"/>
              <a:gd name="connsiteY991" fmla="*/ 166014 h 586467"/>
              <a:gd name="connsiteX992" fmla="*/ 252624 w 12192001"/>
              <a:gd name="connsiteY992" fmla="*/ 198810 h 586467"/>
              <a:gd name="connsiteX993" fmla="*/ 251355 w 12192001"/>
              <a:gd name="connsiteY993" fmla="*/ 218372 h 586467"/>
              <a:gd name="connsiteX994" fmla="*/ 282201 w 12192001"/>
              <a:gd name="connsiteY994" fmla="*/ 218372 h 586467"/>
              <a:gd name="connsiteX995" fmla="*/ 325269 w 12192001"/>
              <a:gd name="connsiteY995" fmla="*/ 90946 h 586467"/>
              <a:gd name="connsiteX996" fmla="*/ 329344 w 12192001"/>
              <a:gd name="connsiteY996" fmla="*/ 218372 h 586467"/>
              <a:gd name="connsiteX997" fmla="*/ 345697 w 12192001"/>
              <a:gd name="connsiteY997" fmla="*/ 218372 h 586467"/>
              <a:gd name="connsiteX998" fmla="*/ 346911 w 12192001"/>
              <a:gd name="connsiteY998" fmla="*/ 206239 h 586467"/>
              <a:gd name="connsiteX999" fmla="*/ 358589 w 12192001"/>
              <a:gd name="connsiteY999" fmla="*/ 128402 h 586467"/>
              <a:gd name="connsiteX1000" fmla="*/ 376804 w 12192001"/>
              <a:gd name="connsiteY1000" fmla="*/ 205264 h 586467"/>
              <a:gd name="connsiteX1001" fmla="*/ 380576 w 12192001"/>
              <a:gd name="connsiteY1001" fmla="*/ 218372 h 586467"/>
              <a:gd name="connsiteX1002" fmla="*/ 436656 w 12192001"/>
              <a:gd name="connsiteY1002" fmla="*/ 218372 h 586467"/>
              <a:gd name="connsiteX1003" fmla="*/ 438684 w 12192001"/>
              <a:gd name="connsiteY1003" fmla="*/ 209438 h 586467"/>
              <a:gd name="connsiteX1004" fmla="*/ 458296 w 12192001"/>
              <a:gd name="connsiteY1004" fmla="*/ 148730 h 586467"/>
              <a:gd name="connsiteX1005" fmla="*/ 486538 w 12192001"/>
              <a:gd name="connsiteY1005" fmla="*/ 90284 h 586467"/>
              <a:gd name="connsiteX1006" fmla="*/ 497582 w 12192001"/>
              <a:gd name="connsiteY1006" fmla="*/ 71595 h 586467"/>
              <a:gd name="connsiteX1007" fmla="*/ 501834 w 12192001"/>
              <a:gd name="connsiteY1007" fmla="*/ 64689 h 586467"/>
              <a:gd name="connsiteX1008" fmla="*/ 500057 w 12192001"/>
              <a:gd name="connsiteY1008" fmla="*/ 72102 h 586467"/>
              <a:gd name="connsiteX1009" fmla="*/ 495614 w 12192001"/>
              <a:gd name="connsiteY1009" fmla="*/ 91844 h 586467"/>
              <a:gd name="connsiteX1010" fmla="*/ 487871 w 12192001"/>
              <a:gd name="connsiteY1010" fmla="*/ 151851 h 586467"/>
              <a:gd name="connsiteX1011" fmla="*/ 489077 w 12192001"/>
              <a:gd name="connsiteY1011" fmla="*/ 211428 h 586467"/>
              <a:gd name="connsiteX1012" fmla="*/ 489871 w 12192001"/>
              <a:gd name="connsiteY1012" fmla="*/ 218372 h 586467"/>
              <a:gd name="connsiteX1013" fmla="*/ 548337 w 12192001"/>
              <a:gd name="connsiteY1013" fmla="*/ 218372 h 586467"/>
              <a:gd name="connsiteX1014" fmla="*/ 555447 w 12192001"/>
              <a:gd name="connsiteY1014" fmla="*/ 201907 h 586467"/>
              <a:gd name="connsiteX1015" fmla="*/ 567713 w 12192001"/>
              <a:gd name="connsiteY1015" fmla="*/ 170501 h 586467"/>
              <a:gd name="connsiteX1016" fmla="*/ 594623 w 12192001"/>
              <a:gd name="connsiteY1016" fmla="*/ 83495 h 586467"/>
              <a:gd name="connsiteX1017" fmla="*/ 597352 w 12192001"/>
              <a:gd name="connsiteY1017" fmla="*/ 173193 h 586467"/>
              <a:gd name="connsiteX1018" fmla="*/ 595830 w 12192001"/>
              <a:gd name="connsiteY1018" fmla="*/ 206300 h 586467"/>
              <a:gd name="connsiteX1019" fmla="*/ 594820 w 12192001"/>
              <a:gd name="connsiteY1019" fmla="*/ 218372 h 586467"/>
              <a:gd name="connsiteX1020" fmla="*/ 653324 w 12192001"/>
              <a:gd name="connsiteY1020" fmla="*/ 218372 h 586467"/>
              <a:gd name="connsiteX1021" fmla="*/ 653139 w 12192001"/>
              <a:gd name="connsiteY1021" fmla="*/ 215486 h 586467"/>
              <a:gd name="connsiteX1022" fmla="*/ 653710 w 12192001"/>
              <a:gd name="connsiteY1022" fmla="*/ 145335 h 586467"/>
              <a:gd name="connsiteX1023" fmla="*/ 662977 w 12192001"/>
              <a:gd name="connsiteY1023" fmla="*/ 76043 h 586467"/>
              <a:gd name="connsiteX1024" fmla="*/ 667864 w 12192001"/>
              <a:gd name="connsiteY1024" fmla="*/ 53452 h 586467"/>
              <a:gd name="connsiteX1025" fmla="*/ 669831 w 12192001"/>
              <a:gd name="connsiteY1025" fmla="*/ 44947 h 586467"/>
              <a:gd name="connsiteX1026" fmla="*/ 670402 w 12192001"/>
              <a:gd name="connsiteY1026" fmla="*/ 53569 h 586467"/>
              <a:gd name="connsiteX1027" fmla="*/ 672306 w 12192001"/>
              <a:gd name="connsiteY1027" fmla="*/ 76237 h 586467"/>
              <a:gd name="connsiteX1028" fmla="*/ 683603 w 12192001"/>
              <a:gd name="connsiteY1028" fmla="*/ 144282 h 586467"/>
              <a:gd name="connsiteX1029" fmla="*/ 703215 w 12192001"/>
              <a:gd name="connsiteY1029" fmla="*/ 210843 h 586467"/>
              <a:gd name="connsiteX1030" fmla="*/ 706046 w 12192001"/>
              <a:gd name="connsiteY1030" fmla="*/ 218372 h 586467"/>
              <a:gd name="connsiteX1031" fmla="*/ 748929 w 12192001"/>
              <a:gd name="connsiteY1031" fmla="*/ 218372 h 586467"/>
              <a:gd name="connsiteX1032" fmla="*/ 757606 w 12192001"/>
              <a:gd name="connsiteY1032" fmla="*/ 195393 h 586467"/>
              <a:gd name="connsiteX1033" fmla="*/ 792893 w 12192001"/>
              <a:gd name="connsiteY1033" fmla="*/ 128597 h 586467"/>
              <a:gd name="connsiteX1034" fmla="*/ 787181 w 12192001"/>
              <a:gd name="connsiteY1034" fmla="*/ 198436 h 586467"/>
              <a:gd name="connsiteX1035" fmla="*/ 788131 w 12192001"/>
              <a:gd name="connsiteY1035" fmla="*/ 218372 h 586467"/>
              <a:gd name="connsiteX1036" fmla="*/ 803813 w 12192001"/>
              <a:gd name="connsiteY1036" fmla="*/ 218372 h 586467"/>
              <a:gd name="connsiteX1037" fmla="*/ 805111 w 12192001"/>
              <a:gd name="connsiteY1037" fmla="*/ 212982 h 586467"/>
              <a:gd name="connsiteX1038" fmla="*/ 823104 w 12192001"/>
              <a:gd name="connsiteY1038" fmla="*/ 130002 h 586467"/>
              <a:gd name="connsiteX1039" fmla="*/ 838526 w 12192001"/>
              <a:gd name="connsiteY1039" fmla="*/ 38509 h 586467"/>
              <a:gd name="connsiteX1040" fmla="*/ 842398 w 12192001"/>
              <a:gd name="connsiteY1040" fmla="*/ 60046 h 586467"/>
              <a:gd name="connsiteX1041" fmla="*/ 836686 w 12192001"/>
              <a:gd name="connsiteY1041" fmla="*/ 25985 h 586467"/>
              <a:gd name="connsiteX1042" fmla="*/ 880859 w 12192001"/>
              <a:gd name="connsiteY1042" fmla="*/ 124188 h 586467"/>
              <a:gd name="connsiteX1043" fmla="*/ 914613 w 12192001"/>
              <a:gd name="connsiteY1043" fmla="*/ 215700 h 586467"/>
              <a:gd name="connsiteX1044" fmla="*/ 915495 w 12192001"/>
              <a:gd name="connsiteY1044" fmla="*/ 218372 h 586467"/>
              <a:gd name="connsiteX1045" fmla="*/ 944266 w 12192001"/>
              <a:gd name="connsiteY1045" fmla="*/ 218372 h 586467"/>
              <a:gd name="connsiteX1046" fmla="*/ 945333 w 12192001"/>
              <a:gd name="connsiteY1046" fmla="*/ 193476 h 586467"/>
              <a:gd name="connsiteX1047" fmla="*/ 952195 w 12192001"/>
              <a:gd name="connsiteY1047" fmla="*/ 114161 h 586467"/>
              <a:gd name="connsiteX1048" fmla="*/ 971807 w 12192001"/>
              <a:gd name="connsiteY1048" fmla="*/ 0 h 58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</a:cxnLst>
            <a:rect l="l" t="t" r="r" b="b"/>
            <a:pathLst>
              <a:path w="12192001" h="586467">
                <a:moveTo>
                  <a:pt x="971807" y="0"/>
                </a:moveTo>
                <a:cubicBezTo>
                  <a:pt x="971807" y="0"/>
                  <a:pt x="973838" y="57354"/>
                  <a:pt x="982152" y="114044"/>
                </a:cubicBezTo>
                <a:cubicBezTo>
                  <a:pt x="987911" y="156620"/>
                  <a:pt x="997099" y="198692"/>
                  <a:pt x="1001332" y="217067"/>
                </a:cubicBezTo>
                <a:lnTo>
                  <a:pt x="1001641" y="218372"/>
                </a:lnTo>
                <a:lnTo>
                  <a:pt x="1041475" y="218372"/>
                </a:lnTo>
                <a:lnTo>
                  <a:pt x="1042572" y="213925"/>
                </a:lnTo>
                <a:cubicBezTo>
                  <a:pt x="1043715" y="208697"/>
                  <a:pt x="1046000" y="201206"/>
                  <a:pt x="1047650" y="192155"/>
                </a:cubicBezTo>
                <a:cubicBezTo>
                  <a:pt x="1051521" y="174051"/>
                  <a:pt x="1054948" y="149705"/>
                  <a:pt x="1056789" y="125086"/>
                </a:cubicBezTo>
                <a:cubicBezTo>
                  <a:pt x="1058058" y="100506"/>
                  <a:pt x="1057741" y="75730"/>
                  <a:pt x="1056027" y="57120"/>
                </a:cubicBezTo>
                <a:cubicBezTo>
                  <a:pt x="1055583" y="47756"/>
                  <a:pt x="1054187" y="40070"/>
                  <a:pt x="1053616" y="34607"/>
                </a:cubicBezTo>
                <a:cubicBezTo>
                  <a:pt x="1052981" y="29145"/>
                  <a:pt x="1052600" y="26024"/>
                  <a:pt x="1052600" y="26024"/>
                </a:cubicBezTo>
                <a:cubicBezTo>
                  <a:pt x="1052600" y="26024"/>
                  <a:pt x="1053869" y="29028"/>
                  <a:pt x="1056154" y="34256"/>
                </a:cubicBezTo>
                <a:cubicBezTo>
                  <a:pt x="1058312" y="39524"/>
                  <a:pt x="1061993" y="46975"/>
                  <a:pt x="1065294" y="56105"/>
                </a:cubicBezTo>
                <a:cubicBezTo>
                  <a:pt x="1072529" y="74248"/>
                  <a:pt x="1080399" y="98867"/>
                  <a:pt x="1086618" y="123837"/>
                </a:cubicBezTo>
                <a:cubicBezTo>
                  <a:pt x="1092394" y="148846"/>
                  <a:pt x="1096456" y="174246"/>
                  <a:pt x="1098106" y="193364"/>
                </a:cubicBezTo>
                <a:cubicBezTo>
                  <a:pt x="1099248" y="202962"/>
                  <a:pt x="1099248" y="210921"/>
                  <a:pt x="1099693" y="216539"/>
                </a:cubicBezTo>
                <a:lnTo>
                  <a:pt x="1099798" y="218372"/>
                </a:lnTo>
                <a:lnTo>
                  <a:pt x="1115028" y="218372"/>
                </a:lnTo>
                <a:lnTo>
                  <a:pt x="1117400" y="211546"/>
                </a:lnTo>
                <a:cubicBezTo>
                  <a:pt x="1124127" y="195159"/>
                  <a:pt x="1131997" y="179123"/>
                  <a:pt x="1138471" y="167301"/>
                </a:cubicBezTo>
                <a:cubicBezTo>
                  <a:pt x="1144881" y="155440"/>
                  <a:pt x="1149641" y="147754"/>
                  <a:pt x="1149641" y="147754"/>
                </a:cubicBezTo>
                <a:cubicBezTo>
                  <a:pt x="1149641" y="147754"/>
                  <a:pt x="1145072" y="181191"/>
                  <a:pt x="1147102" y="214081"/>
                </a:cubicBezTo>
                <a:lnTo>
                  <a:pt x="1147558" y="218372"/>
                </a:lnTo>
                <a:lnTo>
                  <a:pt x="1166585" y="218372"/>
                </a:lnTo>
                <a:lnTo>
                  <a:pt x="1203461" y="44869"/>
                </a:lnTo>
                <a:lnTo>
                  <a:pt x="1218249" y="207175"/>
                </a:lnTo>
                <a:cubicBezTo>
                  <a:pt x="1220280" y="200348"/>
                  <a:pt x="1222501" y="193325"/>
                  <a:pt x="1224849" y="186302"/>
                </a:cubicBezTo>
                <a:cubicBezTo>
                  <a:pt x="1237352" y="147325"/>
                  <a:pt x="1252965" y="109128"/>
                  <a:pt x="1252965" y="109128"/>
                </a:cubicBezTo>
                <a:cubicBezTo>
                  <a:pt x="1252965" y="109128"/>
                  <a:pt x="1252140" y="148808"/>
                  <a:pt x="1254615" y="188136"/>
                </a:cubicBezTo>
                <a:lnTo>
                  <a:pt x="1257131" y="218372"/>
                </a:lnTo>
                <a:lnTo>
                  <a:pt x="1292608" y="218372"/>
                </a:lnTo>
                <a:lnTo>
                  <a:pt x="1293061" y="217027"/>
                </a:lnTo>
                <a:cubicBezTo>
                  <a:pt x="1297488" y="203254"/>
                  <a:pt x="1302914" y="184780"/>
                  <a:pt x="1306912" y="165974"/>
                </a:cubicBezTo>
                <a:cubicBezTo>
                  <a:pt x="1315226" y="128441"/>
                  <a:pt x="1317702" y="89932"/>
                  <a:pt x="1317702" y="89932"/>
                </a:cubicBezTo>
                <a:cubicBezTo>
                  <a:pt x="1317702" y="89932"/>
                  <a:pt x="1330205" y="127466"/>
                  <a:pt x="1336805" y="166209"/>
                </a:cubicBezTo>
                <a:cubicBezTo>
                  <a:pt x="1339693" y="182166"/>
                  <a:pt x="1341550" y="198261"/>
                  <a:pt x="1342732" y="211663"/>
                </a:cubicBezTo>
                <a:lnTo>
                  <a:pt x="1343228" y="218372"/>
                </a:lnTo>
                <a:lnTo>
                  <a:pt x="1345931" y="218372"/>
                </a:lnTo>
                <a:lnTo>
                  <a:pt x="1346080" y="216393"/>
                </a:lnTo>
                <a:cubicBezTo>
                  <a:pt x="1346437" y="212706"/>
                  <a:pt x="1346706" y="210609"/>
                  <a:pt x="1346706" y="210609"/>
                </a:cubicBezTo>
                <a:cubicBezTo>
                  <a:pt x="1346706" y="210609"/>
                  <a:pt x="1350704" y="176860"/>
                  <a:pt x="1362763" y="144945"/>
                </a:cubicBezTo>
                <a:cubicBezTo>
                  <a:pt x="1368856" y="128948"/>
                  <a:pt x="1376091" y="113420"/>
                  <a:pt x="1382501" y="102067"/>
                </a:cubicBezTo>
                <a:cubicBezTo>
                  <a:pt x="1388848" y="90713"/>
                  <a:pt x="1393545" y="83378"/>
                  <a:pt x="1393545" y="83378"/>
                </a:cubicBezTo>
                <a:cubicBezTo>
                  <a:pt x="1393545" y="83378"/>
                  <a:pt x="1388975" y="115527"/>
                  <a:pt x="1392593" y="146779"/>
                </a:cubicBezTo>
                <a:cubicBezTo>
                  <a:pt x="1394433" y="162424"/>
                  <a:pt x="1397416" y="177797"/>
                  <a:pt x="1400653" y="189150"/>
                </a:cubicBezTo>
                <a:cubicBezTo>
                  <a:pt x="1403826" y="200504"/>
                  <a:pt x="1406428" y="207917"/>
                  <a:pt x="1406428" y="207917"/>
                </a:cubicBezTo>
                <a:cubicBezTo>
                  <a:pt x="1406428" y="207917"/>
                  <a:pt x="1407027" y="209660"/>
                  <a:pt x="1408177" y="212690"/>
                </a:cubicBezTo>
                <a:lnTo>
                  <a:pt x="1410474" y="218372"/>
                </a:lnTo>
                <a:lnTo>
                  <a:pt x="1451672" y="218372"/>
                </a:lnTo>
                <a:lnTo>
                  <a:pt x="1452315" y="216813"/>
                </a:lnTo>
                <a:cubicBezTo>
                  <a:pt x="1452315" y="216813"/>
                  <a:pt x="1463676" y="188955"/>
                  <a:pt x="1472751" y="160356"/>
                </a:cubicBezTo>
                <a:cubicBezTo>
                  <a:pt x="1481954" y="131874"/>
                  <a:pt x="1488682" y="102730"/>
                  <a:pt x="1488682" y="102730"/>
                </a:cubicBezTo>
                <a:cubicBezTo>
                  <a:pt x="1488682" y="102730"/>
                  <a:pt x="1496932" y="131641"/>
                  <a:pt x="1502644" y="161176"/>
                </a:cubicBezTo>
                <a:cubicBezTo>
                  <a:pt x="1507072" y="183269"/>
                  <a:pt x="1510035" y="205647"/>
                  <a:pt x="1511239" y="215455"/>
                </a:cubicBezTo>
                <a:lnTo>
                  <a:pt x="1511584" y="218372"/>
                </a:lnTo>
                <a:lnTo>
                  <a:pt x="1514931" y="218372"/>
                </a:lnTo>
                <a:lnTo>
                  <a:pt x="1517075" y="213428"/>
                </a:lnTo>
                <a:cubicBezTo>
                  <a:pt x="1518178" y="210814"/>
                  <a:pt x="1518765" y="209361"/>
                  <a:pt x="1518765" y="209361"/>
                </a:cubicBezTo>
                <a:cubicBezTo>
                  <a:pt x="1518765" y="209361"/>
                  <a:pt x="1535266" y="169681"/>
                  <a:pt x="1545421" y="128441"/>
                </a:cubicBezTo>
                <a:cubicBezTo>
                  <a:pt x="1555893" y="87358"/>
                  <a:pt x="1559701" y="45064"/>
                  <a:pt x="1559701" y="45064"/>
                </a:cubicBezTo>
                <a:cubicBezTo>
                  <a:pt x="1559701" y="45064"/>
                  <a:pt x="1570871" y="86655"/>
                  <a:pt x="1575314" y="129417"/>
                </a:cubicBezTo>
                <a:cubicBezTo>
                  <a:pt x="1580137" y="172061"/>
                  <a:pt x="1577980" y="215408"/>
                  <a:pt x="1577980" y="215408"/>
                </a:cubicBezTo>
                <a:lnTo>
                  <a:pt x="1577828" y="218372"/>
                </a:lnTo>
                <a:lnTo>
                  <a:pt x="1579032" y="218372"/>
                </a:lnTo>
                <a:lnTo>
                  <a:pt x="1586215" y="196071"/>
                </a:lnTo>
                <a:cubicBezTo>
                  <a:pt x="1589642" y="185854"/>
                  <a:pt x="1593561" y="174675"/>
                  <a:pt x="1597781" y="163555"/>
                </a:cubicBezTo>
                <a:cubicBezTo>
                  <a:pt x="1611807" y="126218"/>
                  <a:pt x="1629007" y="89854"/>
                  <a:pt x="1629007" y="89854"/>
                </a:cubicBezTo>
                <a:cubicBezTo>
                  <a:pt x="1629007" y="89854"/>
                  <a:pt x="1626532" y="128090"/>
                  <a:pt x="1627547" y="166014"/>
                </a:cubicBezTo>
                <a:cubicBezTo>
                  <a:pt x="1627928" y="184995"/>
                  <a:pt x="1629150" y="203869"/>
                  <a:pt x="1630276" y="217998"/>
                </a:cubicBezTo>
                <a:lnTo>
                  <a:pt x="1630309" y="218372"/>
                </a:lnTo>
                <a:lnTo>
                  <a:pt x="1679389" y="218372"/>
                </a:lnTo>
                <a:lnTo>
                  <a:pt x="1681147" y="212027"/>
                </a:lnTo>
                <a:cubicBezTo>
                  <a:pt x="1682367" y="207407"/>
                  <a:pt x="1683017" y="204757"/>
                  <a:pt x="1683017" y="204757"/>
                </a:cubicBezTo>
                <a:cubicBezTo>
                  <a:pt x="1683017" y="204757"/>
                  <a:pt x="1693680" y="162424"/>
                  <a:pt x="1698884" y="119117"/>
                </a:cubicBezTo>
                <a:cubicBezTo>
                  <a:pt x="1704342" y="76901"/>
                  <a:pt x="1704406" y="34062"/>
                  <a:pt x="1704406" y="32188"/>
                </a:cubicBezTo>
                <a:cubicBezTo>
                  <a:pt x="1705167" y="34256"/>
                  <a:pt x="1719574" y="75770"/>
                  <a:pt x="1728777" y="118453"/>
                </a:cubicBezTo>
                <a:cubicBezTo>
                  <a:pt x="1738614" y="162151"/>
                  <a:pt x="1742740" y="206708"/>
                  <a:pt x="1742740" y="206708"/>
                </a:cubicBezTo>
                <a:cubicBezTo>
                  <a:pt x="1742740" y="206708"/>
                  <a:pt x="1742903" y="208288"/>
                  <a:pt x="1743158" y="211154"/>
                </a:cubicBezTo>
                <a:lnTo>
                  <a:pt x="1743734" y="218372"/>
                </a:lnTo>
                <a:lnTo>
                  <a:pt x="1760697" y="218372"/>
                </a:lnTo>
                <a:lnTo>
                  <a:pt x="1772760" y="175182"/>
                </a:lnTo>
                <a:cubicBezTo>
                  <a:pt x="1782470" y="136127"/>
                  <a:pt x="1788119" y="96331"/>
                  <a:pt x="1788119" y="96331"/>
                </a:cubicBezTo>
                <a:cubicBezTo>
                  <a:pt x="1788119" y="96331"/>
                  <a:pt x="1797448" y="135776"/>
                  <a:pt x="1802652" y="175923"/>
                </a:cubicBezTo>
                <a:cubicBezTo>
                  <a:pt x="1804033" y="185951"/>
                  <a:pt x="1805155" y="196012"/>
                  <a:pt x="1806063" y="205464"/>
                </a:cubicBezTo>
                <a:lnTo>
                  <a:pt x="1807120" y="218372"/>
                </a:lnTo>
                <a:lnTo>
                  <a:pt x="1833582" y="218372"/>
                </a:lnTo>
                <a:lnTo>
                  <a:pt x="1840098" y="206122"/>
                </a:lnTo>
                <a:cubicBezTo>
                  <a:pt x="1847714" y="192193"/>
                  <a:pt x="1859265" y="174051"/>
                  <a:pt x="1871895" y="156454"/>
                </a:cubicBezTo>
                <a:cubicBezTo>
                  <a:pt x="1884906" y="138975"/>
                  <a:pt x="1898932" y="122043"/>
                  <a:pt x="1910419" y="109830"/>
                </a:cubicBezTo>
                <a:cubicBezTo>
                  <a:pt x="1920955" y="98438"/>
                  <a:pt x="1928698" y="90830"/>
                  <a:pt x="1929777" y="89815"/>
                </a:cubicBezTo>
                <a:cubicBezTo>
                  <a:pt x="1928634" y="91961"/>
                  <a:pt x="1910356" y="127193"/>
                  <a:pt x="1900138" y="163088"/>
                </a:cubicBezTo>
                <a:cubicBezTo>
                  <a:pt x="1894997" y="181659"/>
                  <a:pt x="1891062" y="200192"/>
                  <a:pt x="1889221" y="214121"/>
                </a:cubicBezTo>
                <a:lnTo>
                  <a:pt x="1888711" y="218372"/>
                </a:lnTo>
                <a:lnTo>
                  <a:pt x="1909838" y="218372"/>
                </a:lnTo>
                <a:lnTo>
                  <a:pt x="1959225" y="141356"/>
                </a:lnTo>
                <a:lnTo>
                  <a:pt x="1948856" y="218372"/>
                </a:lnTo>
                <a:lnTo>
                  <a:pt x="1969879" y="218372"/>
                </a:lnTo>
                <a:lnTo>
                  <a:pt x="1973188" y="199763"/>
                </a:lnTo>
                <a:cubicBezTo>
                  <a:pt x="1975663" y="181971"/>
                  <a:pt x="1978392" y="158093"/>
                  <a:pt x="1977821" y="134099"/>
                </a:cubicBezTo>
                <a:cubicBezTo>
                  <a:pt x="1977060" y="110221"/>
                  <a:pt x="1974394" y="85992"/>
                  <a:pt x="1968999" y="68240"/>
                </a:cubicBezTo>
                <a:cubicBezTo>
                  <a:pt x="1967159" y="59149"/>
                  <a:pt x="1963859" y="51930"/>
                  <a:pt x="1962145" y="46703"/>
                </a:cubicBezTo>
                <a:cubicBezTo>
                  <a:pt x="1960558" y="42137"/>
                  <a:pt x="1959479" y="39289"/>
                  <a:pt x="1959289" y="38665"/>
                </a:cubicBezTo>
                <a:cubicBezTo>
                  <a:pt x="1959797" y="39329"/>
                  <a:pt x="1961574" y="41943"/>
                  <a:pt x="1964557" y="46078"/>
                </a:cubicBezTo>
                <a:cubicBezTo>
                  <a:pt x="1967794" y="50955"/>
                  <a:pt x="1973379" y="57744"/>
                  <a:pt x="1977948" y="66445"/>
                </a:cubicBezTo>
                <a:cubicBezTo>
                  <a:pt x="1988864" y="83456"/>
                  <a:pt x="1999146" y="107334"/>
                  <a:pt x="2007524" y="131680"/>
                </a:cubicBezTo>
                <a:cubicBezTo>
                  <a:pt x="2012093" y="145179"/>
                  <a:pt x="2015584" y="158757"/>
                  <a:pt x="2018313" y="171437"/>
                </a:cubicBezTo>
                <a:cubicBezTo>
                  <a:pt x="2018884" y="168082"/>
                  <a:pt x="2019456" y="164726"/>
                  <a:pt x="2020154" y="161332"/>
                </a:cubicBezTo>
                <a:cubicBezTo>
                  <a:pt x="2025104" y="138741"/>
                  <a:pt x="2031705" y="116502"/>
                  <a:pt x="2037988" y="100155"/>
                </a:cubicBezTo>
                <a:cubicBezTo>
                  <a:pt x="2040781" y="91922"/>
                  <a:pt x="2044081" y="85211"/>
                  <a:pt x="2045921" y="80452"/>
                </a:cubicBezTo>
                <a:cubicBezTo>
                  <a:pt x="2047952" y="75730"/>
                  <a:pt x="2049095" y="73038"/>
                  <a:pt x="2049095" y="73038"/>
                </a:cubicBezTo>
                <a:cubicBezTo>
                  <a:pt x="2049095" y="73038"/>
                  <a:pt x="2048841" y="75848"/>
                  <a:pt x="2048460" y="80764"/>
                </a:cubicBezTo>
                <a:cubicBezTo>
                  <a:pt x="2048270" y="85679"/>
                  <a:pt x="2047254" y="92625"/>
                  <a:pt x="2047254" y="101013"/>
                </a:cubicBezTo>
                <a:cubicBezTo>
                  <a:pt x="2046556" y="117751"/>
                  <a:pt x="2047508" y="139990"/>
                  <a:pt x="2050047" y="161956"/>
                </a:cubicBezTo>
                <a:cubicBezTo>
                  <a:pt x="2051570" y="172959"/>
                  <a:pt x="2053474" y="183873"/>
                  <a:pt x="2055585" y="194042"/>
                </a:cubicBezTo>
                <a:lnTo>
                  <a:pt x="2061555" y="218372"/>
                </a:lnTo>
                <a:lnTo>
                  <a:pt x="2097672" y="218372"/>
                </a:lnTo>
                <a:lnTo>
                  <a:pt x="2087302" y="141356"/>
                </a:lnTo>
                <a:lnTo>
                  <a:pt x="2136689" y="218372"/>
                </a:lnTo>
                <a:lnTo>
                  <a:pt x="2157816" y="218372"/>
                </a:lnTo>
                <a:lnTo>
                  <a:pt x="2157306" y="214121"/>
                </a:lnTo>
                <a:cubicBezTo>
                  <a:pt x="2155465" y="200192"/>
                  <a:pt x="2151530" y="181659"/>
                  <a:pt x="2146390" y="163088"/>
                </a:cubicBezTo>
                <a:cubicBezTo>
                  <a:pt x="2136171" y="127193"/>
                  <a:pt x="2117893" y="91961"/>
                  <a:pt x="2116751" y="89815"/>
                </a:cubicBezTo>
                <a:cubicBezTo>
                  <a:pt x="2117829" y="90830"/>
                  <a:pt x="2125572" y="98438"/>
                  <a:pt x="2136108" y="109830"/>
                </a:cubicBezTo>
                <a:cubicBezTo>
                  <a:pt x="2147595" y="122043"/>
                  <a:pt x="2161685" y="138975"/>
                  <a:pt x="2174632" y="156454"/>
                </a:cubicBezTo>
                <a:cubicBezTo>
                  <a:pt x="2187262" y="174051"/>
                  <a:pt x="2198813" y="192193"/>
                  <a:pt x="2206429" y="206122"/>
                </a:cubicBezTo>
                <a:lnTo>
                  <a:pt x="2212945" y="218372"/>
                </a:lnTo>
                <a:lnTo>
                  <a:pt x="2239408" y="218372"/>
                </a:lnTo>
                <a:lnTo>
                  <a:pt x="2240465" y="205464"/>
                </a:lnTo>
                <a:cubicBezTo>
                  <a:pt x="2241372" y="196012"/>
                  <a:pt x="2242495" y="185951"/>
                  <a:pt x="2243875" y="175923"/>
                </a:cubicBezTo>
                <a:cubicBezTo>
                  <a:pt x="2249079" y="135776"/>
                  <a:pt x="2258409" y="96331"/>
                  <a:pt x="2258409" y="96331"/>
                </a:cubicBezTo>
                <a:cubicBezTo>
                  <a:pt x="2258409" y="96331"/>
                  <a:pt x="2264057" y="136127"/>
                  <a:pt x="2273768" y="175182"/>
                </a:cubicBezTo>
                <a:lnTo>
                  <a:pt x="2285830" y="218372"/>
                </a:lnTo>
                <a:lnTo>
                  <a:pt x="2302794" y="218372"/>
                </a:lnTo>
                <a:lnTo>
                  <a:pt x="2303371" y="211154"/>
                </a:lnTo>
                <a:cubicBezTo>
                  <a:pt x="2303626" y="208288"/>
                  <a:pt x="2303788" y="206708"/>
                  <a:pt x="2303788" y="206708"/>
                </a:cubicBezTo>
                <a:cubicBezTo>
                  <a:pt x="2303788" y="206708"/>
                  <a:pt x="2307913" y="162151"/>
                  <a:pt x="2317750" y="118453"/>
                </a:cubicBezTo>
                <a:cubicBezTo>
                  <a:pt x="2326953" y="75770"/>
                  <a:pt x="2341360" y="34256"/>
                  <a:pt x="2342122" y="32188"/>
                </a:cubicBezTo>
                <a:cubicBezTo>
                  <a:pt x="2342122" y="34062"/>
                  <a:pt x="2342122" y="76901"/>
                  <a:pt x="2347643" y="119117"/>
                </a:cubicBezTo>
                <a:cubicBezTo>
                  <a:pt x="2352847" y="162424"/>
                  <a:pt x="2363573" y="204757"/>
                  <a:pt x="2363573" y="204757"/>
                </a:cubicBezTo>
                <a:cubicBezTo>
                  <a:pt x="2363573" y="204757"/>
                  <a:pt x="2364220" y="207407"/>
                  <a:pt x="2365434" y="212027"/>
                </a:cubicBezTo>
                <a:lnTo>
                  <a:pt x="2367185" y="218372"/>
                </a:lnTo>
                <a:lnTo>
                  <a:pt x="2416218" y="218372"/>
                </a:lnTo>
                <a:lnTo>
                  <a:pt x="2416251" y="217998"/>
                </a:lnTo>
                <a:cubicBezTo>
                  <a:pt x="2417378" y="203869"/>
                  <a:pt x="2418600" y="184995"/>
                  <a:pt x="2418980" y="166014"/>
                </a:cubicBezTo>
                <a:cubicBezTo>
                  <a:pt x="2419996" y="128090"/>
                  <a:pt x="2417520" y="89854"/>
                  <a:pt x="2417520" y="89854"/>
                </a:cubicBezTo>
                <a:cubicBezTo>
                  <a:pt x="2417520" y="89854"/>
                  <a:pt x="2434720" y="126218"/>
                  <a:pt x="2448746" y="163555"/>
                </a:cubicBezTo>
                <a:cubicBezTo>
                  <a:pt x="2452967" y="174675"/>
                  <a:pt x="2456886" y="185854"/>
                  <a:pt x="2460313" y="196071"/>
                </a:cubicBezTo>
                <a:lnTo>
                  <a:pt x="2467496" y="218372"/>
                </a:lnTo>
                <a:lnTo>
                  <a:pt x="2468701" y="218372"/>
                </a:lnTo>
                <a:lnTo>
                  <a:pt x="2468548" y="215408"/>
                </a:lnTo>
                <a:cubicBezTo>
                  <a:pt x="2468548" y="215408"/>
                  <a:pt x="2466390" y="172061"/>
                  <a:pt x="2471213" y="129417"/>
                </a:cubicBezTo>
                <a:cubicBezTo>
                  <a:pt x="2475656" y="86655"/>
                  <a:pt x="2486826" y="45064"/>
                  <a:pt x="2486826" y="45064"/>
                </a:cubicBezTo>
                <a:cubicBezTo>
                  <a:pt x="2486826" y="45064"/>
                  <a:pt x="2490634" y="87358"/>
                  <a:pt x="2501106" y="128441"/>
                </a:cubicBezTo>
                <a:cubicBezTo>
                  <a:pt x="2511261" y="169681"/>
                  <a:pt x="2527762" y="209361"/>
                  <a:pt x="2527762" y="209361"/>
                </a:cubicBezTo>
                <a:cubicBezTo>
                  <a:pt x="2527762" y="209361"/>
                  <a:pt x="2528350" y="210814"/>
                  <a:pt x="2529452" y="213428"/>
                </a:cubicBezTo>
                <a:lnTo>
                  <a:pt x="2531596" y="218372"/>
                </a:lnTo>
                <a:lnTo>
                  <a:pt x="2534943" y="218372"/>
                </a:lnTo>
                <a:lnTo>
                  <a:pt x="2535288" y="215455"/>
                </a:lnTo>
                <a:cubicBezTo>
                  <a:pt x="2536493" y="205647"/>
                  <a:pt x="2539457" y="183269"/>
                  <a:pt x="2543883" y="161176"/>
                </a:cubicBezTo>
                <a:cubicBezTo>
                  <a:pt x="2549595" y="131641"/>
                  <a:pt x="2557846" y="102730"/>
                  <a:pt x="2557846" y="102730"/>
                </a:cubicBezTo>
                <a:cubicBezTo>
                  <a:pt x="2557846" y="102730"/>
                  <a:pt x="2564573" y="131874"/>
                  <a:pt x="2573776" y="160356"/>
                </a:cubicBezTo>
                <a:cubicBezTo>
                  <a:pt x="2582852" y="188955"/>
                  <a:pt x="2594276" y="216813"/>
                  <a:pt x="2594276" y="216813"/>
                </a:cubicBezTo>
                <a:lnTo>
                  <a:pt x="2594916" y="218372"/>
                </a:lnTo>
                <a:lnTo>
                  <a:pt x="2636053" y="218372"/>
                </a:lnTo>
                <a:lnTo>
                  <a:pt x="2638351" y="212690"/>
                </a:lnTo>
                <a:cubicBezTo>
                  <a:pt x="2639500" y="209660"/>
                  <a:pt x="2640099" y="207917"/>
                  <a:pt x="2640099" y="207917"/>
                </a:cubicBezTo>
                <a:cubicBezTo>
                  <a:pt x="2640099" y="207917"/>
                  <a:pt x="2642701" y="200504"/>
                  <a:pt x="2645874" y="189150"/>
                </a:cubicBezTo>
                <a:cubicBezTo>
                  <a:pt x="2649111" y="177797"/>
                  <a:pt x="2652094" y="162424"/>
                  <a:pt x="2653935" y="146779"/>
                </a:cubicBezTo>
                <a:cubicBezTo>
                  <a:pt x="2657552" y="115527"/>
                  <a:pt x="2652983" y="83378"/>
                  <a:pt x="2652983" y="83378"/>
                </a:cubicBezTo>
                <a:cubicBezTo>
                  <a:pt x="2652983" y="83378"/>
                  <a:pt x="2657679" y="90713"/>
                  <a:pt x="2664026" y="102067"/>
                </a:cubicBezTo>
                <a:cubicBezTo>
                  <a:pt x="2670436" y="113420"/>
                  <a:pt x="2677671" y="128948"/>
                  <a:pt x="2683764" y="144945"/>
                </a:cubicBezTo>
                <a:cubicBezTo>
                  <a:pt x="2695823" y="176860"/>
                  <a:pt x="2699821" y="210609"/>
                  <a:pt x="2699821" y="210609"/>
                </a:cubicBezTo>
                <a:cubicBezTo>
                  <a:pt x="2699821" y="210609"/>
                  <a:pt x="2700091" y="212706"/>
                  <a:pt x="2700448" y="216393"/>
                </a:cubicBezTo>
                <a:lnTo>
                  <a:pt x="2700597" y="218372"/>
                </a:lnTo>
                <a:lnTo>
                  <a:pt x="2703300" y="218372"/>
                </a:lnTo>
                <a:lnTo>
                  <a:pt x="2703796" y="211663"/>
                </a:lnTo>
                <a:cubicBezTo>
                  <a:pt x="2704978" y="198261"/>
                  <a:pt x="2706835" y="182166"/>
                  <a:pt x="2709722" y="166209"/>
                </a:cubicBezTo>
                <a:cubicBezTo>
                  <a:pt x="2716323" y="127466"/>
                  <a:pt x="2728826" y="89932"/>
                  <a:pt x="2728826" y="89932"/>
                </a:cubicBezTo>
                <a:cubicBezTo>
                  <a:pt x="2728826" y="89932"/>
                  <a:pt x="2731301" y="128441"/>
                  <a:pt x="2739615" y="165974"/>
                </a:cubicBezTo>
                <a:cubicBezTo>
                  <a:pt x="2743614" y="184780"/>
                  <a:pt x="2749040" y="203254"/>
                  <a:pt x="2753467" y="217027"/>
                </a:cubicBezTo>
                <a:lnTo>
                  <a:pt x="2753920" y="218372"/>
                </a:lnTo>
                <a:lnTo>
                  <a:pt x="2789410" y="218372"/>
                </a:lnTo>
                <a:lnTo>
                  <a:pt x="2791912" y="188136"/>
                </a:lnTo>
                <a:cubicBezTo>
                  <a:pt x="2794387" y="148808"/>
                  <a:pt x="2793625" y="109128"/>
                  <a:pt x="2793625" y="109128"/>
                </a:cubicBezTo>
                <a:cubicBezTo>
                  <a:pt x="2793625" y="109128"/>
                  <a:pt x="2809175" y="147325"/>
                  <a:pt x="2821678" y="186302"/>
                </a:cubicBezTo>
                <a:cubicBezTo>
                  <a:pt x="2824026" y="193325"/>
                  <a:pt x="2826247" y="200348"/>
                  <a:pt x="2828278" y="207175"/>
                </a:cubicBezTo>
                <a:lnTo>
                  <a:pt x="2843066" y="44869"/>
                </a:lnTo>
                <a:lnTo>
                  <a:pt x="2879943" y="218372"/>
                </a:lnTo>
                <a:lnTo>
                  <a:pt x="2898970" y="218372"/>
                </a:lnTo>
                <a:lnTo>
                  <a:pt x="2899425" y="214081"/>
                </a:lnTo>
                <a:cubicBezTo>
                  <a:pt x="2901456" y="181191"/>
                  <a:pt x="2896886" y="147754"/>
                  <a:pt x="2896886" y="147754"/>
                </a:cubicBezTo>
                <a:cubicBezTo>
                  <a:pt x="2896886" y="147754"/>
                  <a:pt x="2901646" y="155440"/>
                  <a:pt x="2908056" y="167301"/>
                </a:cubicBezTo>
                <a:cubicBezTo>
                  <a:pt x="2914530" y="179123"/>
                  <a:pt x="2922400" y="195159"/>
                  <a:pt x="2929127" y="211546"/>
                </a:cubicBezTo>
                <a:lnTo>
                  <a:pt x="2931509" y="218372"/>
                </a:lnTo>
                <a:lnTo>
                  <a:pt x="2946730" y="218372"/>
                </a:lnTo>
                <a:lnTo>
                  <a:pt x="2946835" y="216539"/>
                </a:lnTo>
                <a:cubicBezTo>
                  <a:pt x="2947279" y="210921"/>
                  <a:pt x="2947279" y="202962"/>
                  <a:pt x="2948421" y="193364"/>
                </a:cubicBezTo>
                <a:cubicBezTo>
                  <a:pt x="2950071" y="174246"/>
                  <a:pt x="2954197" y="148846"/>
                  <a:pt x="2959909" y="123837"/>
                </a:cubicBezTo>
                <a:cubicBezTo>
                  <a:pt x="2966129" y="98867"/>
                  <a:pt x="2973998" y="74248"/>
                  <a:pt x="2981234" y="56105"/>
                </a:cubicBezTo>
                <a:cubicBezTo>
                  <a:pt x="2984534" y="46975"/>
                  <a:pt x="2988215" y="39524"/>
                  <a:pt x="2990373" y="34256"/>
                </a:cubicBezTo>
                <a:cubicBezTo>
                  <a:pt x="2992658" y="29028"/>
                  <a:pt x="2993927" y="26024"/>
                  <a:pt x="2993927" y="26024"/>
                </a:cubicBezTo>
                <a:cubicBezTo>
                  <a:pt x="2993927" y="26024"/>
                  <a:pt x="2993546" y="29145"/>
                  <a:pt x="2992912" y="34607"/>
                </a:cubicBezTo>
                <a:cubicBezTo>
                  <a:pt x="2992404" y="40070"/>
                  <a:pt x="2990944" y="47756"/>
                  <a:pt x="2990500" y="57120"/>
                </a:cubicBezTo>
                <a:cubicBezTo>
                  <a:pt x="2988786" y="75730"/>
                  <a:pt x="2988469" y="100506"/>
                  <a:pt x="2989738" y="125086"/>
                </a:cubicBezTo>
                <a:cubicBezTo>
                  <a:pt x="2991579" y="149705"/>
                  <a:pt x="2995006" y="174051"/>
                  <a:pt x="2998941" y="192155"/>
                </a:cubicBezTo>
                <a:cubicBezTo>
                  <a:pt x="3000528" y="201206"/>
                  <a:pt x="3002812" y="208697"/>
                  <a:pt x="3003955" y="213925"/>
                </a:cubicBezTo>
                <a:lnTo>
                  <a:pt x="3005052" y="218372"/>
                </a:lnTo>
                <a:lnTo>
                  <a:pt x="3044889" y="218372"/>
                </a:lnTo>
                <a:lnTo>
                  <a:pt x="3045197" y="217067"/>
                </a:lnTo>
                <a:cubicBezTo>
                  <a:pt x="3049434" y="198692"/>
                  <a:pt x="3058632" y="156620"/>
                  <a:pt x="3064439" y="114044"/>
                </a:cubicBezTo>
                <a:cubicBezTo>
                  <a:pt x="3072690" y="57354"/>
                  <a:pt x="3074721" y="0"/>
                  <a:pt x="3074721" y="0"/>
                </a:cubicBezTo>
                <a:cubicBezTo>
                  <a:pt x="3074721" y="0"/>
                  <a:pt x="3087604" y="56652"/>
                  <a:pt x="3094332" y="114161"/>
                </a:cubicBezTo>
                <a:cubicBezTo>
                  <a:pt x="3097982" y="142897"/>
                  <a:pt x="3100060" y="171778"/>
                  <a:pt x="3101226" y="193476"/>
                </a:cubicBezTo>
                <a:lnTo>
                  <a:pt x="3102315" y="218372"/>
                </a:lnTo>
                <a:lnTo>
                  <a:pt x="3131032" y="218372"/>
                </a:lnTo>
                <a:lnTo>
                  <a:pt x="3131914" y="215700"/>
                </a:lnTo>
                <a:cubicBezTo>
                  <a:pt x="3137454" y="199143"/>
                  <a:pt x="3150437" y="161381"/>
                  <a:pt x="3165669" y="124188"/>
                </a:cubicBezTo>
                <a:cubicBezTo>
                  <a:pt x="3185026" y="76355"/>
                  <a:pt x="3208065" y="29574"/>
                  <a:pt x="3209778" y="26180"/>
                </a:cubicBezTo>
                <a:cubicBezTo>
                  <a:pt x="3209461" y="27936"/>
                  <a:pt x="3207113" y="41123"/>
                  <a:pt x="3204130" y="60007"/>
                </a:cubicBezTo>
                <a:cubicBezTo>
                  <a:pt x="3206415" y="46859"/>
                  <a:pt x="3208001" y="38509"/>
                  <a:pt x="3208001" y="38509"/>
                </a:cubicBezTo>
                <a:cubicBezTo>
                  <a:pt x="3208001" y="38509"/>
                  <a:pt x="3214538" y="84431"/>
                  <a:pt x="3223424" y="130002"/>
                </a:cubicBezTo>
                <a:cubicBezTo>
                  <a:pt x="3229993" y="164180"/>
                  <a:pt x="3237883" y="198138"/>
                  <a:pt x="3241417" y="212982"/>
                </a:cubicBezTo>
                <a:lnTo>
                  <a:pt x="3242716" y="218372"/>
                </a:lnTo>
                <a:lnTo>
                  <a:pt x="3258397" y="218372"/>
                </a:lnTo>
                <a:lnTo>
                  <a:pt x="3259346" y="198436"/>
                </a:lnTo>
                <a:cubicBezTo>
                  <a:pt x="3259536" y="163712"/>
                  <a:pt x="3253634" y="128597"/>
                  <a:pt x="3253634" y="128597"/>
                </a:cubicBezTo>
                <a:cubicBezTo>
                  <a:pt x="3253634" y="128597"/>
                  <a:pt x="3274007" y="161020"/>
                  <a:pt x="3288922" y="195393"/>
                </a:cubicBezTo>
                <a:lnTo>
                  <a:pt x="3297610" y="218372"/>
                </a:lnTo>
                <a:lnTo>
                  <a:pt x="3340482" y="218372"/>
                </a:lnTo>
                <a:lnTo>
                  <a:pt x="3343313" y="210843"/>
                </a:lnTo>
                <a:cubicBezTo>
                  <a:pt x="3349850" y="192935"/>
                  <a:pt x="3357085" y="168784"/>
                  <a:pt x="3362924" y="144282"/>
                </a:cubicBezTo>
                <a:cubicBezTo>
                  <a:pt x="3368382" y="119741"/>
                  <a:pt x="3372380" y="94965"/>
                  <a:pt x="3374221" y="76237"/>
                </a:cubicBezTo>
                <a:cubicBezTo>
                  <a:pt x="3375427" y="66874"/>
                  <a:pt x="3375617" y="59071"/>
                  <a:pt x="3376125" y="53569"/>
                </a:cubicBezTo>
                <a:cubicBezTo>
                  <a:pt x="3376506" y="48068"/>
                  <a:pt x="3376696" y="44947"/>
                  <a:pt x="3376696" y="44947"/>
                </a:cubicBezTo>
                <a:cubicBezTo>
                  <a:pt x="3376696" y="44947"/>
                  <a:pt x="3377458" y="48029"/>
                  <a:pt x="3378664" y="53452"/>
                </a:cubicBezTo>
                <a:cubicBezTo>
                  <a:pt x="3379806" y="58914"/>
                  <a:pt x="3381964" y="66679"/>
                  <a:pt x="3383551" y="76043"/>
                </a:cubicBezTo>
                <a:cubicBezTo>
                  <a:pt x="3387359" y="94770"/>
                  <a:pt x="3390786" y="119935"/>
                  <a:pt x="3392817" y="145335"/>
                </a:cubicBezTo>
                <a:cubicBezTo>
                  <a:pt x="3394404" y="170696"/>
                  <a:pt x="3394531" y="196290"/>
                  <a:pt x="3393388" y="215486"/>
                </a:cubicBezTo>
                <a:lnTo>
                  <a:pt x="3393203" y="218372"/>
                </a:lnTo>
                <a:lnTo>
                  <a:pt x="3451708" y="218372"/>
                </a:lnTo>
                <a:lnTo>
                  <a:pt x="3450698" y="206300"/>
                </a:lnTo>
                <a:cubicBezTo>
                  <a:pt x="3449981" y="195722"/>
                  <a:pt x="3449414" y="184449"/>
                  <a:pt x="3449176" y="173193"/>
                </a:cubicBezTo>
                <a:cubicBezTo>
                  <a:pt x="3447906" y="128090"/>
                  <a:pt x="3451905" y="83495"/>
                  <a:pt x="3451905" y="83495"/>
                </a:cubicBezTo>
                <a:cubicBezTo>
                  <a:pt x="3451905" y="83495"/>
                  <a:pt x="3462884" y="127583"/>
                  <a:pt x="3478815" y="170501"/>
                </a:cubicBezTo>
                <a:cubicBezTo>
                  <a:pt x="3482734" y="181269"/>
                  <a:pt x="3486955" y="191947"/>
                  <a:pt x="3491081" y="201907"/>
                </a:cubicBezTo>
                <a:lnTo>
                  <a:pt x="3498191" y="218372"/>
                </a:lnTo>
                <a:lnTo>
                  <a:pt x="3556656" y="218372"/>
                </a:lnTo>
                <a:lnTo>
                  <a:pt x="3557450" y="211428"/>
                </a:lnTo>
                <a:cubicBezTo>
                  <a:pt x="3559037" y="195276"/>
                  <a:pt x="3559545" y="173661"/>
                  <a:pt x="3558656" y="151851"/>
                </a:cubicBezTo>
                <a:cubicBezTo>
                  <a:pt x="3557260" y="130119"/>
                  <a:pt x="3554404" y="108231"/>
                  <a:pt x="3550913" y="91844"/>
                </a:cubicBezTo>
                <a:cubicBezTo>
                  <a:pt x="3549580" y="83612"/>
                  <a:pt x="3547486" y="76901"/>
                  <a:pt x="3546471" y="72102"/>
                </a:cubicBezTo>
                <a:cubicBezTo>
                  <a:pt x="3545455" y="67888"/>
                  <a:pt x="3544820" y="65274"/>
                  <a:pt x="3544693" y="64689"/>
                </a:cubicBezTo>
                <a:cubicBezTo>
                  <a:pt x="3545074" y="65235"/>
                  <a:pt x="3546534" y="67693"/>
                  <a:pt x="3548945" y="71595"/>
                </a:cubicBezTo>
                <a:cubicBezTo>
                  <a:pt x="3551548" y="76082"/>
                  <a:pt x="3555864" y="82441"/>
                  <a:pt x="3559989" y="90284"/>
                </a:cubicBezTo>
                <a:cubicBezTo>
                  <a:pt x="3568938" y="105812"/>
                  <a:pt x="3579283" y="127036"/>
                  <a:pt x="3588232" y="148730"/>
                </a:cubicBezTo>
                <a:cubicBezTo>
                  <a:pt x="3596673" y="170423"/>
                  <a:pt x="3603781" y="192622"/>
                  <a:pt x="3607843" y="209438"/>
                </a:cubicBezTo>
                <a:lnTo>
                  <a:pt x="3609872" y="218372"/>
                </a:lnTo>
                <a:lnTo>
                  <a:pt x="3665952" y="218372"/>
                </a:lnTo>
                <a:lnTo>
                  <a:pt x="3669723" y="205264"/>
                </a:lnTo>
                <a:cubicBezTo>
                  <a:pt x="3680005" y="167106"/>
                  <a:pt x="3687938" y="128402"/>
                  <a:pt x="3687938" y="128402"/>
                </a:cubicBezTo>
                <a:cubicBezTo>
                  <a:pt x="3687938" y="128402"/>
                  <a:pt x="3694983" y="167145"/>
                  <a:pt x="3699616" y="206239"/>
                </a:cubicBezTo>
                <a:lnTo>
                  <a:pt x="3700830" y="218372"/>
                </a:lnTo>
                <a:lnTo>
                  <a:pt x="3714682" y="218372"/>
                </a:lnTo>
                <a:lnTo>
                  <a:pt x="3714690" y="217583"/>
                </a:lnTo>
                <a:cubicBezTo>
                  <a:pt x="3714864" y="200650"/>
                  <a:pt x="3715102" y="178070"/>
                  <a:pt x="3715356" y="155479"/>
                </a:cubicBezTo>
                <a:cubicBezTo>
                  <a:pt x="3715039" y="110221"/>
                  <a:pt x="3714785" y="65001"/>
                  <a:pt x="3714785" y="65001"/>
                </a:cubicBezTo>
                <a:cubicBezTo>
                  <a:pt x="3714785" y="65001"/>
                  <a:pt x="3729953" y="109089"/>
                  <a:pt x="3745058" y="153177"/>
                </a:cubicBezTo>
                <a:cubicBezTo>
                  <a:pt x="3752262" y="175319"/>
                  <a:pt x="3759482" y="197451"/>
                  <a:pt x="3764900" y="214048"/>
                </a:cubicBezTo>
                <a:lnTo>
                  <a:pt x="3766313" y="218372"/>
                </a:lnTo>
                <a:lnTo>
                  <a:pt x="3795172" y="218372"/>
                </a:lnTo>
                <a:lnTo>
                  <a:pt x="3793903" y="198810"/>
                </a:lnTo>
                <a:cubicBezTo>
                  <a:pt x="3793317" y="188338"/>
                  <a:pt x="3792802" y="177172"/>
                  <a:pt x="3792468" y="166014"/>
                </a:cubicBezTo>
                <a:cubicBezTo>
                  <a:pt x="3790945" y="121379"/>
                  <a:pt x="3792405" y="76940"/>
                  <a:pt x="3792405" y="76940"/>
                </a:cubicBezTo>
                <a:cubicBezTo>
                  <a:pt x="3792405" y="76940"/>
                  <a:pt x="3805860" y="120443"/>
                  <a:pt x="3822107" y="163244"/>
                </a:cubicBezTo>
                <a:cubicBezTo>
                  <a:pt x="3826122" y="173963"/>
                  <a:pt x="3830306" y="184632"/>
                  <a:pt x="3834326" y="194605"/>
                </a:cubicBezTo>
                <a:lnTo>
                  <a:pt x="3844139" y="218372"/>
                </a:lnTo>
                <a:lnTo>
                  <a:pt x="3906964" y="218372"/>
                </a:lnTo>
                <a:lnTo>
                  <a:pt x="3907470" y="210570"/>
                </a:lnTo>
                <a:cubicBezTo>
                  <a:pt x="3909057" y="212443"/>
                  <a:pt x="3910580" y="214316"/>
                  <a:pt x="3912167" y="216188"/>
                </a:cubicBezTo>
                <a:lnTo>
                  <a:pt x="3914032" y="218372"/>
                </a:lnTo>
                <a:lnTo>
                  <a:pt x="4022706" y="218372"/>
                </a:lnTo>
                <a:lnTo>
                  <a:pt x="4029517" y="149315"/>
                </a:lnTo>
                <a:lnTo>
                  <a:pt x="4033642" y="135308"/>
                </a:lnTo>
                <a:lnTo>
                  <a:pt x="4037704" y="149315"/>
                </a:lnTo>
                <a:lnTo>
                  <a:pt x="4044548" y="218372"/>
                </a:lnTo>
                <a:lnTo>
                  <a:pt x="4153254" y="218372"/>
                </a:lnTo>
                <a:lnTo>
                  <a:pt x="4155118" y="216188"/>
                </a:lnTo>
                <a:cubicBezTo>
                  <a:pt x="4156641" y="214354"/>
                  <a:pt x="4158228" y="212482"/>
                  <a:pt x="4159751" y="210648"/>
                </a:cubicBezTo>
                <a:lnTo>
                  <a:pt x="4160283" y="218372"/>
                </a:lnTo>
                <a:lnTo>
                  <a:pt x="4223123" y="218372"/>
                </a:lnTo>
                <a:lnTo>
                  <a:pt x="4232934" y="194605"/>
                </a:lnTo>
                <a:cubicBezTo>
                  <a:pt x="4236956" y="184632"/>
                  <a:pt x="4241148" y="173963"/>
                  <a:pt x="4245178" y="163244"/>
                </a:cubicBezTo>
                <a:cubicBezTo>
                  <a:pt x="4261426" y="120443"/>
                  <a:pt x="4274881" y="76940"/>
                  <a:pt x="4274881" y="76940"/>
                </a:cubicBezTo>
                <a:cubicBezTo>
                  <a:pt x="4274881" y="76940"/>
                  <a:pt x="4276277" y="121379"/>
                  <a:pt x="4274817" y="166014"/>
                </a:cubicBezTo>
                <a:cubicBezTo>
                  <a:pt x="4274484" y="177172"/>
                  <a:pt x="4273969" y="188338"/>
                  <a:pt x="4273382" y="198810"/>
                </a:cubicBezTo>
                <a:lnTo>
                  <a:pt x="4272114" y="218372"/>
                </a:lnTo>
                <a:lnTo>
                  <a:pt x="4302946" y="218372"/>
                </a:lnTo>
                <a:lnTo>
                  <a:pt x="4345964" y="90946"/>
                </a:lnTo>
                <a:lnTo>
                  <a:pt x="4350088" y="218372"/>
                </a:lnTo>
                <a:lnTo>
                  <a:pt x="4366405" y="218372"/>
                </a:lnTo>
                <a:lnTo>
                  <a:pt x="4367606" y="206239"/>
                </a:lnTo>
                <a:cubicBezTo>
                  <a:pt x="4372303" y="167145"/>
                  <a:pt x="4379347" y="128402"/>
                  <a:pt x="4379347" y="128402"/>
                </a:cubicBezTo>
                <a:cubicBezTo>
                  <a:pt x="4379347" y="128402"/>
                  <a:pt x="4387282" y="167106"/>
                  <a:pt x="4397499" y="205264"/>
                </a:cubicBezTo>
                <a:lnTo>
                  <a:pt x="4401285" y="218372"/>
                </a:lnTo>
                <a:lnTo>
                  <a:pt x="4457415" y="218372"/>
                </a:lnTo>
                <a:lnTo>
                  <a:pt x="4459442" y="209438"/>
                </a:lnTo>
                <a:cubicBezTo>
                  <a:pt x="4463505" y="192622"/>
                  <a:pt x="4470550" y="170423"/>
                  <a:pt x="4479054" y="148730"/>
                </a:cubicBezTo>
                <a:cubicBezTo>
                  <a:pt x="4488003" y="127036"/>
                  <a:pt x="4498349" y="105812"/>
                  <a:pt x="4507296" y="90284"/>
                </a:cubicBezTo>
                <a:cubicBezTo>
                  <a:pt x="4511422" y="82441"/>
                  <a:pt x="4515738" y="76082"/>
                  <a:pt x="4518340" y="71595"/>
                </a:cubicBezTo>
                <a:cubicBezTo>
                  <a:pt x="4520751" y="67693"/>
                  <a:pt x="4522212" y="65235"/>
                  <a:pt x="4522592" y="64689"/>
                </a:cubicBezTo>
                <a:cubicBezTo>
                  <a:pt x="4522465" y="65274"/>
                  <a:pt x="4521831" y="67888"/>
                  <a:pt x="4520816" y="72102"/>
                </a:cubicBezTo>
                <a:cubicBezTo>
                  <a:pt x="4519801" y="76901"/>
                  <a:pt x="4517705" y="83612"/>
                  <a:pt x="4516309" y="91844"/>
                </a:cubicBezTo>
                <a:cubicBezTo>
                  <a:pt x="4512882" y="108231"/>
                  <a:pt x="4510025" y="130119"/>
                  <a:pt x="4508629" y="151851"/>
                </a:cubicBezTo>
                <a:cubicBezTo>
                  <a:pt x="4507678" y="173661"/>
                  <a:pt x="4508249" y="195276"/>
                  <a:pt x="4509835" y="211428"/>
                </a:cubicBezTo>
                <a:lnTo>
                  <a:pt x="4510629" y="218372"/>
                </a:lnTo>
                <a:lnTo>
                  <a:pt x="4569056" y="218372"/>
                </a:lnTo>
                <a:lnTo>
                  <a:pt x="4576152" y="201907"/>
                </a:lnTo>
                <a:cubicBezTo>
                  <a:pt x="4580272" y="191947"/>
                  <a:pt x="4584489" y="181269"/>
                  <a:pt x="4588408" y="170501"/>
                </a:cubicBezTo>
                <a:cubicBezTo>
                  <a:pt x="4604401" y="127583"/>
                  <a:pt x="4615382" y="83495"/>
                  <a:pt x="4615382" y="83495"/>
                </a:cubicBezTo>
                <a:cubicBezTo>
                  <a:pt x="4615382" y="83495"/>
                  <a:pt x="4619379" y="128090"/>
                  <a:pt x="4618110" y="173193"/>
                </a:cubicBezTo>
                <a:cubicBezTo>
                  <a:pt x="4617872" y="184449"/>
                  <a:pt x="4617301" y="195722"/>
                  <a:pt x="4616578" y="206300"/>
                </a:cubicBezTo>
                <a:lnTo>
                  <a:pt x="4615559" y="218372"/>
                </a:lnTo>
                <a:lnTo>
                  <a:pt x="4674083" y="218372"/>
                </a:lnTo>
                <a:lnTo>
                  <a:pt x="4673897" y="215486"/>
                </a:lnTo>
                <a:cubicBezTo>
                  <a:pt x="4672755" y="196290"/>
                  <a:pt x="4672882" y="170696"/>
                  <a:pt x="4674469" y="145335"/>
                </a:cubicBezTo>
                <a:cubicBezTo>
                  <a:pt x="4676436" y="119935"/>
                  <a:pt x="4679927" y="94770"/>
                  <a:pt x="4683734" y="76043"/>
                </a:cubicBezTo>
                <a:cubicBezTo>
                  <a:pt x="4685258" y="66679"/>
                  <a:pt x="4687479" y="58914"/>
                  <a:pt x="4688623" y="53452"/>
                </a:cubicBezTo>
                <a:cubicBezTo>
                  <a:pt x="4689827" y="48029"/>
                  <a:pt x="4690525" y="44947"/>
                  <a:pt x="4690525" y="44947"/>
                </a:cubicBezTo>
                <a:cubicBezTo>
                  <a:pt x="4690525" y="44947"/>
                  <a:pt x="4690780" y="48068"/>
                  <a:pt x="4691161" y="53569"/>
                </a:cubicBezTo>
                <a:cubicBezTo>
                  <a:pt x="4691668" y="59071"/>
                  <a:pt x="4691795" y="66874"/>
                  <a:pt x="4693064" y="76237"/>
                </a:cubicBezTo>
                <a:cubicBezTo>
                  <a:pt x="4694841" y="94965"/>
                  <a:pt x="4698903" y="119741"/>
                  <a:pt x="4704299" y="144282"/>
                </a:cubicBezTo>
                <a:cubicBezTo>
                  <a:pt x="4710200" y="168784"/>
                  <a:pt x="4717372" y="192935"/>
                  <a:pt x="4723973" y="210843"/>
                </a:cubicBezTo>
                <a:lnTo>
                  <a:pt x="4726805" y="218372"/>
                </a:lnTo>
                <a:lnTo>
                  <a:pt x="4769623" y="218372"/>
                </a:lnTo>
                <a:lnTo>
                  <a:pt x="4778300" y="195393"/>
                </a:lnTo>
                <a:cubicBezTo>
                  <a:pt x="4793278" y="161020"/>
                  <a:pt x="4813651" y="128597"/>
                  <a:pt x="4813651" y="128597"/>
                </a:cubicBezTo>
                <a:cubicBezTo>
                  <a:pt x="4813651" y="128597"/>
                  <a:pt x="4807750" y="163712"/>
                  <a:pt x="4807939" y="198436"/>
                </a:cubicBezTo>
                <a:lnTo>
                  <a:pt x="4808877" y="218372"/>
                </a:lnTo>
                <a:lnTo>
                  <a:pt x="4824571" y="218372"/>
                </a:lnTo>
                <a:lnTo>
                  <a:pt x="4825870" y="212982"/>
                </a:lnTo>
                <a:cubicBezTo>
                  <a:pt x="4829404" y="198138"/>
                  <a:pt x="4837293" y="164180"/>
                  <a:pt x="4843863" y="130002"/>
                </a:cubicBezTo>
                <a:cubicBezTo>
                  <a:pt x="4852748" y="84431"/>
                  <a:pt x="4859284" y="38509"/>
                  <a:pt x="4859284" y="38509"/>
                </a:cubicBezTo>
                <a:cubicBezTo>
                  <a:pt x="4859284" y="38509"/>
                  <a:pt x="4861125" y="48575"/>
                  <a:pt x="4863791" y="64025"/>
                </a:cubicBezTo>
                <a:cubicBezTo>
                  <a:pt x="4860300" y="41552"/>
                  <a:pt x="4857380" y="25985"/>
                  <a:pt x="4857380" y="25985"/>
                </a:cubicBezTo>
                <a:cubicBezTo>
                  <a:pt x="4857380" y="25985"/>
                  <a:pt x="4881498" y="74521"/>
                  <a:pt x="4901617" y="124188"/>
                </a:cubicBezTo>
                <a:cubicBezTo>
                  <a:pt x="4916849" y="161381"/>
                  <a:pt x="4929797" y="199143"/>
                  <a:pt x="4935318" y="215700"/>
                </a:cubicBezTo>
                <a:lnTo>
                  <a:pt x="4936197" y="218372"/>
                </a:lnTo>
                <a:lnTo>
                  <a:pt x="4964971" y="218372"/>
                </a:lnTo>
                <a:lnTo>
                  <a:pt x="4966060" y="193476"/>
                </a:lnTo>
                <a:cubicBezTo>
                  <a:pt x="4967226" y="171778"/>
                  <a:pt x="4969304" y="142897"/>
                  <a:pt x="4972953" y="114161"/>
                </a:cubicBezTo>
                <a:cubicBezTo>
                  <a:pt x="4979681" y="56652"/>
                  <a:pt x="4992565" y="0"/>
                  <a:pt x="4992565" y="0"/>
                </a:cubicBezTo>
                <a:cubicBezTo>
                  <a:pt x="4992565" y="0"/>
                  <a:pt x="4994596" y="57354"/>
                  <a:pt x="5002846" y="114044"/>
                </a:cubicBezTo>
                <a:cubicBezTo>
                  <a:pt x="5008654" y="156620"/>
                  <a:pt x="5017853" y="198692"/>
                  <a:pt x="5022089" y="217067"/>
                </a:cubicBezTo>
                <a:lnTo>
                  <a:pt x="5022398" y="218372"/>
                </a:lnTo>
                <a:lnTo>
                  <a:pt x="5062234" y="218372"/>
                </a:lnTo>
                <a:lnTo>
                  <a:pt x="5063332" y="213925"/>
                </a:lnTo>
                <a:cubicBezTo>
                  <a:pt x="5064474" y="208697"/>
                  <a:pt x="5066758" y="201206"/>
                  <a:pt x="5068344" y="192155"/>
                </a:cubicBezTo>
                <a:cubicBezTo>
                  <a:pt x="5072279" y="174051"/>
                  <a:pt x="5075706" y="149705"/>
                  <a:pt x="5077547" y="125086"/>
                </a:cubicBezTo>
                <a:cubicBezTo>
                  <a:pt x="5078816" y="100506"/>
                  <a:pt x="5078499" y="75730"/>
                  <a:pt x="5076786" y="57120"/>
                </a:cubicBezTo>
                <a:cubicBezTo>
                  <a:pt x="5076341" y="47756"/>
                  <a:pt x="5074881" y="40070"/>
                  <a:pt x="5074374" y="34607"/>
                </a:cubicBezTo>
                <a:cubicBezTo>
                  <a:pt x="5073739" y="29145"/>
                  <a:pt x="5073359" y="26024"/>
                  <a:pt x="5073359" y="26024"/>
                </a:cubicBezTo>
                <a:cubicBezTo>
                  <a:pt x="5073359" y="26024"/>
                  <a:pt x="5074628" y="29028"/>
                  <a:pt x="5076912" y="34256"/>
                </a:cubicBezTo>
                <a:cubicBezTo>
                  <a:pt x="5079008" y="39524"/>
                  <a:pt x="5082751" y="46975"/>
                  <a:pt x="5086053" y="56105"/>
                </a:cubicBezTo>
                <a:cubicBezTo>
                  <a:pt x="5093287" y="74248"/>
                  <a:pt x="5101158" y="98867"/>
                  <a:pt x="5107376" y="123837"/>
                </a:cubicBezTo>
                <a:cubicBezTo>
                  <a:pt x="5113088" y="148846"/>
                  <a:pt x="5117214" y="174246"/>
                  <a:pt x="5118801" y="193364"/>
                </a:cubicBezTo>
                <a:cubicBezTo>
                  <a:pt x="5120007" y="202962"/>
                  <a:pt x="5120007" y="210921"/>
                  <a:pt x="5120451" y="216539"/>
                </a:cubicBezTo>
                <a:lnTo>
                  <a:pt x="5120556" y="218372"/>
                </a:lnTo>
                <a:lnTo>
                  <a:pt x="5135777" y="218372"/>
                </a:lnTo>
                <a:lnTo>
                  <a:pt x="5138159" y="211546"/>
                </a:lnTo>
                <a:cubicBezTo>
                  <a:pt x="5144822" y="195159"/>
                  <a:pt x="5152755" y="179123"/>
                  <a:pt x="5159229" y="167301"/>
                </a:cubicBezTo>
                <a:cubicBezTo>
                  <a:pt x="5165639" y="155440"/>
                  <a:pt x="5170399" y="147754"/>
                  <a:pt x="5170399" y="147754"/>
                </a:cubicBezTo>
                <a:cubicBezTo>
                  <a:pt x="5170399" y="147754"/>
                  <a:pt x="5165830" y="181191"/>
                  <a:pt x="5167860" y="214081"/>
                </a:cubicBezTo>
                <a:lnTo>
                  <a:pt x="5168316" y="218372"/>
                </a:lnTo>
                <a:lnTo>
                  <a:pt x="5187343" y="218372"/>
                </a:lnTo>
                <a:lnTo>
                  <a:pt x="5224219" y="44869"/>
                </a:lnTo>
                <a:lnTo>
                  <a:pt x="5238944" y="207175"/>
                </a:lnTo>
                <a:cubicBezTo>
                  <a:pt x="5241039" y="200348"/>
                  <a:pt x="5243259" y="193325"/>
                  <a:pt x="5245608" y="186302"/>
                </a:cubicBezTo>
                <a:cubicBezTo>
                  <a:pt x="5258047" y="147325"/>
                  <a:pt x="5273660" y="109128"/>
                  <a:pt x="5273660" y="109128"/>
                </a:cubicBezTo>
                <a:cubicBezTo>
                  <a:pt x="5273660" y="109128"/>
                  <a:pt x="5272898" y="148808"/>
                  <a:pt x="5275374" y="188136"/>
                </a:cubicBezTo>
                <a:lnTo>
                  <a:pt x="5277877" y="218372"/>
                </a:lnTo>
                <a:lnTo>
                  <a:pt x="5313344" y="218372"/>
                </a:lnTo>
                <a:lnTo>
                  <a:pt x="5313796" y="217027"/>
                </a:lnTo>
                <a:cubicBezTo>
                  <a:pt x="5318214" y="203254"/>
                  <a:pt x="5323640" y="184780"/>
                  <a:pt x="5327670" y="165974"/>
                </a:cubicBezTo>
                <a:cubicBezTo>
                  <a:pt x="5335984" y="128441"/>
                  <a:pt x="5338396" y="89932"/>
                  <a:pt x="5338396" y="89932"/>
                </a:cubicBezTo>
                <a:cubicBezTo>
                  <a:pt x="5338396" y="89932"/>
                  <a:pt x="5350962" y="127466"/>
                  <a:pt x="5357563" y="166209"/>
                </a:cubicBezTo>
                <a:cubicBezTo>
                  <a:pt x="5360451" y="182166"/>
                  <a:pt x="5362292" y="198261"/>
                  <a:pt x="5363466" y="211663"/>
                </a:cubicBezTo>
                <a:lnTo>
                  <a:pt x="5363961" y="218372"/>
                </a:lnTo>
                <a:lnTo>
                  <a:pt x="5366689" y="218372"/>
                </a:lnTo>
                <a:lnTo>
                  <a:pt x="5366838" y="216393"/>
                </a:lnTo>
                <a:cubicBezTo>
                  <a:pt x="5367195" y="212706"/>
                  <a:pt x="5367464" y="210609"/>
                  <a:pt x="5367464" y="210609"/>
                </a:cubicBezTo>
                <a:cubicBezTo>
                  <a:pt x="5367464" y="210609"/>
                  <a:pt x="5371464" y="176860"/>
                  <a:pt x="5383521" y="144945"/>
                </a:cubicBezTo>
                <a:cubicBezTo>
                  <a:pt x="5389614" y="128948"/>
                  <a:pt x="5396850" y="113420"/>
                  <a:pt x="5403260" y="102067"/>
                </a:cubicBezTo>
                <a:cubicBezTo>
                  <a:pt x="5409606" y="90713"/>
                  <a:pt x="5414303" y="83378"/>
                  <a:pt x="5414303" y="83378"/>
                </a:cubicBezTo>
                <a:cubicBezTo>
                  <a:pt x="5414303" y="83378"/>
                  <a:pt x="5409733" y="115527"/>
                  <a:pt x="5413351" y="146779"/>
                </a:cubicBezTo>
                <a:cubicBezTo>
                  <a:pt x="5415191" y="162424"/>
                  <a:pt x="5418175" y="177797"/>
                  <a:pt x="5421411" y="189150"/>
                </a:cubicBezTo>
                <a:cubicBezTo>
                  <a:pt x="5424584" y="200504"/>
                  <a:pt x="5427187" y="207917"/>
                  <a:pt x="5427187" y="207917"/>
                </a:cubicBezTo>
                <a:cubicBezTo>
                  <a:pt x="5427187" y="207917"/>
                  <a:pt x="5427785" y="209660"/>
                  <a:pt x="5428935" y="212690"/>
                </a:cubicBezTo>
                <a:lnTo>
                  <a:pt x="5431232" y="218372"/>
                </a:lnTo>
                <a:lnTo>
                  <a:pt x="5472367" y="218372"/>
                </a:lnTo>
                <a:lnTo>
                  <a:pt x="5473010" y="216813"/>
                </a:lnTo>
                <a:cubicBezTo>
                  <a:pt x="5473010" y="216813"/>
                  <a:pt x="5484434" y="188955"/>
                  <a:pt x="5493509" y="160356"/>
                </a:cubicBezTo>
                <a:cubicBezTo>
                  <a:pt x="5502712" y="131874"/>
                  <a:pt x="5509440" y="102730"/>
                  <a:pt x="5509440" y="102730"/>
                </a:cubicBezTo>
                <a:cubicBezTo>
                  <a:pt x="5509440" y="102730"/>
                  <a:pt x="5517627" y="131641"/>
                  <a:pt x="5523402" y="161176"/>
                </a:cubicBezTo>
                <a:cubicBezTo>
                  <a:pt x="5527830" y="183269"/>
                  <a:pt x="5530793" y="205647"/>
                  <a:pt x="5531998" y="215455"/>
                </a:cubicBezTo>
                <a:lnTo>
                  <a:pt x="5532342" y="218372"/>
                </a:lnTo>
                <a:lnTo>
                  <a:pt x="5535689" y="218372"/>
                </a:lnTo>
                <a:lnTo>
                  <a:pt x="5537834" y="213428"/>
                </a:lnTo>
                <a:cubicBezTo>
                  <a:pt x="5538936" y="210814"/>
                  <a:pt x="5539523" y="209361"/>
                  <a:pt x="5539523" y="209361"/>
                </a:cubicBezTo>
                <a:cubicBezTo>
                  <a:pt x="5539523" y="209361"/>
                  <a:pt x="5556024" y="169681"/>
                  <a:pt x="5566179" y="128441"/>
                </a:cubicBezTo>
                <a:cubicBezTo>
                  <a:pt x="5576651" y="87358"/>
                  <a:pt x="5580460" y="45064"/>
                  <a:pt x="5580460" y="45064"/>
                </a:cubicBezTo>
                <a:cubicBezTo>
                  <a:pt x="5580460" y="45064"/>
                  <a:pt x="5591629" y="86655"/>
                  <a:pt x="5596072" y="129417"/>
                </a:cubicBezTo>
                <a:cubicBezTo>
                  <a:pt x="5600832" y="172061"/>
                  <a:pt x="5598738" y="215408"/>
                  <a:pt x="5598738" y="215408"/>
                </a:cubicBezTo>
                <a:lnTo>
                  <a:pt x="5598560" y="218372"/>
                </a:lnTo>
                <a:lnTo>
                  <a:pt x="5599732" y="218372"/>
                </a:lnTo>
                <a:lnTo>
                  <a:pt x="5606941" y="196071"/>
                </a:lnTo>
                <a:cubicBezTo>
                  <a:pt x="5610384" y="185854"/>
                  <a:pt x="5614319" y="174675"/>
                  <a:pt x="5618539" y="163555"/>
                </a:cubicBezTo>
                <a:cubicBezTo>
                  <a:pt x="5632566" y="126218"/>
                  <a:pt x="5649765" y="89854"/>
                  <a:pt x="5649765" y="89854"/>
                </a:cubicBezTo>
                <a:cubicBezTo>
                  <a:pt x="5649765" y="89854"/>
                  <a:pt x="5647290" y="128090"/>
                  <a:pt x="5648242" y="166014"/>
                </a:cubicBezTo>
                <a:cubicBezTo>
                  <a:pt x="5648655" y="184995"/>
                  <a:pt x="5649892" y="203869"/>
                  <a:pt x="5651027" y="217998"/>
                </a:cubicBezTo>
                <a:lnTo>
                  <a:pt x="5651060" y="218372"/>
                </a:lnTo>
                <a:lnTo>
                  <a:pt x="5700101" y="218372"/>
                </a:lnTo>
                <a:lnTo>
                  <a:pt x="5701852" y="212027"/>
                </a:lnTo>
                <a:cubicBezTo>
                  <a:pt x="5703066" y="207407"/>
                  <a:pt x="5703712" y="204757"/>
                  <a:pt x="5703712" y="204757"/>
                </a:cubicBezTo>
                <a:cubicBezTo>
                  <a:pt x="5703712" y="204757"/>
                  <a:pt x="5714438" y="162424"/>
                  <a:pt x="5719643" y="119117"/>
                </a:cubicBezTo>
                <a:cubicBezTo>
                  <a:pt x="5725164" y="75926"/>
                  <a:pt x="5725164" y="32110"/>
                  <a:pt x="5725164" y="32110"/>
                </a:cubicBezTo>
                <a:cubicBezTo>
                  <a:pt x="5725164" y="32110"/>
                  <a:pt x="5740078" y="74677"/>
                  <a:pt x="5749535" y="118453"/>
                </a:cubicBezTo>
                <a:cubicBezTo>
                  <a:pt x="5759309" y="162151"/>
                  <a:pt x="5763498" y="206708"/>
                  <a:pt x="5763498" y="206708"/>
                </a:cubicBezTo>
                <a:cubicBezTo>
                  <a:pt x="5763498" y="206708"/>
                  <a:pt x="5763661" y="208288"/>
                  <a:pt x="5763916" y="211154"/>
                </a:cubicBezTo>
                <a:lnTo>
                  <a:pt x="5764492" y="218372"/>
                </a:lnTo>
                <a:lnTo>
                  <a:pt x="5781430" y="218372"/>
                </a:lnTo>
                <a:lnTo>
                  <a:pt x="5793518" y="175182"/>
                </a:lnTo>
                <a:cubicBezTo>
                  <a:pt x="5803164" y="136127"/>
                  <a:pt x="5808877" y="96331"/>
                  <a:pt x="5808877" y="96331"/>
                </a:cubicBezTo>
                <a:cubicBezTo>
                  <a:pt x="5808877" y="96331"/>
                  <a:pt x="5818143" y="135776"/>
                  <a:pt x="5823410" y="175923"/>
                </a:cubicBezTo>
                <a:cubicBezTo>
                  <a:pt x="5824791" y="185951"/>
                  <a:pt x="5825913" y="196012"/>
                  <a:pt x="5826821" y="205464"/>
                </a:cubicBezTo>
                <a:lnTo>
                  <a:pt x="5827878" y="218372"/>
                </a:lnTo>
                <a:lnTo>
                  <a:pt x="5854340" y="218372"/>
                </a:lnTo>
                <a:lnTo>
                  <a:pt x="5860856" y="206122"/>
                </a:lnTo>
                <a:cubicBezTo>
                  <a:pt x="5868472" y="192193"/>
                  <a:pt x="5880023" y="174051"/>
                  <a:pt x="5892590" y="156454"/>
                </a:cubicBezTo>
                <a:cubicBezTo>
                  <a:pt x="5905600" y="138975"/>
                  <a:pt x="5919690" y="122043"/>
                  <a:pt x="5931114" y="109830"/>
                </a:cubicBezTo>
                <a:cubicBezTo>
                  <a:pt x="5941713" y="98438"/>
                  <a:pt x="5949456" y="90830"/>
                  <a:pt x="5950535" y="89815"/>
                </a:cubicBezTo>
                <a:cubicBezTo>
                  <a:pt x="5949393" y="91961"/>
                  <a:pt x="5931052" y="127193"/>
                  <a:pt x="5920896" y="163088"/>
                </a:cubicBezTo>
                <a:cubicBezTo>
                  <a:pt x="5915693" y="181659"/>
                  <a:pt x="5911820" y="200192"/>
                  <a:pt x="5909979" y="214121"/>
                </a:cubicBezTo>
                <a:lnTo>
                  <a:pt x="5909469" y="218372"/>
                </a:lnTo>
                <a:lnTo>
                  <a:pt x="5930597" y="218372"/>
                </a:lnTo>
                <a:lnTo>
                  <a:pt x="5979984" y="141356"/>
                </a:lnTo>
                <a:lnTo>
                  <a:pt x="5969615" y="218372"/>
                </a:lnTo>
                <a:lnTo>
                  <a:pt x="5990637" y="218372"/>
                </a:lnTo>
                <a:lnTo>
                  <a:pt x="5993946" y="199763"/>
                </a:lnTo>
                <a:cubicBezTo>
                  <a:pt x="5996421" y="181971"/>
                  <a:pt x="5999150" y="158093"/>
                  <a:pt x="5998579" y="134099"/>
                </a:cubicBezTo>
                <a:cubicBezTo>
                  <a:pt x="5997754" y="110221"/>
                  <a:pt x="5995152" y="85992"/>
                  <a:pt x="5989757" y="68240"/>
                </a:cubicBezTo>
                <a:cubicBezTo>
                  <a:pt x="5987853" y="59149"/>
                  <a:pt x="5984554" y="51930"/>
                  <a:pt x="5982903" y="46703"/>
                </a:cubicBezTo>
                <a:cubicBezTo>
                  <a:pt x="5981253" y="42137"/>
                  <a:pt x="5980237" y="39289"/>
                  <a:pt x="5980047" y="38665"/>
                </a:cubicBezTo>
                <a:cubicBezTo>
                  <a:pt x="5980555" y="39329"/>
                  <a:pt x="5982332" y="41943"/>
                  <a:pt x="5985315" y="46078"/>
                </a:cubicBezTo>
                <a:cubicBezTo>
                  <a:pt x="5988552" y="50955"/>
                  <a:pt x="5994073" y="57744"/>
                  <a:pt x="5998706" y="66445"/>
                </a:cubicBezTo>
                <a:cubicBezTo>
                  <a:pt x="6009623" y="83456"/>
                  <a:pt x="6019842" y="107334"/>
                  <a:pt x="6028282" y="131680"/>
                </a:cubicBezTo>
                <a:cubicBezTo>
                  <a:pt x="6032851" y="145179"/>
                  <a:pt x="6036279" y="158757"/>
                  <a:pt x="6039071" y="171437"/>
                </a:cubicBezTo>
                <a:cubicBezTo>
                  <a:pt x="6039642" y="168082"/>
                  <a:pt x="6040214" y="164726"/>
                  <a:pt x="6040848" y="161332"/>
                </a:cubicBezTo>
                <a:cubicBezTo>
                  <a:pt x="6045862" y="138741"/>
                  <a:pt x="6052463" y="116502"/>
                  <a:pt x="6058746" y="100155"/>
                </a:cubicBezTo>
                <a:cubicBezTo>
                  <a:pt x="6061539" y="91922"/>
                  <a:pt x="6064839" y="85211"/>
                  <a:pt x="6066679" y="80452"/>
                </a:cubicBezTo>
                <a:cubicBezTo>
                  <a:pt x="6068710" y="75730"/>
                  <a:pt x="6069789" y="73038"/>
                  <a:pt x="6069789" y="73038"/>
                </a:cubicBezTo>
                <a:cubicBezTo>
                  <a:pt x="6069789" y="73038"/>
                  <a:pt x="6069599" y="75848"/>
                  <a:pt x="6069218" y="80764"/>
                </a:cubicBezTo>
                <a:cubicBezTo>
                  <a:pt x="6069028" y="85679"/>
                  <a:pt x="6068012" y="92625"/>
                  <a:pt x="6068012" y="101013"/>
                </a:cubicBezTo>
                <a:cubicBezTo>
                  <a:pt x="6067314" y="117751"/>
                  <a:pt x="6068266" y="139990"/>
                  <a:pt x="6070806" y="161956"/>
                </a:cubicBezTo>
                <a:cubicBezTo>
                  <a:pt x="6072297" y="172959"/>
                  <a:pt x="6074201" y="183873"/>
                  <a:pt x="6076319" y="194042"/>
                </a:cubicBezTo>
                <a:lnTo>
                  <a:pt x="6082310" y="218372"/>
                </a:lnTo>
                <a:lnTo>
                  <a:pt x="6118430" y="218372"/>
                </a:lnTo>
                <a:lnTo>
                  <a:pt x="6108060" y="141356"/>
                </a:lnTo>
                <a:lnTo>
                  <a:pt x="6157447" y="218372"/>
                </a:lnTo>
                <a:lnTo>
                  <a:pt x="6178574" y="218372"/>
                </a:lnTo>
                <a:lnTo>
                  <a:pt x="6178064" y="214121"/>
                </a:lnTo>
                <a:cubicBezTo>
                  <a:pt x="6176160" y="200192"/>
                  <a:pt x="6172288" y="181659"/>
                  <a:pt x="6167084" y="163088"/>
                </a:cubicBezTo>
                <a:cubicBezTo>
                  <a:pt x="6156930" y="127193"/>
                  <a:pt x="6138651" y="91961"/>
                  <a:pt x="6137509" y="89815"/>
                </a:cubicBezTo>
                <a:cubicBezTo>
                  <a:pt x="6138587" y="90830"/>
                  <a:pt x="6146330" y="98438"/>
                  <a:pt x="6156866" y="109830"/>
                </a:cubicBezTo>
                <a:cubicBezTo>
                  <a:pt x="6168353" y="122043"/>
                  <a:pt x="6182379" y="138975"/>
                  <a:pt x="6195390" y="156454"/>
                </a:cubicBezTo>
                <a:cubicBezTo>
                  <a:pt x="6208020" y="174051"/>
                  <a:pt x="6219508" y="192193"/>
                  <a:pt x="6227124" y="206122"/>
                </a:cubicBezTo>
                <a:lnTo>
                  <a:pt x="6233681" y="218372"/>
                </a:lnTo>
                <a:lnTo>
                  <a:pt x="6260148" y="218372"/>
                </a:lnTo>
                <a:lnTo>
                  <a:pt x="6261196" y="205464"/>
                </a:lnTo>
                <a:cubicBezTo>
                  <a:pt x="6262094" y="196012"/>
                  <a:pt x="6263205" y="185951"/>
                  <a:pt x="6264569" y="175923"/>
                </a:cubicBezTo>
                <a:cubicBezTo>
                  <a:pt x="6269837" y="135776"/>
                  <a:pt x="6279167" y="96331"/>
                  <a:pt x="6279167" y="96331"/>
                </a:cubicBezTo>
                <a:cubicBezTo>
                  <a:pt x="6279167" y="96331"/>
                  <a:pt x="6284815" y="136127"/>
                  <a:pt x="6294526" y="175182"/>
                </a:cubicBezTo>
                <a:lnTo>
                  <a:pt x="6306569" y="218372"/>
                </a:lnTo>
                <a:lnTo>
                  <a:pt x="6323511" y="218372"/>
                </a:lnTo>
                <a:lnTo>
                  <a:pt x="6324075" y="211154"/>
                </a:lnTo>
                <a:cubicBezTo>
                  <a:pt x="6324324" y="208288"/>
                  <a:pt x="6324482" y="206708"/>
                  <a:pt x="6324482" y="206708"/>
                </a:cubicBezTo>
                <a:cubicBezTo>
                  <a:pt x="6324482" y="206708"/>
                  <a:pt x="6328671" y="162151"/>
                  <a:pt x="6338445" y="118453"/>
                </a:cubicBezTo>
                <a:cubicBezTo>
                  <a:pt x="6347711" y="75770"/>
                  <a:pt x="6362118" y="34256"/>
                  <a:pt x="6362879" y="32188"/>
                </a:cubicBezTo>
                <a:cubicBezTo>
                  <a:pt x="6362879" y="34062"/>
                  <a:pt x="6362943" y="76901"/>
                  <a:pt x="6368401" y="119117"/>
                </a:cubicBezTo>
                <a:cubicBezTo>
                  <a:pt x="6373605" y="162424"/>
                  <a:pt x="6384268" y="204757"/>
                  <a:pt x="6384268" y="204757"/>
                </a:cubicBezTo>
                <a:cubicBezTo>
                  <a:pt x="6384268" y="204757"/>
                  <a:pt x="6384919" y="207407"/>
                  <a:pt x="6386138" y="212027"/>
                </a:cubicBezTo>
                <a:lnTo>
                  <a:pt x="6387896" y="218372"/>
                </a:lnTo>
                <a:lnTo>
                  <a:pt x="6436976" y="218372"/>
                </a:lnTo>
                <a:lnTo>
                  <a:pt x="6437009" y="217998"/>
                </a:lnTo>
                <a:cubicBezTo>
                  <a:pt x="6438136" y="203869"/>
                  <a:pt x="6439358" y="184995"/>
                  <a:pt x="6439738" y="166014"/>
                </a:cubicBezTo>
                <a:cubicBezTo>
                  <a:pt x="6440754" y="128090"/>
                  <a:pt x="6438278" y="89854"/>
                  <a:pt x="6438278" y="89854"/>
                </a:cubicBezTo>
                <a:cubicBezTo>
                  <a:pt x="6438278" y="89854"/>
                  <a:pt x="6455478" y="126218"/>
                  <a:pt x="6469441" y="163555"/>
                </a:cubicBezTo>
                <a:cubicBezTo>
                  <a:pt x="6473693" y="174675"/>
                  <a:pt x="6477628" y="185854"/>
                  <a:pt x="6481063" y="196071"/>
                </a:cubicBezTo>
                <a:lnTo>
                  <a:pt x="6488253" y="218372"/>
                </a:lnTo>
                <a:lnTo>
                  <a:pt x="6489459" y="218372"/>
                </a:lnTo>
                <a:lnTo>
                  <a:pt x="6489306" y="215408"/>
                </a:lnTo>
                <a:cubicBezTo>
                  <a:pt x="6489306" y="215408"/>
                  <a:pt x="6487148" y="172061"/>
                  <a:pt x="6491971" y="129417"/>
                </a:cubicBezTo>
                <a:cubicBezTo>
                  <a:pt x="6496351" y="86655"/>
                  <a:pt x="6507584" y="45064"/>
                  <a:pt x="6507584" y="45064"/>
                </a:cubicBezTo>
                <a:cubicBezTo>
                  <a:pt x="6507584" y="45064"/>
                  <a:pt x="6511392" y="87358"/>
                  <a:pt x="6521864" y="128441"/>
                </a:cubicBezTo>
                <a:cubicBezTo>
                  <a:pt x="6531956" y="169681"/>
                  <a:pt x="6548457" y="209361"/>
                  <a:pt x="6548457" y="209361"/>
                </a:cubicBezTo>
                <a:cubicBezTo>
                  <a:pt x="6548457" y="209361"/>
                  <a:pt x="6549060" y="210814"/>
                  <a:pt x="6550179" y="213428"/>
                </a:cubicBezTo>
                <a:lnTo>
                  <a:pt x="6552337" y="218372"/>
                </a:lnTo>
                <a:lnTo>
                  <a:pt x="6555643" y="218372"/>
                </a:lnTo>
                <a:lnTo>
                  <a:pt x="6555993" y="215455"/>
                </a:lnTo>
                <a:cubicBezTo>
                  <a:pt x="6557216" y="205647"/>
                  <a:pt x="6560215" y="183269"/>
                  <a:pt x="6564641" y="161176"/>
                </a:cubicBezTo>
                <a:cubicBezTo>
                  <a:pt x="6570353" y="131641"/>
                  <a:pt x="6578604" y="102730"/>
                  <a:pt x="6578604" y="102730"/>
                </a:cubicBezTo>
                <a:cubicBezTo>
                  <a:pt x="6578604" y="102730"/>
                  <a:pt x="6585331" y="131874"/>
                  <a:pt x="6594534" y="160356"/>
                </a:cubicBezTo>
                <a:cubicBezTo>
                  <a:pt x="6603546" y="188955"/>
                  <a:pt x="6614970" y="216813"/>
                  <a:pt x="6614970" y="216813"/>
                </a:cubicBezTo>
                <a:lnTo>
                  <a:pt x="6615614" y="218372"/>
                </a:lnTo>
                <a:lnTo>
                  <a:pt x="6656796" y="218372"/>
                </a:lnTo>
                <a:lnTo>
                  <a:pt x="6659100" y="212690"/>
                </a:lnTo>
                <a:cubicBezTo>
                  <a:pt x="6660254" y="209660"/>
                  <a:pt x="6660857" y="207917"/>
                  <a:pt x="6660857" y="207917"/>
                </a:cubicBezTo>
                <a:cubicBezTo>
                  <a:pt x="6660857" y="207917"/>
                  <a:pt x="6663459" y="200504"/>
                  <a:pt x="6666633" y="189150"/>
                </a:cubicBezTo>
                <a:cubicBezTo>
                  <a:pt x="6669806" y="177797"/>
                  <a:pt x="6672852" y="162424"/>
                  <a:pt x="6674693" y="146779"/>
                </a:cubicBezTo>
                <a:cubicBezTo>
                  <a:pt x="6678310" y="115527"/>
                  <a:pt x="6673741" y="83378"/>
                  <a:pt x="6673741" y="83378"/>
                </a:cubicBezTo>
                <a:cubicBezTo>
                  <a:pt x="6673741" y="83378"/>
                  <a:pt x="6678437" y="90713"/>
                  <a:pt x="6684784" y="102067"/>
                </a:cubicBezTo>
                <a:cubicBezTo>
                  <a:pt x="6691194" y="113420"/>
                  <a:pt x="6698430" y="128948"/>
                  <a:pt x="6704522" y="144945"/>
                </a:cubicBezTo>
                <a:cubicBezTo>
                  <a:pt x="6716581" y="176860"/>
                  <a:pt x="6720579" y="210609"/>
                  <a:pt x="6720579" y="210609"/>
                </a:cubicBezTo>
                <a:cubicBezTo>
                  <a:pt x="6720579" y="210609"/>
                  <a:pt x="6720849" y="212706"/>
                  <a:pt x="6721206" y="216393"/>
                </a:cubicBezTo>
                <a:lnTo>
                  <a:pt x="6721355" y="218372"/>
                </a:lnTo>
                <a:lnTo>
                  <a:pt x="6724058" y="218372"/>
                </a:lnTo>
                <a:lnTo>
                  <a:pt x="6724555" y="211663"/>
                </a:lnTo>
                <a:cubicBezTo>
                  <a:pt x="6725737" y="198261"/>
                  <a:pt x="6727593" y="182166"/>
                  <a:pt x="6730480" y="166209"/>
                </a:cubicBezTo>
                <a:cubicBezTo>
                  <a:pt x="6737081" y="127466"/>
                  <a:pt x="6749583" y="89932"/>
                  <a:pt x="6749583" y="89932"/>
                </a:cubicBezTo>
                <a:cubicBezTo>
                  <a:pt x="6749583" y="89932"/>
                  <a:pt x="6751995" y="128441"/>
                  <a:pt x="6760373" y="165974"/>
                </a:cubicBezTo>
                <a:cubicBezTo>
                  <a:pt x="6764372" y="184780"/>
                  <a:pt x="6769782" y="203254"/>
                  <a:pt x="6774193" y="217027"/>
                </a:cubicBezTo>
                <a:lnTo>
                  <a:pt x="6774644" y="218372"/>
                </a:lnTo>
                <a:lnTo>
                  <a:pt x="6810105" y="218372"/>
                </a:lnTo>
                <a:lnTo>
                  <a:pt x="6812607" y="188136"/>
                </a:lnTo>
                <a:cubicBezTo>
                  <a:pt x="6815145" y="148808"/>
                  <a:pt x="6814320" y="109128"/>
                  <a:pt x="6814320" y="109128"/>
                </a:cubicBezTo>
                <a:cubicBezTo>
                  <a:pt x="6814320" y="109128"/>
                  <a:pt x="6829933" y="147325"/>
                  <a:pt x="6842436" y="186302"/>
                </a:cubicBezTo>
                <a:cubicBezTo>
                  <a:pt x="6844784" y="193325"/>
                  <a:pt x="6846942" y="200348"/>
                  <a:pt x="6849036" y="207175"/>
                </a:cubicBezTo>
                <a:lnTo>
                  <a:pt x="6863824" y="44869"/>
                </a:lnTo>
                <a:lnTo>
                  <a:pt x="6900702" y="218372"/>
                </a:lnTo>
                <a:lnTo>
                  <a:pt x="6919664" y="218372"/>
                </a:lnTo>
                <a:lnTo>
                  <a:pt x="6920119" y="214081"/>
                </a:lnTo>
                <a:cubicBezTo>
                  <a:pt x="6922151" y="181191"/>
                  <a:pt x="6917644" y="147754"/>
                  <a:pt x="6917644" y="147754"/>
                </a:cubicBezTo>
                <a:cubicBezTo>
                  <a:pt x="6917644" y="147754"/>
                  <a:pt x="6922404" y="155440"/>
                  <a:pt x="6928751" y="167301"/>
                </a:cubicBezTo>
                <a:cubicBezTo>
                  <a:pt x="6935288" y="179123"/>
                  <a:pt x="6943158" y="195159"/>
                  <a:pt x="6949822" y="211546"/>
                </a:cubicBezTo>
                <a:lnTo>
                  <a:pt x="6952204" y="218372"/>
                </a:lnTo>
                <a:lnTo>
                  <a:pt x="6967487" y="218372"/>
                </a:lnTo>
                <a:lnTo>
                  <a:pt x="6967592" y="216539"/>
                </a:lnTo>
                <a:cubicBezTo>
                  <a:pt x="6968037" y="210921"/>
                  <a:pt x="6968037" y="202962"/>
                  <a:pt x="6969179" y="193364"/>
                </a:cubicBezTo>
                <a:cubicBezTo>
                  <a:pt x="6970829" y="174246"/>
                  <a:pt x="6974891" y="148846"/>
                  <a:pt x="6980603" y="123837"/>
                </a:cubicBezTo>
                <a:cubicBezTo>
                  <a:pt x="6986886" y="98867"/>
                  <a:pt x="6994756" y="74248"/>
                  <a:pt x="7001992" y="56105"/>
                </a:cubicBezTo>
                <a:cubicBezTo>
                  <a:pt x="7005292" y="46975"/>
                  <a:pt x="7008973" y="39524"/>
                  <a:pt x="7011131" y="34256"/>
                </a:cubicBezTo>
                <a:cubicBezTo>
                  <a:pt x="7013352" y="29028"/>
                  <a:pt x="7014685" y="26024"/>
                  <a:pt x="7014685" y="26024"/>
                </a:cubicBezTo>
                <a:cubicBezTo>
                  <a:pt x="7014685" y="26024"/>
                  <a:pt x="7014305" y="29145"/>
                  <a:pt x="7013606" y="34607"/>
                </a:cubicBezTo>
                <a:cubicBezTo>
                  <a:pt x="7013098" y="40070"/>
                  <a:pt x="7011702" y="47756"/>
                  <a:pt x="7011258" y="57120"/>
                </a:cubicBezTo>
                <a:cubicBezTo>
                  <a:pt x="7009545" y="75730"/>
                  <a:pt x="7009227" y="100506"/>
                  <a:pt x="7010496" y="125086"/>
                </a:cubicBezTo>
                <a:cubicBezTo>
                  <a:pt x="7012337" y="149705"/>
                  <a:pt x="7015764" y="174051"/>
                  <a:pt x="7019636" y="192155"/>
                </a:cubicBezTo>
                <a:cubicBezTo>
                  <a:pt x="7021286" y="201206"/>
                  <a:pt x="7023571" y="208697"/>
                  <a:pt x="7024713" y="213925"/>
                </a:cubicBezTo>
                <a:lnTo>
                  <a:pt x="7025810" y="218372"/>
                </a:lnTo>
                <a:lnTo>
                  <a:pt x="7065645" y="218372"/>
                </a:lnTo>
                <a:lnTo>
                  <a:pt x="7065953" y="217067"/>
                </a:lnTo>
                <a:cubicBezTo>
                  <a:pt x="7070187" y="198692"/>
                  <a:pt x="7079374" y="156620"/>
                  <a:pt x="7085133" y="114044"/>
                </a:cubicBezTo>
                <a:cubicBezTo>
                  <a:pt x="7093384" y="57354"/>
                  <a:pt x="7095478" y="0"/>
                  <a:pt x="7095478" y="0"/>
                </a:cubicBezTo>
                <a:cubicBezTo>
                  <a:pt x="7095478" y="0"/>
                  <a:pt x="7108362" y="56652"/>
                  <a:pt x="7115090" y="114161"/>
                </a:cubicBezTo>
                <a:cubicBezTo>
                  <a:pt x="7118708" y="142897"/>
                  <a:pt x="7120770" y="171778"/>
                  <a:pt x="7121928" y="193476"/>
                </a:cubicBezTo>
                <a:lnTo>
                  <a:pt x="7123010" y="218372"/>
                </a:lnTo>
                <a:lnTo>
                  <a:pt x="7151790" y="218372"/>
                </a:lnTo>
                <a:lnTo>
                  <a:pt x="7152672" y="215700"/>
                </a:lnTo>
                <a:cubicBezTo>
                  <a:pt x="7158212" y="199143"/>
                  <a:pt x="7171195" y="161381"/>
                  <a:pt x="7186427" y="124188"/>
                </a:cubicBezTo>
                <a:cubicBezTo>
                  <a:pt x="7205784" y="76355"/>
                  <a:pt x="7228822" y="29574"/>
                  <a:pt x="7230536" y="26180"/>
                </a:cubicBezTo>
                <a:cubicBezTo>
                  <a:pt x="7230219" y="27936"/>
                  <a:pt x="7227870" y="41123"/>
                  <a:pt x="7224888" y="60007"/>
                </a:cubicBezTo>
                <a:cubicBezTo>
                  <a:pt x="7227172" y="46859"/>
                  <a:pt x="7228695" y="38509"/>
                  <a:pt x="7228695" y="38509"/>
                </a:cubicBezTo>
                <a:cubicBezTo>
                  <a:pt x="7228695" y="38509"/>
                  <a:pt x="7235296" y="84431"/>
                  <a:pt x="7244182" y="130002"/>
                </a:cubicBezTo>
                <a:cubicBezTo>
                  <a:pt x="7250751" y="164180"/>
                  <a:pt x="7258641" y="198138"/>
                  <a:pt x="7262175" y="212982"/>
                </a:cubicBezTo>
                <a:lnTo>
                  <a:pt x="7263474" y="218372"/>
                </a:lnTo>
                <a:lnTo>
                  <a:pt x="7279143" y="218372"/>
                </a:lnTo>
                <a:lnTo>
                  <a:pt x="7280104" y="198436"/>
                </a:lnTo>
                <a:cubicBezTo>
                  <a:pt x="7280294" y="163712"/>
                  <a:pt x="7274392" y="128597"/>
                  <a:pt x="7274392" y="128597"/>
                </a:cubicBezTo>
                <a:cubicBezTo>
                  <a:pt x="7274392" y="128597"/>
                  <a:pt x="7294765" y="161020"/>
                  <a:pt x="7309679" y="195393"/>
                </a:cubicBezTo>
                <a:lnTo>
                  <a:pt x="7318357" y="218372"/>
                </a:lnTo>
                <a:lnTo>
                  <a:pt x="7361240" y="218372"/>
                </a:lnTo>
                <a:lnTo>
                  <a:pt x="7364071" y="210843"/>
                </a:lnTo>
                <a:cubicBezTo>
                  <a:pt x="7370607" y="192935"/>
                  <a:pt x="7377843" y="168784"/>
                  <a:pt x="7383682" y="144282"/>
                </a:cubicBezTo>
                <a:cubicBezTo>
                  <a:pt x="7389076" y="119741"/>
                  <a:pt x="7393138" y="94965"/>
                  <a:pt x="7394979" y="76237"/>
                </a:cubicBezTo>
                <a:cubicBezTo>
                  <a:pt x="7396185" y="66874"/>
                  <a:pt x="7396375" y="59071"/>
                  <a:pt x="7396883" y="53569"/>
                </a:cubicBezTo>
                <a:cubicBezTo>
                  <a:pt x="7397264" y="48068"/>
                  <a:pt x="7397455" y="44947"/>
                  <a:pt x="7397455" y="44947"/>
                </a:cubicBezTo>
                <a:cubicBezTo>
                  <a:pt x="7397455" y="44947"/>
                  <a:pt x="7398153" y="48029"/>
                  <a:pt x="7399422" y="53452"/>
                </a:cubicBezTo>
                <a:cubicBezTo>
                  <a:pt x="7400564" y="58914"/>
                  <a:pt x="7402722" y="66679"/>
                  <a:pt x="7404309" y="76043"/>
                </a:cubicBezTo>
                <a:cubicBezTo>
                  <a:pt x="7408117" y="94770"/>
                  <a:pt x="7411544" y="119935"/>
                  <a:pt x="7413575" y="145335"/>
                </a:cubicBezTo>
                <a:cubicBezTo>
                  <a:pt x="7415161" y="170696"/>
                  <a:pt x="7415225" y="196290"/>
                  <a:pt x="7414083" y="215486"/>
                </a:cubicBezTo>
                <a:lnTo>
                  <a:pt x="7413918" y="218372"/>
                </a:lnTo>
                <a:lnTo>
                  <a:pt x="7472465" y="218372"/>
                </a:lnTo>
                <a:lnTo>
                  <a:pt x="7471455" y="206300"/>
                </a:lnTo>
                <a:cubicBezTo>
                  <a:pt x="7470738" y="195722"/>
                  <a:pt x="7470171" y="184449"/>
                  <a:pt x="7469933" y="173193"/>
                </a:cubicBezTo>
                <a:cubicBezTo>
                  <a:pt x="7468664" y="128090"/>
                  <a:pt x="7472663" y="83495"/>
                  <a:pt x="7472663" y="83495"/>
                </a:cubicBezTo>
                <a:cubicBezTo>
                  <a:pt x="7472663" y="83495"/>
                  <a:pt x="7483642" y="127583"/>
                  <a:pt x="7499573" y="170501"/>
                </a:cubicBezTo>
                <a:cubicBezTo>
                  <a:pt x="7503492" y="181269"/>
                  <a:pt x="7507713" y="191947"/>
                  <a:pt x="7511839" y="201907"/>
                </a:cubicBezTo>
                <a:lnTo>
                  <a:pt x="7518949" y="218372"/>
                </a:lnTo>
                <a:lnTo>
                  <a:pt x="7577392" y="218372"/>
                </a:lnTo>
                <a:lnTo>
                  <a:pt x="7578208" y="211428"/>
                </a:lnTo>
                <a:cubicBezTo>
                  <a:pt x="7579795" y="195276"/>
                  <a:pt x="7580302" y="173661"/>
                  <a:pt x="7579414" y="151851"/>
                </a:cubicBezTo>
                <a:cubicBezTo>
                  <a:pt x="7578018" y="130119"/>
                  <a:pt x="7575098" y="108231"/>
                  <a:pt x="7571671" y="91844"/>
                </a:cubicBezTo>
                <a:cubicBezTo>
                  <a:pt x="7570275" y="83612"/>
                  <a:pt x="7568244" y="76901"/>
                  <a:pt x="7567229" y="72102"/>
                </a:cubicBezTo>
                <a:cubicBezTo>
                  <a:pt x="7566213" y="67888"/>
                  <a:pt x="7565578" y="65274"/>
                  <a:pt x="7565451" y="64689"/>
                </a:cubicBezTo>
                <a:cubicBezTo>
                  <a:pt x="7565832" y="65235"/>
                  <a:pt x="7567292" y="67693"/>
                  <a:pt x="7569703" y="71595"/>
                </a:cubicBezTo>
                <a:cubicBezTo>
                  <a:pt x="7572306" y="76082"/>
                  <a:pt x="7576622" y="82441"/>
                  <a:pt x="7580747" y="90284"/>
                </a:cubicBezTo>
                <a:cubicBezTo>
                  <a:pt x="7589695" y="105812"/>
                  <a:pt x="7599977" y="127036"/>
                  <a:pt x="7608926" y="148730"/>
                </a:cubicBezTo>
                <a:cubicBezTo>
                  <a:pt x="7617430" y="170423"/>
                  <a:pt x="7624539" y="192622"/>
                  <a:pt x="7628601" y="209438"/>
                </a:cubicBezTo>
                <a:lnTo>
                  <a:pt x="7630630" y="218372"/>
                </a:lnTo>
                <a:lnTo>
                  <a:pt x="7686702" y="218372"/>
                </a:lnTo>
                <a:lnTo>
                  <a:pt x="7690481" y="205264"/>
                </a:lnTo>
                <a:cubicBezTo>
                  <a:pt x="7690799" y="204132"/>
                  <a:pt x="7691053" y="203040"/>
                  <a:pt x="7691370" y="201908"/>
                </a:cubicBezTo>
                <a:lnTo>
                  <a:pt x="7698148" y="218372"/>
                </a:lnTo>
                <a:lnTo>
                  <a:pt x="7838682" y="218372"/>
                </a:lnTo>
                <a:lnTo>
                  <a:pt x="7843881" y="165858"/>
                </a:lnTo>
                <a:cubicBezTo>
                  <a:pt x="7847832" y="176343"/>
                  <a:pt x="7851922" y="186731"/>
                  <a:pt x="7855834" y="196415"/>
                </a:cubicBezTo>
                <a:lnTo>
                  <a:pt x="7864912" y="218372"/>
                </a:lnTo>
                <a:lnTo>
                  <a:pt x="7949815" y="218372"/>
                </a:lnTo>
                <a:lnTo>
                  <a:pt x="7951965" y="212091"/>
                </a:lnTo>
                <a:lnTo>
                  <a:pt x="7954144" y="218372"/>
                </a:lnTo>
                <a:lnTo>
                  <a:pt x="8039018" y="218372"/>
                </a:lnTo>
                <a:lnTo>
                  <a:pt x="8048097" y="196415"/>
                </a:lnTo>
                <a:cubicBezTo>
                  <a:pt x="8052009" y="186731"/>
                  <a:pt x="8056099" y="176343"/>
                  <a:pt x="8060049" y="165858"/>
                </a:cubicBezTo>
                <a:lnTo>
                  <a:pt x="8065249" y="218372"/>
                </a:lnTo>
                <a:lnTo>
                  <a:pt x="8205783" y="218372"/>
                </a:lnTo>
                <a:lnTo>
                  <a:pt x="8212560" y="201908"/>
                </a:lnTo>
                <a:cubicBezTo>
                  <a:pt x="8212878" y="203040"/>
                  <a:pt x="8213131" y="204132"/>
                  <a:pt x="8213449" y="205264"/>
                </a:cubicBezTo>
                <a:lnTo>
                  <a:pt x="8217235" y="218372"/>
                </a:lnTo>
                <a:lnTo>
                  <a:pt x="8273329" y="218372"/>
                </a:lnTo>
                <a:lnTo>
                  <a:pt x="8275329" y="209438"/>
                </a:lnTo>
                <a:cubicBezTo>
                  <a:pt x="8279391" y="192622"/>
                  <a:pt x="8286499" y="170423"/>
                  <a:pt x="8295004" y="148730"/>
                </a:cubicBezTo>
                <a:cubicBezTo>
                  <a:pt x="8303953" y="127036"/>
                  <a:pt x="8314298" y="105812"/>
                  <a:pt x="8323183" y="90284"/>
                </a:cubicBezTo>
                <a:cubicBezTo>
                  <a:pt x="8327372" y="82441"/>
                  <a:pt x="8331624" y="76082"/>
                  <a:pt x="8334290" y="71595"/>
                </a:cubicBezTo>
                <a:cubicBezTo>
                  <a:pt x="8336702" y="67693"/>
                  <a:pt x="8338161" y="65235"/>
                  <a:pt x="8338478" y="64689"/>
                </a:cubicBezTo>
                <a:cubicBezTo>
                  <a:pt x="8338352" y="65274"/>
                  <a:pt x="8337780" y="67888"/>
                  <a:pt x="8336702" y="72102"/>
                </a:cubicBezTo>
                <a:cubicBezTo>
                  <a:pt x="8335686" y="76901"/>
                  <a:pt x="8333656" y="83612"/>
                  <a:pt x="8332259" y="91844"/>
                </a:cubicBezTo>
                <a:cubicBezTo>
                  <a:pt x="8328832" y="108231"/>
                  <a:pt x="8325975" y="130119"/>
                  <a:pt x="8324579" y="151851"/>
                </a:cubicBezTo>
                <a:cubicBezTo>
                  <a:pt x="8323627" y="173661"/>
                  <a:pt x="8324135" y="195276"/>
                  <a:pt x="8325785" y="211428"/>
                </a:cubicBezTo>
                <a:lnTo>
                  <a:pt x="8326579" y="218372"/>
                </a:lnTo>
                <a:lnTo>
                  <a:pt x="8385005" y="218372"/>
                </a:lnTo>
                <a:lnTo>
                  <a:pt x="8392101" y="201907"/>
                </a:lnTo>
                <a:cubicBezTo>
                  <a:pt x="8396222" y="191947"/>
                  <a:pt x="8400438" y="181269"/>
                  <a:pt x="8404357" y="170501"/>
                </a:cubicBezTo>
                <a:cubicBezTo>
                  <a:pt x="8420287" y="127583"/>
                  <a:pt x="8431330" y="83495"/>
                  <a:pt x="8431330" y="83495"/>
                </a:cubicBezTo>
                <a:cubicBezTo>
                  <a:pt x="8431330" y="83495"/>
                  <a:pt x="8435265" y="128090"/>
                  <a:pt x="8433996" y="173193"/>
                </a:cubicBezTo>
                <a:cubicBezTo>
                  <a:pt x="8433774" y="184449"/>
                  <a:pt x="8433214" y="195722"/>
                  <a:pt x="8432500" y="206300"/>
                </a:cubicBezTo>
                <a:lnTo>
                  <a:pt x="8431489" y="218372"/>
                </a:lnTo>
                <a:lnTo>
                  <a:pt x="8490012" y="218372"/>
                </a:lnTo>
                <a:lnTo>
                  <a:pt x="8489847" y="215486"/>
                </a:lnTo>
                <a:cubicBezTo>
                  <a:pt x="8488705" y="196290"/>
                  <a:pt x="8488832" y="170696"/>
                  <a:pt x="8490355" y="145335"/>
                </a:cubicBezTo>
                <a:cubicBezTo>
                  <a:pt x="8492385" y="119935"/>
                  <a:pt x="8495813" y="94770"/>
                  <a:pt x="8499621" y="76043"/>
                </a:cubicBezTo>
                <a:cubicBezTo>
                  <a:pt x="8501207" y="66679"/>
                  <a:pt x="8503366" y="58914"/>
                  <a:pt x="8504508" y="53452"/>
                </a:cubicBezTo>
                <a:cubicBezTo>
                  <a:pt x="8505778" y="48029"/>
                  <a:pt x="8506476" y="44947"/>
                  <a:pt x="8506476" y="44947"/>
                </a:cubicBezTo>
                <a:cubicBezTo>
                  <a:pt x="8506476" y="44947"/>
                  <a:pt x="8506729" y="48068"/>
                  <a:pt x="8507110" y="53569"/>
                </a:cubicBezTo>
                <a:cubicBezTo>
                  <a:pt x="8507618" y="59071"/>
                  <a:pt x="8507745" y="66874"/>
                  <a:pt x="8508951" y="76237"/>
                </a:cubicBezTo>
                <a:cubicBezTo>
                  <a:pt x="8510791" y="94965"/>
                  <a:pt x="8514853" y="119741"/>
                  <a:pt x="8520247" y="144282"/>
                </a:cubicBezTo>
                <a:cubicBezTo>
                  <a:pt x="8526087" y="168784"/>
                  <a:pt x="8533322" y="192935"/>
                  <a:pt x="8539859" y="210843"/>
                </a:cubicBezTo>
                <a:lnTo>
                  <a:pt x="8542690" y="218372"/>
                </a:lnTo>
                <a:lnTo>
                  <a:pt x="8585573" y="218372"/>
                </a:lnTo>
                <a:lnTo>
                  <a:pt x="8594250" y="195393"/>
                </a:lnTo>
                <a:cubicBezTo>
                  <a:pt x="8609165" y="161020"/>
                  <a:pt x="8629538" y="128597"/>
                  <a:pt x="8629538" y="128597"/>
                </a:cubicBezTo>
                <a:cubicBezTo>
                  <a:pt x="8629538" y="128597"/>
                  <a:pt x="8623699" y="163712"/>
                  <a:pt x="8623826" y="198436"/>
                </a:cubicBezTo>
                <a:lnTo>
                  <a:pt x="8624788" y="218372"/>
                </a:lnTo>
                <a:lnTo>
                  <a:pt x="8640457" y="218372"/>
                </a:lnTo>
                <a:lnTo>
                  <a:pt x="8641755" y="212982"/>
                </a:lnTo>
                <a:cubicBezTo>
                  <a:pt x="8645290" y="198138"/>
                  <a:pt x="8653179" y="164180"/>
                  <a:pt x="8659748" y="130002"/>
                </a:cubicBezTo>
                <a:cubicBezTo>
                  <a:pt x="8668697" y="84431"/>
                  <a:pt x="8675234" y="38509"/>
                  <a:pt x="8675234" y="38509"/>
                </a:cubicBezTo>
                <a:cubicBezTo>
                  <a:pt x="8675234" y="38509"/>
                  <a:pt x="8676757" y="46859"/>
                  <a:pt x="8679042" y="60046"/>
                </a:cubicBezTo>
                <a:cubicBezTo>
                  <a:pt x="8675869" y="39758"/>
                  <a:pt x="8673330" y="25985"/>
                  <a:pt x="8673330" y="25985"/>
                </a:cubicBezTo>
                <a:cubicBezTo>
                  <a:pt x="8673330" y="25985"/>
                  <a:pt x="8697384" y="74521"/>
                  <a:pt x="8717503" y="124188"/>
                </a:cubicBezTo>
                <a:cubicBezTo>
                  <a:pt x="8732783" y="161381"/>
                  <a:pt x="8745742" y="199143"/>
                  <a:pt x="8751267" y="215700"/>
                </a:cubicBezTo>
                <a:lnTo>
                  <a:pt x="8752146" y="218372"/>
                </a:lnTo>
                <a:lnTo>
                  <a:pt x="8780919" y="218372"/>
                </a:lnTo>
                <a:lnTo>
                  <a:pt x="8782001" y="193476"/>
                </a:lnTo>
                <a:cubicBezTo>
                  <a:pt x="8783160" y="171778"/>
                  <a:pt x="8785222" y="142897"/>
                  <a:pt x="8788840" y="114161"/>
                </a:cubicBezTo>
                <a:cubicBezTo>
                  <a:pt x="8795567" y="56652"/>
                  <a:pt x="8808451" y="0"/>
                  <a:pt x="8808451" y="0"/>
                </a:cubicBezTo>
                <a:cubicBezTo>
                  <a:pt x="8808451" y="0"/>
                  <a:pt x="8810545" y="57354"/>
                  <a:pt x="8818796" y="114044"/>
                </a:cubicBezTo>
                <a:cubicBezTo>
                  <a:pt x="8824555" y="156620"/>
                  <a:pt x="8833742" y="198692"/>
                  <a:pt x="8837976" y="217067"/>
                </a:cubicBezTo>
                <a:lnTo>
                  <a:pt x="8838284" y="218372"/>
                </a:lnTo>
                <a:lnTo>
                  <a:pt x="8878119" y="218372"/>
                </a:lnTo>
                <a:lnTo>
                  <a:pt x="8879217" y="213925"/>
                </a:lnTo>
                <a:cubicBezTo>
                  <a:pt x="8880359" y="208697"/>
                  <a:pt x="8882707" y="201206"/>
                  <a:pt x="8884294" y="192155"/>
                </a:cubicBezTo>
                <a:cubicBezTo>
                  <a:pt x="8888229" y="174051"/>
                  <a:pt x="8891656" y="149705"/>
                  <a:pt x="8893433" y="125086"/>
                </a:cubicBezTo>
                <a:cubicBezTo>
                  <a:pt x="8894766" y="100506"/>
                  <a:pt x="8894386" y="75730"/>
                  <a:pt x="8892735" y="57120"/>
                </a:cubicBezTo>
                <a:cubicBezTo>
                  <a:pt x="8892227" y="47756"/>
                  <a:pt x="8890831" y="40070"/>
                  <a:pt x="8890324" y="34607"/>
                </a:cubicBezTo>
                <a:cubicBezTo>
                  <a:pt x="8889626" y="29145"/>
                  <a:pt x="8889244" y="26024"/>
                  <a:pt x="8889244" y="26024"/>
                </a:cubicBezTo>
                <a:cubicBezTo>
                  <a:pt x="8889244" y="26024"/>
                  <a:pt x="8890578" y="29028"/>
                  <a:pt x="8892862" y="34256"/>
                </a:cubicBezTo>
                <a:cubicBezTo>
                  <a:pt x="8894957" y="39524"/>
                  <a:pt x="8898701" y="46975"/>
                  <a:pt x="8901938" y="56105"/>
                </a:cubicBezTo>
                <a:cubicBezTo>
                  <a:pt x="8909237" y="74248"/>
                  <a:pt x="8917043" y="98867"/>
                  <a:pt x="8923326" y="123837"/>
                </a:cubicBezTo>
                <a:cubicBezTo>
                  <a:pt x="8929038" y="148846"/>
                  <a:pt x="8933100" y="174246"/>
                  <a:pt x="8934750" y="193364"/>
                </a:cubicBezTo>
                <a:cubicBezTo>
                  <a:pt x="8935956" y="202962"/>
                  <a:pt x="8935892" y="210921"/>
                  <a:pt x="8936401" y="216539"/>
                </a:cubicBezTo>
                <a:lnTo>
                  <a:pt x="8936493" y="218372"/>
                </a:lnTo>
                <a:lnTo>
                  <a:pt x="8951725" y="218372"/>
                </a:lnTo>
                <a:lnTo>
                  <a:pt x="8954107" y="211546"/>
                </a:lnTo>
                <a:cubicBezTo>
                  <a:pt x="8960772" y="195159"/>
                  <a:pt x="8968642" y="179123"/>
                  <a:pt x="8975179" y="167301"/>
                </a:cubicBezTo>
                <a:cubicBezTo>
                  <a:pt x="8981526" y="155440"/>
                  <a:pt x="8986286" y="147754"/>
                  <a:pt x="8986286" y="147754"/>
                </a:cubicBezTo>
                <a:cubicBezTo>
                  <a:pt x="8986286" y="147754"/>
                  <a:pt x="8981780" y="181191"/>
                  <a:pt x="8983810" y="214081"/>
                </a:cubicBezTo>
                <a:lnTo>
                  <a:pt x="8984266" y="218372"/>
                </a:lnTo>
                <a:lnTo>
                  <a:pt x="9003229" y="218372"/>
                </a:lnTo>
                <a:lnTo>
                  <a:pt x="9040105" y="44869"/>
                </a:lnTo>
                <a:lnTo>
                  <a:pt x="9054893" y="207175"/>
                </a:lnTo>
                <a:cubicBezTo>
                  <a:pt x="9056988" y="200348"/>
                  <a:pt x="9059209" y="193325"/>
                  <a:pt x="9061494" y="186302"/>
                </a:cubicBezTo>
                <a:cubicBezTo>
                  <a:pt x="9073997" y="147325"/>
                  <a:pt x="9089610" y="109128"/>
                  <a:pt x="9089610" y="109128"/>
                </a:cubicBezTo>
                <a:cubicBezTo>
                  <a:pt x="9089610" y="109128"/>
                  <a:pt x="9088785" y="148808"/>
                  <a:pt x="9091323" y="188136"/>
                </a:cubicBezTo>
                <a:lnTo>
                  <a:pt x="9093825" y="218372"/>
                </a:lnTo>
                <a:lnTo>
                  <a:pt x="9129285" y="218372"/>
                </a:lnTo>
                <a:lnTo>
                  <a:pt x="9129737" y="217027"/>
                </a:lnTo>
                <a:cubicBezTo>
                  <a:pt x="9134148" y="203254"/>
                  <a:pt x="9139558" y="184780"/>
                  <a:pt x="9143557" y="165974"/>
                </a:cubicBezTo>
                <a:cubicBezTo>
                  <a:pt x="9151934" y="128441"/>
                  <a:pt x="9154346" y="89932"/>
                  <a:pt x="9154346" y="89932"/>
                </a:cubicBezTo>
                <a:cubicBezTo>
                  <a:pt x="9154346" y="89932"/>
                  <a:pt x="9166849" y="127466"/>
                  <a:pt x="9173513" y="166209"/>
                </a:cubicBezTo>
                <a:cubicBezTo>
                  <a:pt x="9176369" y="182166"/>
                  <a:pt x="9178209" y="198261"/>
                  <a:pt x="9179384" y="211663"/>
                </a:cubicBezTo>
                <a:lnTo>
                  <a:pt x="9179877" y="218372"/>
                </a:lnTo>
                <a:lnTo>
                  <a:pt x="9182596" y="218372"/>
                </a:lnTo>
                <a:lnTo>
                  <a:pt x="9182747" y="216393"/>
                </a:lnTo>
                <a:cubicBezTo>
                  <a:pt x="9183096" y="212706"/>
                  <a:pt x="9183350" y="210609"/>
                  <a:pt x="9183350" y="210609"/>
                </a:cubicBezTo>
                <a:cubicBezTo>
                  <a:pt x="9183350" y="210609"/>
                  <a:pt x="9187412" y="176860"/>
                  <a:pt x="9199471" y="144945"/>
                </a:cubicBezTo>
                <a:cubicBezTo>
                  <a:pt x="9205563" y="128948"/>
                  <a:pt x="9212799" y="113420"/>
                  <a:pt x="9219145" y="102067"/>
                </a:cubicBezTo>
                <a:cubicBezTo>
                  <a:pt x="9225492" y="90713"/>
                  <a:pt x="9230189" y="83378"/>
                  <a:pt x="9230189" y="83378"/>
                </a:cubicBezTo>
                <a:cubicBezTo>
                  <a:pt x="9230189" y="83378"/>
                  <a:pt x="9225619" y="115527"/>
                  <a:pt x="9229237" y="146779"/>
                </a:cubicBezTo>
                <a:cubicBezTo>
                  <a:pt x="9231077" y="162424"/>
                  <a:pt x="9234124" y="177797"/>
                  <a:pt x="9237360" y="189150"/>
                </a:cubicBezTo>
                <a:cubicBezTo>
                  <a:pt x="9240470" y="200504"/>
                  <a:pt x="9243073" y="207917"/>
                  <a:pt x="9243073" y="207917"/>
                </a:cubicBezTo>
                <a:cubicBezTo>
                  <a:pt x="9243073" y="207917"/>
                  <a:pt x="9243676" y="209660"/>
                  <a:pt x="9244830" y="212690"/>
                </a:cubicBezTo>
                <a:lnTo>
                  <a:pt x="9247134" y="218372"/>
                </a:lnTo>
                <a:lnTo>
                  <a:pt x="9288315" y="218372"/>
                </a:lnTo>
                <a:lnTo>
                  <a:pt x="9288959" y="216813"/>
                </a:lnTo>
                <a:cubicBezTo>
                  <a:pt x="9288959" y="216813"/>
                  <a:pt x="9300383" y="188955"/>
                  <a:pt x="9309396" y="160356"/>
                </a:cubicBezTo>
                <a:cubicBezTo>
                  <a:pt x="9318598" y="131874"/>
                  <a:pt x="9325326" y="102730"/>
                  <a:pt x="9325326" y="102730"/>
                </a:cubicBezTo>
                <a:cubicBezTo>
                  <a:pt x="9325326" y="102730"/>
                  <a:pt x="9333577" y="131641"/>
                  <a:pt x="9339289" y="161176"/>
                </a:cubicBezTo>
                <a:cubicBezTo>
                  <a:pt x="9343716" y="183269"/>
                  <a:pt x="9346714" y="205647"/>
                  <a:pt x="9347937" y="215455"/>
                </a:cubicBezTo>
                <a:lnTo>
                  <a:pt x="9348288" y="218372"/>
                </a:lnTo>
                <a:lnTo>
                  <a:pt x="9351606" y="218372"/>
                </a:lnTo>
                <a:lnTo>
                  <a:pt x="9353775" y="213428"/>
                </a:lnTo>
                <a:cubicBezTo>
                  <a:pt x="9354886" y="210814"/>
                  <a:pt x="9355473" y="209361"/>
                  <a:pt x="9355473" y="209361"/>
                </a:cubicBezTo>
                <a:cubicBezTo>
                  <a:pt x="9355473" y="209361"/>
                  <a:pt x="9371974" y="169681"/>
                  <a:pt x="9382065" y="128441"/>
                </a:cubicBezTo>
                <a:cubicBezTo>
                  <a:pt x="9392601" y="87358"/>
                  <a:pt x="9396345" y="45064"/>
                  <a:pt x="9396345" y="45064"/>
                </a:cubicBezTo>
                <a:cubicBezTo>
                  <a:pt x="9396345" y="45064"/>
                  <a:pt x="9407579" y="86655"/>
                  <a:pt x="9411958" y="129417"/>
                </a:cubicBezTo>
                <a:cubicBezTo>
                  <a:pt x="9416782" y="172061"/>
                  <a:pt x="9414624" y="215408"/>
                  <a:pt x="9414624" y="215408"/>
                </a:cubicBezTo>
                <a:lnTo>
                  <a:pt x="9414472" y="218372"/>
                </a:lnTo>
                <a:lnTo>
                  <a:pt x="9415681" y="218372"/>
                </a:lnTo>
                <a:lnTo>
                  <a:pt x="9422890" y="196071"/>
                </a:lnTo>
                <a:cubicBezTo>
                  <a:pt x="9426334" y="185854"/>
                  <a:pt x="9430269" y="174675"/>
                  <a:pt x="9434489" y="163555"/>
                </a:cubicBezTo>
                <a:cubicBezTo>
                  <a:pt x="9448452" y="126218"/>
                  <a:pt x="9465652" y="89854"/>
                  <a:pt x="9465652" y="89854"/>
                </a:cubicBezTo>
                <a:cubicBezTo>
                  <a:pt x="9465652" y="89854"/>
                  <a:pt x="9463240" y="128090"/>
                  <a:pt x="9464191" y="166014"/>
                </a:cubicBezTo>
                <a:cubicBezTo>
                  <a:pt x="9464573" y="184995"/>
                  <a:pt x="9465810" y="203869"/>
                  <a:pt x="9466953" y="217998"/>
                </a:cubicBezTo>
                <a:lnTo>
                  <a:pt x="9466986" y="218372"/>
                </a:lnTo>
                <a:lnTo>
                  <a:pt x="9516051" y="218372"/>
                </a:lnTo>
                <a:lnTo>
                  <a:pt x="9517802" y="212027"/>
                </a:lnTo>
                <a:cubicBezTo>
                  <a:pt x="9519016" y="207407"/>
                  <a:pt x="9519662" y="204757"/>
                  <a:pt x="9519662" y="204757"/>
                </a:cubicBezTo>
                <a:cubicBezTo>
                  <a:pt x="9519662" y="204757"/>
                  <a:pt x="9530324" y="162424"/>
                  <a:pt x="9535592" y="119117"/>
                </a:cubicBezTo>
                <a:cubicBezTo>
                  <a:pt x="9540987" y="76901"/>
                  <a:pt x="9541050" y="34062"/>
                  <a:pt x="9541050" y="32188"/>
                </a:cubicBezTo>
                <a:cubicBezTo>
                  <a:pt x="9541812" y="34256"/>
                  <a:pt x="9556282" y="75770"/>
                  <a:pt x="9565485" y="118453"/>
                </a:cubicBezTo>
                <a:cubicBezTo>
                  <a:pt x="9575258" y="162151"/>
                  <a:pt x="9579447" y="206708"/>
                  <a:pt x="9579447" y="206708"/>
                </a:cubicBezTo>
                <a:cubicBezTo>
                  <a:pt x="9579447" y="206708"/>
                  <a:pt x="9579606" y="208288"/>
                  <a:pt x="9579856" y="211154"/>
                </a:cubicBezTo>
                <a:lnTo>
                  <a:pt x="9580423" y="218372"/>
                </a:lnTo>
                <a:lnTo>
                  <a:pt x="9597379" y="218372"/>
                </a:lnTo>
                <a:lnTo>
                  <a:pt x="9609467" y="175182"/>
                </a:lnTo>
                <a:cubicBezTo>
                  <a:pt x="9619114" y="136127"/>
                  <a:pt x="9624763" y="96331"/>
                  <a:pt x="9624763" y="96331"/>
                </a:cubicBezTo>
                <a:cubicBezTo>
                  <a:pt x="9624763" y="96331"/>
                  <a:pt x="9634092" y="135776"/>
                  <a:pt x="9639361" y="175923"/>
                </a:cubicBezTo>
                <a:cubicBezTo>
                  <a:pt x="9640726" y="185951"/>
                  <a:pt x="9641836" y="196012"/>
                  <a:pt x="9642735" y="205464"/>
                </a:cubicBezTo>
                <a:lnTo>
                  <a:pt x="9643782" y="218372"/>
                </a:lnTo>
                <a:lnTo>
                  <a:pt x="9670266" y="218372"/>
                </a:lnTo>
                <a:lnTo>
                  <a:pt x="9676805" y="206122"/>
                </a:lnTo>
                <a:cubicBezTo>
                  <a:pt x="9684422" y="192193"/>
                  <a:pt x="9695909" y="174051"/>
                  <a:pt x="9708539" y="156454"/>
                </a:cubicBezTo>
                <a:cubicBezTo>
                  <a:pt x="9721550" y="138975"/>
                  <a:pt x="9735576" y="122043"/>
                  <a:pt x="9747064" y="109830"/>
                </a:cubicBezTo>
                <a:cubicBezTo>
                  <a:pt x="9757600" y="98438"/>
                  <a:pt x="9765342" y="90830"/>
                  <a:pt x="9766422" y="89815"/>
                </a:cubicBezTo>
                <a:cubicBezTo>
                  <a:pt x="9765279" y="91961"/>
                  <a:pt x="9747000" y="127193"/>
                  <a:pt x="9736846" y="163088"/>
                </a:cubicBezTo>
                <a:cubicBezTo>
                  <a:pt x="9731641" y="181659"/>
                  <a:pt x="9727770" y="200192"/>
                  <a:pt x="9725930" y="214121"/>
                </a:cubicBezTo>
                <a:lnTo>
                  <a:pt x="9725406" y="218372"/>
                </a:lnTo>
                <a:lnTo>
                  <a:pt x="9746483" y="218372"/>
                </a:lnTo>
                <a:lnTo>
                  <a:pt x="9795870" y="141356"/>
                </a:lnTo>
                <a:lnTo>
                  <a:pt x="9785500" y="218372"/>
                </a:lnTo>
                <a:lnTo>
                  <a:pt x="9806524" y="218372"/>
                </a:lnTo>
                <a:lnTo>
                  <a:pt x="9809833" y="199763"/>
                </a:lnTo>
                <a:cubicBezTo>
                  <a:pt x="9812372" y="181971"/>
                  <a:pt x="9815100" y="158093"/>
                  <a:pt x="9814466" y="134099"/>
                </a:cubicBezTo>
                <a:cubicBezTo>
                  <a:pt x="9813704" y="110221"/>
                  <a:pt x="9811038" y="85992"/>
                  <a:pt x="9805644" y="68240"/>
                </a:cubicBezTo>
                <a:cubicBezTo>
                  <a:pt x="9803803" y="59149"/>
                  <a:pt x="9800503" y="51930"/>
                  <a:pt x="9798790" y="46703"/>
                </a:cubicBezTo>
                <a:cubicBezTo>
                  <a:pt x="9797203" y="42137"/>
                  <a:pt x="9796124" y="39289"/>
                  <a:pt x="9795933" y="38665"/>
                </a:cubicBezTo>
                <a:cubicBezTo>
                  <a:pt x="9796441" y="39329"/>
                  <a:pt x="9798281" y="41943"/>
                  <a:pt x="9801201" y="46078"/>
                </a:cubicBezTo>
                <a:cubicBezTo>
                  <a:pt x="9804438" y="50955"/>
                  <a:pt x="9810023" y="57744"/>
                  <a:pt x="9814656" y="66445"/>
                </a:cubicBezTo>
                <a:cubicBezTo>
                  <a:pt x="9825572" y="83456"/>
                  <a:pt x="9835790" y="107334"/>
                  <a:pt x="9844231" y="131680"/>
                </a:cubicBezTo>
                <a:cubicBezTo>
                  <a:pt x="9848738" y="145179"/>
                  <a:pt x="9852228" y="158757"/>
                  <a:pt x="9854958" y="171437"/>
                </a:cubicBezTo>
                <a:cubicBezTo>
                  <a:pt x="9855592" y="168082"/>
                  <a:pt x="9856100" y="164726"/>
                  <a:pt x="9856798" y="161332"/>
                </a:cubicBezTo>
                <a:cubicBezTo>
                  <a:pt x="9861812" y="138741"/>
                  <a:pt x="9868413" y="116502"/>
                  <a:pt x="9874696" y="100155"/>
                </a:cubicBezTo>
                <a:cubicBezTo>
                  <a:pt x="9877489" y="91922"/>
                  <a:pt x="9880788" y="85211"/>
                  <a:pt x="9882629" y="80452"/>
                </a:cubicBezTo>
                <a:cubicBezTo>
                  <a:pt x="9884597" y="75730"/>
                  <a:pt x="9885739" y="73038"/>
                  <a:pt x="9885739" y="73038"/>
                </a:cubicBezTo>
                <a:cubicBezTo>
                  <a:pt x="9885739" y="73038"/>
                  <a:pt x="9885548" y="75848"/>
                  <a:pt x="9885168" y="80764"/>
                </a:cubicBezTo>
                <a:cubicBezTo>
                  <a:pt x="9884914" y="85679"/>
                  <a:pt x="9883962" y="92625"/>
                  <a:pt x="9883962" y="101013"/>
                </a:cubicBezTo>
                <a:cubicBezTo>
                  <a:pt x="9883264" y="117751"/>
                  <a:pt x="9884216" y="139990"/>
                  <a:pt x="9886691" y="161956"/>
                </a:cubicBezTo>
                <a:cubicBezTo>
                  <a:pt x="9888214" y="172959"/>
                  <a:pt x="9890118" y="183873"/>
                  <a:pt x="9892236" y="194042"/>
                </a:cubicBezTo>
                <a:lnTo>
                  <a:pt x="9898256" y="218372"/>
                </a:lnTo>
                <a:lnTo>
                  <a:pt x="9934341" y="218372"/>
                </a:lnTo>
                <a:lnTo>
                  <a:pt x="9924010" y="141356"/>
                </a:lnTo>
                <a:lnTo>
                  <a:pt x="9973397" y="218372"/>
                </a:lnTo>
                <a:lnTo>
                  <a:pt x="9994468" y="218372"/>
                </a:lnTo>
                <a:lnTo>
                  <a:pt x="9993950" y="214121"/>
                </a:lnTo>
                <a:cubicBezTo>
                  <a:pt x="9992110" y="200192"/>
                  <a:pt x="9988238" y="181659"/>
                  <a:pt x="9983033" y="163088"/>
                </a:cubicBezTo>
                <a:cubicBezTo>
                  <a:pt x="9972879" y="127193"/>
                  <a:pt x="9954600" y="91961"/>
                  <a:pt x="9953458" y="89815"/>
                </a:cubicBezTo>
                <a:cubicBezTo>
                  <a:pt x="9954537" y="90830"/>
                  <a:pt x="9962217" y="98438"/>
                  <a:pt x="9972815" y="109830"/>
                </a:cubicBezTo>
                <a:cubicBezTo>
                  <a:pt x="9984240" y="122043"/>
                  <a:pt x="9998329" y="138975"/>
                  <a:pt x="10011340" y="156454"/>
                </a:cubicBezTo>
                <a:cubicBezTo>
                  <a:pt x="10023907" y="174051"/>
                  <a:pt x="10035457" y="192193"/>
                  <a:pt x="10043074" y="206122"/>
                </a:cubicBezTo>
                <a:lnTo>
                  <a:pt x="10049590" y="218372"/>
                </a:lnTo>
                <a:lnTo>
                  <a:pt x="10076072" y="218372"/>
                </a:lnTo>
                <a:lnTo>
                  <a:pt x="10077119" y="205464"/>
                </a:lnTo>
                <a:cubicBezTo>
                  <a:pt x="10078020" y="196012"/>
                  <a:pt x="10079139" y="185951"/>
                  <a:pt x="10080519" y="175923"/>
                </a:cubicBezTo>
                <a:cubicBezTo>
                  <a:pt x="10085787" y="135776"/>
                  <a:pt x="10095053" y="96331"/>
                  <a:pt x="10095053" y="96331"/>
                </a:cubicBezTo>
                <a:cubicBezTo>
                  <a:pt x="10095053" y="96331"/>
                  <a:pt x="10100765" y="136127"/>
                  <a:pt x="10110412" y="175182"/>
                </a:cubicBezTo>
                <a:lnTo>
                  <a:pt x="10122500" y="218372"/>
                </a:lnTo>
                <a:lnTo>
                  <a:pt x="10139456" y="218372"/>
                </a:lnTo>
                <a:lnTo>
                  <a:pt x="10140023" y="211154"/>
                </a:lnTo>
                <a:cubicBezTo>
                  <a:pt x="10140273" y="208288"/>
                  <a:pt x="10140432" y="206708"/>
                  <a:pt x="10140432" y="206708"/>
                </a:cubicBezTo>
                <a:cubicBezTo>
                  <a:pt x="10140432" y="206708"/>
                  <a:pt x="10144621" y="162151"/>
                  <a:pt x="10154394" y="118453"/>
                </a:cubicBezTo>
                <a:cubicBezTo>
                  <a:pt x="10163597" y="75770"/>
                  <a:pt x="10178068" y="34256"/>
                  <a:pt x="10178830" y="32188"/>
                </a:cubicBezTo>
                <a:cubicBezTo>
                  <a:pt x="10178830" y="34062"/>
                  <a:pt x="10178893" y="76901"/>
                  <a:pt x="10184288" y="119117"/>
                </a:cubicBezTo>
                <a:cubicBezTo>
                  <a:pt x="10189555" y="162424"/>
                  <a:pt x="10200218" y="204757"/>
                  <a:pt x="10200218" y="204757"/>
                </a:cubicBezTo>
                <a:cubicBezTo>
                  <a:pt x="10200218" y="204757"/>
                  <a:pt x="10200865" y="207407"/>
                  <a:pt x="10202078" y="212027"/>
                </a:cubicBezTo>
                <a:lnTo>
                  <a:pt x="10203829" y="218372"/>
                </a:lnTo>
                <a:lnTo>
                  <a:pt x="10252893" y="218372"/>
                </a:lnTo>
                <a:lnTo>
                  <a:pt x="10252927" y="217998"/>
                </a:lnTo>
                <a:cubicBezTo>
                  <a:pt x="10254069" y="203869"/>
                  <a:pt x="10255307" y="184995"/>
                  <a:pt x="10255688" y="166014"/>
                </a:cubicBezTo>
                <a:cubicBezTo>
                  <a:pt x="10256640" y="128090"/>
                  <a:pt x="10254228" y="89854"/>
                  <a:pt x="10254228" y="89854"/>
                </a:cubicBezTo>
                <a:cubicBezTo>
                  <a:pt x="10254228" y="89854"/>
                  <a:pt x="10271364" y="126218"/>
                  <a:pt x="10285390" y="163555"/>
                </a:cubicBezTo>
                <a:cubicBezTo>
                  <a:pt x="10289611" y="174675"/>
                  <a:pt x="10293546" y="185854"/>
                  <a:pt x="10296989" y="196071"/>
                </a:cubicBezTo>
                <a:lnTo>
                  <a:pt x="10304198" y="218372"/>
                </a:lnTo>
                <a:lnTo>
                  <a:pt x="10305369" y="218372"/>
                </a:lnTo>
                <a:lnTo>
                  <a:pt x="10305192" y="215408"/>
                </a:lnTo>
                <a:cubicBezTo>
                  <a:pt x="10305192" y="215408"/>
                  <a:pt x="10303098" y="172061"/>
                  <a:pt x="10307921" y="129417"/>
                </a:cubicBezTo>
                <a:cubicBezTo>
                  <a:pt x="10312300" y="86655"/>
                  <a:pt x="10323534" y="45064"/>
                  <a:pt x="10323534" y="45064"/>
                </a:cubicBezTo>
                <a:cubicBezTo>
                  <a:pt x="10323534" y="45064"/>
                  <a:pt x="10327279" y="87358"/>
                  <a:pt x="10337814" y="128441"/>
                </a:cubicBezTo>
                <a:cubicBezTo>
                  <a:pt x="10347906" y="169681"/>
                  <a:pt x="10364407" y="209361"/>
                  <a:pt x="10364407" y="209361"/>
                </a:cubicBezTo>
                <a:cubicBezTo>
                  <a:pt x="10364407" y="209361"/>
                  <a:pt x="10364994" y="210814"/>
                  <a:pt x="10366097" y="213428"/>
                </a:cubicBezTo>
                <a:lnTo>
                  <a:pt x="10368241" y="218372"/>
                </a:lnTo>
                <a:lnTo>
                  <a:pt x="10371592" y="218372"/>
                </a:lnTo>
                <a:lnTo>
                  <a:pt x="10371942" y="215455"/>
                </a:lnTo>
                <a:cubicBezTo>
                  <a:pt x="10373162" y="205647"/>
                  <a:pt x="10376148" y="183269"/>
                  <a:pt x="10380527" y="161176"/>
                </a:cubicBezTo>
                <a:cubicBezTo>
                  <a:pt x="10386303" y="131641"/>
                  <a:pt x="10394554" y="102730"/>
                  <a:pt x="10394554" y="102730"/>
                </a:cubicBezTo>
                <a:cubicBezTo>
                  <a:pt x="10394554" y="102730"/>
                  <a:pt x="10401281" y="131874"/>
                  <a:pt x="10410420" y="160356"/>
                </a:cubicBezTo>
                <a:cubicBezTo>
                  <a:pt x="10419496" y="188955"/>
                  <a:pt x="10430920" y="216813"/>
                  <a:pt x="10430920" y="216813"/>
                </a:cubicBezTo>
                <a:lnTo>
                  <a:pt x="10431563" y="218372"/>
                </a:lnTo>
                <a:lnTo>
                  <a:pt x="10472741" y="218372"/>
                </a:lnTo>
                <a:lnTo>
                  <a:pt x="10475049" y="212690"/>
                </a:lnTo>
                <a:cubicBezTo>
                  <a:pt x="10476204" y="209660"/>
                  <a:pt x="10476807" y="207917"/>
                  <a:pt x="10476807" y="207917"/>
                </a:cubicBezTo>
                <a:cubicBezTo>
                  <a:pt x="10476807" y="207917"/>
                  <a:pt x="10479409" y="200504"/>
                  <a:pt x="10482519" y="189150"/>
                </a:cubicBezTo>
                <a:cubicBezTo>
                  <a:pt x="10485756" y="177797"/>
                  <a:pt x="10488738" y="162424"/>
                  <a:pt x="10490643" y="146779"/>
                </a:cubicBezTo>
                <a:cubicBezTo>
                  <a:pt x="10494260" y="115527"/>
                  <a:pt x="10489627" y="83378"/>
                  <a:pt x="10489627" y="83378"/>
                </a:cubicBezTo>
                <a:cubicBezTo>
                  <a:pt x="10489627" y="83378"/>
                  <a:pt x="10494387" y="90713"/>
                  <a:pt x="10500670" y="102067"/>
                </a:cubicBezTo>
                <a:cubicBezTo>
                  <a:pt x="10507080" y="113420"/>
                  <a:pt x="10514316" y="128948"/>
                  <a:pt x="10520408" y="144945"/>
                </a:cubicBezTo>
                <a:cubicBezTo>
                  <a:pt x="10532467" y="176860"/>
                  <a:pt x="10536466" y="210609"/>
                  <a:pt x="10536466" y="210609"/>
                </a:cubicBezTo>
                <a:cubicBezTo>
                  <a:pt x="10536466" y="210609"/>
                  <a:pt x="10536736" y="212706"/>
                  <a:pt x="10537093" y="216393"/>
                </a:cubicBezTo>
                <a:lnTo>
                  <a:pt x="10537241" y="218372"/>
                </a:lnTo>
                <a:lnTo>
                  <a:pt x="10539984" y="218372"/>
                </a:lnTo>
                <a:lnTo>
                  <a:pt x="10540472" y="211663"/>
                </a:lnTo>
                <a:cubicBezTo>
                  <a:pt x="10541638" y="198261"/>
                  <a:pt x="10543478" y="182166"/>
                  <a:pt x="10546366" y="166209"/>
                </a:cubicBezTo>
                <a:cubicBezTo>
                  <a:pt x="10552967" y="127466"/>
                  <a:pt x="10565533" y="89932"/>
                  <a:pt x="10565533" y="89932"/>
                </a:cubicBezTo>
                <a:cubicBezTo>
                  <a:pt x="10565533" y="89932"/>
                  <a:pt x="10567945" y="128441"/>
                  <a:pt x="10576323" y="165974"/>
                </a:cubicBezTo>
                <a:cubicBezTo>
                  <a:pt x="10580321" y="184780"/>
                  <a:pt x="10585732" y="203254"/>
                  <a:pt x="10590143" y="217027"/>
                </a:cubicBezTo>
                <a:lnTo>
                  <a:pt x="10590594" y="218372"/>
                </a:lnTo>
                <a:lnTo>
                  <a:pt x="10626054" y="218372"/>
                </a:lnTo>
                <a:lnTo>
                  <a:pt x="10628556" y="188136"/>
                </a:lnTo>
                <a:cubicBezTo>
                  <a:pt x="10631032" y="148808"/>
                  <a:pt x="10630270" y="109128"/>
                  <a:pt x="10630270" y="109128"/>
                </a:cubicBezTo>
                <a:cubicBezTo>
                  <a:pt x="10630270" y="109128"/>
                  <a:pt x="10645883" y="147325"/>
                  <a:pt x="10658385" y="186302"/>
                </a:cubicBezTo>
                <a:cubicBezTo>
                  <a:pt x="10660670" y="193325"/>
                  <a:pt x="10662892" y="200348"/>
                  <a:pt x="10664986" y="207175"/>
                </a:cubicBezTo>
                <a:lnTo>
                  <a:pt x="10679710" y="44869"/>
                </a:lnTo>
                <a:lnTo>
                  <a:pt x="10716644" y="218372"/>
                </a:lnTo>
                <a:lnTo>
                  <a:pt x="10735613" y="218372"/>
                </a:lnTo>
                <a:lnTo>
                  <a:pt x="10736069" y="214081"/>
                </a:lnTo>
                <a:cubicBezTo>
                  <a:pt x="10738100" y="181191"/>
                  <a:pt x="10733530" y="147754"/>
                  <a:pt x="10733530" y="147754"/>
                </a:cubicBezTo>
                <a:cubicBezTo>
                  <a:pt x="10733530" y="147754"/>
                  <a:pt x="10738290" y="155440"/>
                  <a:pt x="10744700" y="167301"/>
                </a:cubicBezTo>
                <a:cubicBezTo>
                  <a:pt x="10751238" y="179123"/>
                  <a:pt x="10759107" y="195159"/>
                  <a:pt x="10765772" y="211546"/>
                </a:cubicBezTo>
                <a:lnTo>
                  <a:pt x="10768154" y="218372"/>
                </a:lnTo>
                <a:lnTo>
                  <a:pt x="10783387" y="218372"/>
                </a:lnTo>
                <a:lnTo>
                  <a:pt x="10783479" y="216539"/>
                </a:lnTo>
                <a:cubicBezTo>
                  <a:pt x="10783923" y="210921"/>
                  <a:pt x="10783923" y="202962"/>
                  <a:pt x="10785129" y="193364"/>
                </a:cubicBezTo>
                <a:cubicBezTo>
                  <a:pt x="10786779" y="174246"/>
                  <a:pt x="10790841" y="148846"/>
                  <a:pt x="10796553" y="123837"/>
                </a:cubicBezTo>
                <a:cubicBezTo>
                  <a:pt x="10802773" y="98867"/>
                  <a:pt x="10810643" y="74248"/>
                  <a:pt x="10817941" y="56105"/>
                </a:cubicBezTo>
                <a:cubicBezTo>
                  <a:pt x="10821178" y="46975"/>
                  <a:pt x="10824923" y="39524"/>
                  <a:pt x="10827018" y="34256"/>
                </a:cubicBezTo>
                <a:cubicBezTo>
                  <a:pt x="10829302" y="29028"/>
                  <a:pt x="10830635" y="26024"/>
                  <a:pt x="10830635" y="26024"/>
                </a:cubicBezTo>
                <a:cubicBezTo>
                  <a:pt x="10830635" y="26024"/>
                  <a:pt x="10830254" y="29145"/>
                  <a:pt x="10829556" y="34607"/>
                </a:cubicBezTo>
                <a:cubicBezTo>
                  <a:pt x="10829048" y="40070"/>
                  <a:pt x="10827652" y="47756"/>
                  <a:pt x="10827144" y="57120"/>
                </a:cubicBezTo>
                <a:cubicBezTo>
                  <a:pt x="10825431" y="75730"/>
                  <a:pt x="10825113" y="100506"/>
                  <a:pt x="10826446" y="125086"/>
                </a:cubicBezTo>
                <a:cubicBezTo>
                  <a:pt x="10828223" y="149705"/>
                  <a:pt x="10831651" y="174051"/>
                  <a:pt x="10835585" y="192155"/>
                </a:cubicBezTo>
                <a:cubicBezTo>
                  <a:pt x="10837172" y="201206"/>
                  <a:pt x="10839457" y="208697"/>
                  <a:pt x="10840662" y="213925"/>
                </a:cubicBezTo>
                <a:lnTo>
                  <a:pt x="10841760" y="218372"/>
                </a:lnTo>
                <a:lnTo>
                  <a:pt x="10881540" y="218372"/>
                </a:lnTo>
                <a:lnTo>
                  <a:pt x="10881850" y="217067"/>
                </a:lnTo>
                <a:cubicBezTo>
                  <a:pt x="10886101" y="198692"/>
                  <a:pt x="10895324" y="156620"/>
                  <a:pt x="10901083" y="114044"/>
                </a:cubicBezTo>
                <a:cubicBezTo>
                  <a:pt x="10909334" y="57354"/>
                  <a:pt x="10911428" y="0"/>
                  <a:pt x="10911428" y="0"/>
                </a:cubicBezTo>
                <a:cubicBezTo>
                  <a:pt x="10911428" y="0"/>
                  <a:pt x="10924312" y="56652"/>
                  <a:pt x="10930976" y="114161"/>
                </a:cubicBezTo>
                <a:cubicBezTo>
                  <a:pt x="10934625" y="142897"/>
                  <a:pt x="10936704" y="171778"/>
                  <a:pt x="10937870" y="193476"/>
                </a:cubicBezTo>
                <a:lnTo>
                  <a:pt x="10938958" y="218372"/>
                </a:lnTo>
                <a:lnTo>
                  <a:pt x="10967734" y="218372"/>
                </a:lnTo>
                <a:lnTo>
                  <a:pt x="10968613" y="215700"/>
                </a:lnTo>
                <a:cubicBezTo>
                  <a:pt x="10974137" y="199143"/>
                  <a:pt x="10987096" y="161381"/>
                  <a:pt x="11002377" y="124188"/>
                </a:cubicBezTo>
                <a:cubicBezTo>
                  <a:pt x="11021670" y="76355"/>
                  <a:pt x="11044772" y="29574"/>
                  <a:pt x="11046486" y="26180"/>
                </a:cubicBezTo>
                <a:cubicBezTo>
                  <a:pt x="11046168" y="27936"/>
                  <a:pt x="11043820" y="41123"/>
                  <a:pt x="11040837" y="60007"/>
                </a:cubicBezTo>
                <a:cubicBezTo>
                  <a:pt x="11043122" y="46859"/>
                  <a:pt x="11044645" y="38509"/>
                  <a:pt x="11044645" y="38509"/>
                </a:cubicBezTo>
                <a:cubicBezTo>
                  <a:pt x="11044645" y="38509"/>
                  <a:pt x="11051182" y="84431"/>
                  <a:pt x="11060132" y="130002"/>
                </a:cubicBezTo>
                <a:cubicBezTo>
                  <a:pt x="11066700" y="164180"/>
                  <a:pt x="11074554" y="198138"/>
                  <a:pt x="11078071" y="212982"/>
                </a:cubicBezTo>
                <a:lnTo>
                  <a:pt x="11079362" y="218372"/>
                </a:lnTo>
                <a:lnTo>
                  <a:pt x="11095052" y="218372"/>
                </a:lnTo>
                <a:lnTo>
                  <a:pt x="11095990" y="198436"/>
                </a:lnTo>
                <a:cubicBezTo>
                  <a:pt x="11096180" y="163712"/>
                  <a:pt x="11090342" y="128597"/>
                  <a:pt x="11090342" y="128597"/>
                </a:cubicBezTo>
                <a:cubicBezTo>
                  <a:pt x="11090342" y="128597"/>
                  <a:pt x="11110714" y="161020"/>
                  <a:pt x="11125629" y="195393"/>
                </a:cubicBezTo>
                <a:lnTo>
                  <a:pt x="11134306" y="218372"/>
                </a:lnTo>
                <a:lnTo>
                  <a:pt x="11177178" y="218372"/>
                </a:lnTo>
                <a:lnTo>
                  <a:pt x="11180021" y="210843"/>
                </a:lnTo>
                <a:cubicBezTo>
                  <a:pt x="11186557" y="192935"/>
                  <a:pt x="11193729" y="168784"/>
                  <a:pt x="11199632" y="144282"/>
                </a:cubicBezTo>
                <a:cubicBezTo>
                  <a:pt x="11205026" y="119741"/>
                  <a:pt x="11209088" y="94965"/>
                  <a:pt x="11210866" y="76237"/>
                </a:cubicBezTo>
                <a:cubicBezTo>
                  <a:pt x="11212135" y="66874"/>
                  <a:pt x="11212262" y="59071"/>
                  <a:pt x="11212769" y="53569"/>
                </a:cubicBezTo>
                <a:cubicBezTo>
                  <a:pt x="11213150" y="48068"/>
                  <a:pt x="11213404" y="44947"/>
                  <a:pt x="11213404" y="44947"/>
                </a:cubicBezTo>
                <a:cubicBezTo>
                  <a:pt x="11213404" y="44947"/>
                  <a:pt x="11214102" y="48029"/>
                  <a:pt x="11215371" y="53452"/>
                </a:cubicBezTo>
                <a:cubicBezTo>
                  <a:pt x="11216451" y="58914"/>
                  <a:pt x="11218672" y="66679"/>
                  <a:pt x="11220258" y="76043"/>
                </a:cubicBezTo>
                <a:cubicBezTo>
                  <a:pt x="11224066" y="94770"/>
                  <a:pt x="11227494" y="119935"/>
                  <a:pt x="11229524" y="145335"/>
                </a:cubicBezTo>
                <a:cubicBezTo>
                  <a:pt x="11231048" y="170696"/>
                  <a:pt x="11231175" y="196290"/>
                  <a:pt x="11230033" y="215486"/>
                </a:cubicBezTo>
                <a:lnTo>
                  <a:pt x="11229847" y="218372"/>
                </a:lnTo>
                <a:lnTo>
                  <a:pt x="11288371" y="218372"/>
                </a:lnTo>
                <a:lnTo>
                  <a:pt x="11287352" y="206300"/>
                </a:lnTo>
                <a:cubicBezTo>
                  <a:pt x="11286629" y="195722"/>
                  <a:pt x="11286058" y="184449"/>
                  <a:pt x="11285820" y="173193"/>
                </a:cubicBezTo>
                <a:cubicBezTo>
                  <a:pt x="11284551" y="128090"/>
                  <a:pt x="11288549" y="83495"/>
                  <a:pt x="11288549" y="83495"/>
                </a:cubicBezTo>
                <a:cubicBezTo>
                  <a:pt x="11288549" y="83495"/>
                  <a:pt x="11299529" y="127583"/>
                  <a:pt x="11315522" y="170501"/>
                </a:cubicBezTo>
                <a:cubicBezTo>
                  <a:pt x="11319441" y="181269"/>
                  <a:pt x="11323658" y="191947"/>
                  <a:pt x="11327778" y="201907"/>
                </a:cubicBezTo>
                <a:lnTo>
                  <a:pt x="11334875" y="218372"/>
                </a:lnTo>
                <a:lnTo>
                  <a:pt x="11393301" y="218372"/>
                </a:lnTo>
                <a:lnTo>
                  <a:pt x="11394095" y="211428"/>
                </a:lnTo>
                <a:cubicBezTo>
                  <a:pt x="11395745" y="195276"/>
                  <a:pt x="11396252" y="173661"/>
                  <a:pt x="11395300" y="151851"/>
                </a:cubicBezTo>
                <a:cubicBezTo>
                  <a:pt x="11393904" y="130119"/>
                  <a:pt x="11391048" y="108231"/>
                  <a:pt x="11387621" y="91844"/>
                </a:cubicBezTo>
                <a:cubicBezTo>
                  <a:pt x="11386225" y="83612"/>
                  <a:pt x="11384193" y="76901"/>
                  <a:pt x="11383115" y="72102"/>
                </a:cubicBezTo>
                <a:cubicBezTo>
                  <a:pt x="11382099" y="67888"/>
                  <a:pt x="11381528" y="65274"/>
                  <a:pt x="11381401" y="64689"/>
                </a:cubicBezTo>
                <a:cubicBezTo>
                  <a:pt x="11381718" y="65235"/>
                  <a:pt x="11383178" y="67693"/>
                  <a:pt x="11385590" y="71595"/>
                </a:cubicBezTo>
                <a:cubicBezTo>
                  <a:pt x="11388192" y="76082"/>
                  <a:pt x="11392508" y="82441"/>
                  <a:pt x="11396697" y="90284"/>
                </a:cubicBezTo>
                <a:cubicBezTo>
                  <a:pt x="11405582" y="105812"/>
                  <a:pt x="11415927" y="127036"/>
                  <a:pt x="11424876" y="148730"/>
                </a:cubicBezTo>
                <a:cubicBezTo>
                  <a:pt x="11433380" y="170423"/>
                  <a:pt x="11440488" y="192622"/>
                  <a:pt x="11444550" y="209438"/>
                </a:cubicBezTo>
                <a:lnTo>
                  <a:pt x="11446551" y="218372"/>
                </a:lnTo>
                <a:lnTo>
                  <a:pt x="11502645" y="218372"/>
                </a:lnTo>
                <a:lnTo>
                  <a:pt x="11506431" y="205264"/>
                </a:lnTo>
                <a:cubicBezTo>
                  <a:pt x="11516712" y="167106"/>
                  <a:pt x="11524582" y="128402"/>
                  <a:pt x="11524582" y="128402"/>
                </a:cubicBezTo>
                <a:cubicBezTo>
                  <a:pt x="11524582" y="128402"/>
                  <a:pt x="11531690" y="167145"/>
                  <a:pt x="11536324" y="206239"/>
                </a:cubicBezTo>
                <a:lnTo>
                  <a:pt x="11537526" y="218372"/>
                </a:lnTo>
                <a:lnTo>
                  <a:pt x="11551326" y="218372"/>
                </a:lnTo>
                <a:lnTo>
                  <a:pt x="11551334" y="217583"/>
                </a:lnTo>
                <a:cubicBezTo>
                  <a:pt x="11551508" y="200650"/>
                  <a:pt x="11551746" y="178070"/>
                  <a:pt x="11552000" y="155479"/>
                </a:cubicBezTo>
                <a:cubicBezTo>
                  <a:pt x="11551746" y="110221"/>
                  <a:pt x="11551492" y="65001"/>
                  <a:pt x="11551492" y="65001"/>
                </a:cubicBezTo>
                <a:cubicBezTo>
                  <a:pt x="11551492" y="65001"/>
                  <a:pt x="11566597" y="109089"/>
                  <a:pt x="11581766" y="153177"/>
                </a:cubicBezTo>
                <a:cubicBezTo>
                  <a:pt x="11588970" y="175319"/>
                  <a:pt x="11596173" y="197451"/>
                  <a:pt x="11601576" y="214048"/>
                </a:cubicBezTo>
                <a:lnTo>
                  <a:pt x="11602984" y="218372"/>
                </a:lnTo>
                <a:lnTo>
                  <a:pt x="11631817" y="218372"/>
                </a:lnTo>
                <a:lnTo>
                  <a:pt x="11630548" y="198810"/>
                </a:lnTo>
                <a:cubicBezTo>
                  <a:pt x="11629962" y="188338"/>
                  <a:pt x="11629446" y="177172"/>
                  <a:pt x="11629113" y="166014"/>
                </a:cubicBezTo>
                <a:cubicBezTo>
                  <a:pt x="11627652" y="121379"/>
                  <a:pt x="11629049" y="76940"/>
                  <a:pt x="11629049" y="76940"/>
                </a:cubicBezTo>
                <a:cubicBezTo>
                  <a:pt x="11629049" y="76940"/>
                  <a:pt x="11642568" y="120443"/>
                  <a:pt x="11658815" y="163244"/>
                </a:cubicBezTo>
                <a:cubicBezTo>
                  <a:pt x="11662829" y="173963"/>
                  <a:pt x="11667014" y="184632"/>
                  <a:pt x="11671033" y="194605"/>
                </a:cubicBezTo>
                <a:lnTo>
                  <a:pt x="11680846" y="218372"/>
                </a:lnTo>
                <a:lnTo>
                  <a:pt x="11743666" y="218372"/>
                </a:lnTo>
                <a:lnTo>
                  <a:pt x="11744495" y="206668"/>
                </a:lnTo>
                <a:cubicBezTo>
                  <a:pt x="11747098" y="209829"/>
                  <a:pt x="11749764" y="213028"/>
                  <a:pt x="11752429" y="216188"/>
                </a:cubicBezTo>
                <a:lnTo>
                  <a:pt x="11754285" y="218372"/>
                </a:lnTo>
                <a:lnTo>
                  <a:pt x="11846181" y="218372"/>
                </a:lnTo>
                <a:lnTo>
                  <a:pt x="11871620" y="130704"/>
                </a:lnTo>
                <a:lnTo>
                  <a:pt x="11872127" y="129182"/>
                </a:lnTo>
                <a:lnTo>
                  <a:pt x="11872572" y="130704"/>
                </a:lnTo>
                <a:lnTo>
                  <a:pt x="11898010" y="218372"/>
                </a:lnTo>
                <a:lnTo>
                  <a:pt x="11989902" y="218372"/>
                </a:lnTo>
                <a:lnTo>
                  <a:pt x="11991762" y="216188"/>
                </a:lnTo>
                <a:cubicBezTo>
                  <a:pt x="11994428" y="213028"/>
                  <a:pt x="11997031" y="209829"/>
                  <a:pt x="11999696" y="206668"/>
                </a:cubicBezTo>
                <a:lnTo>
                  <a:pt x="12000526" y="218372"/>
                </a:lnTo>
                <a:lnTo>
                  <a:pt x="12063384" y="218372"/>
                </a:lnTo>
                <a:lnTo>
                  <a:pt x="12073195" y="194605"/>
                </a:lnTo>
                <a:cubicBezTo>
                  <a:pt x="12077217" y="184632"/>
                  <a:pt x="12081410" y="173963"/>
                  <a:pt x="12085440" y="163244"/>
                </a:cubicBezTo>
                <a:cubicBezTo>
                  <a:pt x="12101624" y="120443"/>
                  <a:pt x="12115142" y="76940"/>
                  <a:pt x="12115142" y="76940"/>
                </a:cubicBezTo>
                <a:cubicBezTo>
                  <a:pt x="12115142" y="76940"/>
                  <a:pt x="12116538" y="121379"/>
                  <a:pt x="12115079" y="166014"/>
                </a:cubicBezTo>
                <a:cubicBezTo>
                  <a:pt x="12114746" y="177172"/>
                  <a:pt x="12114230" y="188338"/>
                  <a:pt x="12113644" y="198810"/>
                </a:cubicBezTo>
                <a:lnTo>
                  <a:pt x="12112375" y="218372"/>
                </a:lnTo>
                <a:lnTo>
                  <a:pt x="12143208" y="218372"/>
                </a:lnTo>
                <a:lnTo>
                  <a:pt x="12186225" y="90946"/>
                </a:lnTo>
                <a:lnTo>
                  <a:pt x="12190350" y="218372"/>
                </a:lnTo>
                <a:lnTo>
                  <a:pt x="12192000" y="218372"/>
                </a:lnTo>
                <a:lnTo>
                  <a:pt x="12192000" y="269100"/>
                </a:lnTo>
                <a:lnTo>
                  <a:pt x="12192001" y="269133"/>
                </a:lnTo>
                <a:lnTo>
                  <a:pt x="12192000" y="269133"/>
                </a:lnTo>
                <a:lnTo>
                  <a:pt x="12192000" y="586467"/>
                </a:lnTo>
                <a:lnTo>
                  <a:pt x="0" y="586467"/>
                </a:lnTo>
                <a:lnTo>
                  <a:pt x="0" y="218372"/>
                </a:lnTo>
                <a:lnTo>
                  <a:pt x="6411" y="218372"/>
                </a:lnTo>
                <a:lnTo>
                  <a:pt x="6411" y="173349"/>
                </a:lnTo>
                <a:lnTo>
                  <a:pt x="10854" y="128402"/>
                </a:lnTo>
                <a:lnTo>
                  <a:pt x="36978" y="218372"/>
                </a:lnTo>
                <a:lnTo>
                  <a:pt x="112885" y="218372"/>
                </a:lnTo>
                <a:lnTo>
                  <a:pt x="126293" y="176753"/>
                </a:lnTo>
                <a:cubicBezTo>
                  <a:pt x="130267" y="163185"/>
                  <a:pt x="132647" y="154075"/>
                  <a:pt x="132647" y="154075"/>
                </a:cubicBezTo>
                <a:cubicBezTo>
                  <a:pt x="132647" y="154075"/>
                  <a:pt x="134012" y="163273"/>
                  <a:pt x="135630" y="177133"/>
                </a:cubicBezTo>
                <a:lnTo>
                  <a:pt x="139271" y="218372"/>
                </a:lnTo>
                <a:lnTo>
                  <a:pt x="202325" y="218372"/>
                </a:lnTo>
                <a:lnTo>
                  <a:pt x="212138" y="194605"/>
                </a:lnTo>
                <a:cubicBezTo>
                  <a:pt x="216157" y="184632"/>
                  <a:pt x="220342" y="173963"/>
                  <a:pt x="224356" y="163244"/>
                </a:cubicBezTo>
                <a:cubicBezTo>
                  <a:pt x="240604" y="120443"/>
                  <a:pt x="254059" y="76940"/>
                  <a:pt x="254059" y="76940"/>
                </a:cubicBezTo>
                <a:cubicBezTo>
                  <a:pt x="254059" y="76940"/>
                  <a:pt x="255519" y="121379"/>
                  <a:pt x="254059" y="166014"/>
                </a:cubicBezTo>
                <a:cubicBezTo>
                  <a:pt x="253726" y="177172"/>
                  <a:pt x="253210" y="188338"/>
                  <a:pt x="252624" y="198810"/>
                </a:cubicBezTo>
                <a:lnTo>
                  <a:pt x="251355" y="218372"/>
                </a:lnTo>
                <a:lnTo>
                  <a:pt x="282201" y="218372"/>
                </a:lnTo>
                <a:lnTo>
                  <a:pt x="325269" y="90946"/>
                </a:lnTo>
                <a:lnTo>
                  <a:pt x="329344" y="218372"/>
                </a:lnTo>
                <a:lnTo>
                  <a:pt x="345697" y="218372"/>
                </a:lnTo>
                <a:lnTo>
                  <a:pt x="346911" y="206239"/>
                </a:lnTo>
                <a:cubicBezTo>
                  <a:pt x="351544" y="167145"/>
                  <a:pt x="358589" y="128402"/>
                  <a:pt x="358589" y="128402"/>
                </a:cubicBezTo>
                <a:cubicBezTo>
                  <a:pt x="358589" y="128402"/>
                  <a:pt x="366522" y="167106"/>
                  <a:pt x="376804" y="205264"/>
                </a:cubicBezTo>
                <a:lnTo>
                  <a:pt x="380576" y="218372"/>
                </a:lnTo>
                <a:lnTo>
                  <a:pt x="436656" y="218372"/>
                </a:lnTo>
                <a:lnTo>
                  <a:pt x="438684" y="209438"/>
                </a:lnTo>
                <a:cubicBezTo>
                  <a:pt x="442746" y="192622"/>
                  <a:pt x="449855" y="170423"/>
                  <a:pt x="458296" y="148730"/>
                </a:cubicBezTo>
                <a:cubicBezTo>
                  <a:pt x="467245" y="127036"/>
                  <a:pt x="477590" y="105812"/>
                  <a:pt x="486538" y="90284"/>
                </a:cubicBezTo>
                <a:cubicBezTo>
                  <a:pt x="490664" y="82441"/>
                  <a:pt x="494980" y="76082"/>
                  <a:pt x="497582" y="71595"/>
                </a:cubicBezTo>
                <a:cubicBezTo>
                  <a:pt x="499993" y="67693"/>
                  <a:pt x="501453" y="65235"/>
                  <a:pt x="501834" y="64689"/>
                </a:cubicBezTo>
                <a:cubicBezTo>
                  <a:pt x="501707" y="65274"/>
                  <a:pt x="501072" y="67888"/>
                  <a:pt x="500057" y="72102"/>
                </a:cubicBezTo>
                <a:cubicBezTo>
                  <a:pt x="499041" y="76901"/>
                  <a:pt x="497011" y="83612"/>
                  <a:pt x="495614" y="91844"/>
                </a:cubicBezTo>
                <a:cubicBezTo>
                  <a:pt x="492124" y="108231"/>
                  <a:pt x="489268" y="130119"/>
                  <a:pt x="487871" y="151851"/>
                </a:cubicBezTo>
                <a:cubicBezTo>
                  <a:pt x="486983" y="173661"/>
                  <a:pt x="487490" y="195276"/>
                  <a:pt x="489077" y="211428"/>
                </a:cubicBezTo>
                <a:lnTo>
                  <a:pt x="489871" y="218372"/>
                </a:lnTo>
                <a:lnTo>
                  <a:pt x="548337" y="218372"/>
                </a:lnTo>
                <a:lnTo>
                  <a:pt x="555447" y="201907"/>
                </a:lnTo>
                <a:cubicBezTo>
                  <a:pt x="559573" y="191947"/>
                  <a:pt x="563794" y="181269"/>
                  <a:pt x="567713" y="170501"/>
                </a:cubicBezTo>
                <a:cubicBezTo>
                  <a:pt x="583643" y="127583"/>
                  <a:pt x="594623" y="83495"/>
                  <a:pt x="594623" y="83495"/>
                </a:cubicBezTo>
                <a:cubicBezTo>
                  <a:pt x="594623" y="83495"/>
                  <a:pt x="598621" y="128090"/>
                  <a:pt x="597352" y="173193"/>
                </a:cubicBezTo>
                <a:cubicBezTo>
                  <a:pt x="597114" y="184449"/>
                  <a:pt x="596547" y="195722"/>
                  <a:pt x="595830" y="206300"/>
                </a:cubicBezTo>
                <a:lnTo>
                  <a:pt x="594820" y="218372"/>
                </a:lnTo>
                <a:lnTo>
                  <a:pt x="653324" y="218372"/>
                </a:lnTo>
                <a:lnTo>
                  <a:pt x="653139" y="215486"/>
                </a:lnTo>
                <a:cubicBezTo>
                  <a:pt x="651997" y="196290"/>
                  <a:pt x="652124" y="170696"/>
                  <a:pt x="653710" y="145335"/>
                </a:cubicBezTo>
                <a:cubicBezTo>
                  <a:pt x="655741" y="119935"/>
                  <a:pt x="659169" y="94770"/>
                  <a:pt x="662977" y="76043"/>
                </a:cubicBezTo>
                <a:cubicBezTo>
                  <a:pt x="664563" y="66679"/>
                  <a:pt x="666721" y="58914"/>
                  <a:pt x="667864" y="53452"/>
                </a:cubicBezTo>
                <a:cubicBezTo>
                  <a:pt x="669069" y="48029"/>
                  <a:pt x="669831" y="44947"/>
                  <a:pt x="669831" y="44947"/>
                </a:cubicBezTo>
                <a:cubicBezTo>
                  <a:pt x="669831" y="44947"/>
                  <a:pt x="670021" y="48068"/>
                  <a:pt x="670402" y="53569"/>
                </a:cubicBezTo>
                <a:cubicBezTo>
                  <a:pt x="670910" y="59071"/>
                  <a:pt x="671100" y="66874"/>
                  <a:pt x="672306" y="76237"/>
                </a:cubicBezTo>
                <a:cubicBezTo>
                  <a:pt x="674147" y="94965"/>
                  <a:pt x="678145" y="119741"/>
                  <a:pt x="683603" y="144282"/>
                </a:cubicBezTo>
                <a:cubicBezTo>
                  <a:pt x="689442" y="168784"/>
                  <a:pt x="696678" y="192935"/>
                  <a:pt x="703215" y="210843"/>
                </a:cubicBezTo>
                <a:lnTo>
                  <a:pt x="706046" y="218372"/>
                </a:lnTo>
                <a:lnTo>
                  <a:pt x="748929" y="218372"/>
                </a:lnTo>
                <a:lnTo>
                  <a:pt x="757606" y="195393"/>
                </a:lnTo>
                <a:cubicBezTo>
                  <a:pt x="772521" y="161020"/>
                  <a:pt x="792893" y="128597"/>
                  <a:pt x="792893" y="128597"/>
                </a:cubicBezTo>
                <a:cubicBezTo>
                  <a:pt x="792893" y="128597"/>
                  <a:pt x="786991" y="163712"/>
                  <a:pt x="787181" y="198436"/>
                </a:cubicBezTo>
                <a:lnTo>
                  <a:pt x="788131" y="218372"/>
                </a:lnTo>
                <a:lnTo>
                  <a:pt x="803813" y="218372"/>
                </a:lnTo>
                <a:lnTo>
                  <a:pt x="805111" y="212982"/>
                </a:lnTo>
                <a:cubicBezTo>
                  <a:pt x="808646" y="198138"/>
                  <a:pt x="816535" y="164180"/>
                  <a:pt x="823104" y="130002"/>
                </a:cubicBezTo>
                <a:cubicBezTo>
                  <a:pt x="831989" y="84431"/>
                  <a:pt x="838526" y="38509"/>
                  <a:pt x="838526" y="38509"/>
                </a:cubicBezTo>
                <a:cubicBezTo>
                  <a:pt x="838526" y="38509"/>
                  <a:pt x="840113" y="46859"/>
                  <a:pt x="842398" y="60046"/>
                </a:cubicBezTo>
                <a:cubicBezTo>
                  <a:pt x="839224" y="39758"/>
                  <a:pt x="836686" y="25985"/>
                  <a:pt x="836686" y="25985"/>
                </a:cubicBezTo>
                <a:cubicBezTo>
                  <a:pt x="836686" y="25985"/>
                  <a:pt x="860740" y="74521"/>
                  <a:pt x="880859" y="124188"/>
                </a:cubicBezTo>
                <a:cubicBezTo>
                  <a:pt x="896091" y="161381"/>
                  <a:pt x="909074" y="199143"/>
                  <a:pt x="914613" y="215700"/>
                </a:cubicBezTo>
                <a:lnTo>
                  <a:pt x="915495" y="218372"/>
                </a:lnTo>
                <a:lnTo>
                  <a:pt x="944266" y="218372"/>
                </a:lnTo>
                <a:lnTo>
                  <a:pt x="945333" y="193476"/>
                </a:lnTo>
                <a:cubicBezTo>
                  <a:pt x="946484" y="171778"/>
                  <a:pt x="948546" y="142897"/>
                  <a:pt x="952195" y="114161"/>
                </a:cubicBezTo>
                <a:cubicBezTo>
                  <a:pt x="958923" y="56652"/>
                  <a:pt x="971807" y="0"/>
                  <a:pt x="971807" y="0"/>
                </a:cubicBezTo>
                <a:close/>
              </a:path>
            </a:pathLst>
          </a:custGeom>
          <a:solidFill>
            <a:srgbClr val="317E4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632469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AF3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3368469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1" r:id="rId2"/>
    <p:sldLayoutId id="2147483683" r:id="rId3"/>
    <p:sldLayoutId id="2147483682" r:id="rId4"/>
    <p:sldLayoutId id="2147483684" r:id="rId5"/>
    <p:sldLayoutId id="2147483685" r:id="rId6"/>
    <p:sldLayoutId id="2147483686" r:id="rId7"/>
    <p:sldLayoutId id="2147483680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Calibri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alibri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alibri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alibri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DE096372-F33D-537C-963E-B0B5DE45E28F}"/>
              </a:ext>
            </a:extLst>
          </p:cNvPr>
          <p:cNvSpPr txBox="1"/>
          <p:nvPr/>
        </p:nvSpPr>
        <p:spPr>
          <a:xfrm>
            <a:off x="873512" y="461626"/>
            <a:ext cx="1044497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800" b="1" spc="600" dirty="0">
                <a:solidFill>
                  <a:schemeClr val="accent3">
                    <a:lumMod val="50000"/>
                  </a:schemeClr>
                </a:solidFill>
                <a:latin typeface="Oswald" pitchFamily="2" charset="0"/>
              </a:rPr>
              <a:t>Green Growth </a:t>
            </a:r>
            <a:endParaRPr lang="en-IN" sz="8800" b="1" spc="600" dirty="0">
              <a:solidFill>
                <a:schemeClr val="accent3">
                  <a:lumMod val="50000"/>
                </a:schemeClr>
              </a:solidFill>
              <a:latin typeface="Oswald" pitchFamily="2" charset="0"/>
              <a:cs typeface="MV Boli" panose="0200050003020009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C0C1FCC-9EAB-AC12-BB35-06D1823DD8B4}"/>
              </a:ext>
            </a:extLst>
          </p:cNvPr>
          <p:cNvSpPr txBox="1"/>
          <p:nvPr/>
        </p:nvSpPr>
        <p:spPr>
          <a:xfrm>
            <a:off x="4339067" y="1754437"/>
            <a:ext cx="32196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0" dirty="0">
                <a:solidFill>
                  <a:schemeClr val="accent3">
                    <a:lumMod val="50000"/>
                  </a:schemeClr>
                </a:solidFill>
                <a:effectLst/>
                <a:latin typeface="Oswald" pitchFamily="2" charset="0"/>
              </a:rPr>
              <a:t>#Groot</a:t>
            </a:r>
            <a:endParaRPr lang="en-IN" sz="2000" dirty="0">
              <a:solidFill>
                <a:schemeClr val="accent3">
                  <a:lumMod val="50000"/>
                </a:schemeClr>
              </a:solidFill>
              <a:latin typeface="Oswald" pitchFamily="2" charset="0"/>
              <a:cs typeface="MV Boli" panose="02000500030200090000" pitchFamily="2" charset="0"/>
            </a:endParaRPr>
          </a:p>
        </p:txBody>
      </p:sp>
      <p:grpSp>
        <p:nvGrpSpPr>
          <p:cNvPr id="34" name="Graphic 3">
            <a:extLst>
              <a:ext uri="{FF2B5EF4-FFF2-40B4-BE49-F238E27FC236}">
                <a16:creationId xmlns="" xmlns:a16="http://schemas.microsoft.com/office/drawing/2014/main" id="{67376A4A-32ED-88DF-3B33-36F34C58F544}"/>
              </a:ext>
            </a:extLst>
          </p:cNvPr>
          <p:cNvGrpSpPr/>
          <p:nvPr/>
        </p:nvGrpSpPr>
        <p:grpSpPr>
          <a:xfrm>
            <a:off x="302946" y="4309104"/>
            <a:ext cx="2437226" cy="2254374"/>
            <a:chOff x="838166" y="1347834"/>
            <a:chExt cx="4458696" cy="4124183"/>
          </a:xfrm>
        </p:grpSpPr>
        <p:sp>
          <p:nvSpPr>
            <p:cNvPr id="35" name="Freeform: Shape 34">
              <a:extLst>
                <a:ext uri="{FF2B5EF4-FFF2-40B4-BE49-F238E27FC236}">
                  <a16:creationId xmlns="" xmlns:a16="http://schemas.microsoft.com/office/drawing/2014/main" id="{11966F38-0DC1-A494-4A78-5C08A8A81BBA}"/>
                </a:ext>
              </a:extLst>
            </p:cNvPr>
            <p:cNvSpPr/>
            <p:nvPr/>
          </p:nvSpPr>
          <p:spPr>
            <a:xfrm>
              <a:off x="2462173" y="1347834"/>
              <a:ext cx="769046" cy="1415783"/>
            </a:xfrm>
            <a:custGeom>
              <a:avLst/>
              <a:gdLst>
                <a:gd name="connsiteX0" fmla="*/ 724796 w 769046"/>
                <a:gd name="connsiteY0" fmla="*/ 959978 h 1415783"/>
                <a:gd name="connsiteX1" fmla="*/ 727559 w 769046"/>
                <a:gd name="connsiteY1" fmla="*/ 1225249 h 1415783"/>
                <a:gd name="connsiteX2" fmla="*/ 620212 w 769046"/>
                <a:gd name="connsiteY2" fmla="*/ 1373649 h 1415783"/>
                <a:gd name="connsiteX3" fmla="*/ 506483 w 769046"/>
                <a:gd name="connsiteY3" fmla="*/ 1412130 h 1415783"/>
                <a:gd name="connsiteX4" fmla="*/ 462954 w 769046"/>
                <a:gd name="connsiteY4" fmla="*/ 1411939 h 1415783"/>
                <a:gd name="connsiteX5" fmla="*/ 428093 w 769046"/>
                <a:gd name="connsiteY5" fmla="*/ 1382888 h 1415783"/>
                <a:gd name="connsiteX6" fmla="*/ 240831 w 769046"/>
                <a:gd name="connsiteY6" fmla="*/ 1288686 h 1415783"/>
                <a:gd name="connsiteX7" fmla="*/ 54808 w 769046"/>
                <a:gd name="connsiteY7" fmla="*/ 1008651 h 1415783"/>
                <a:gd name="connsiteX8" fmla="*/ 43378 w 769046"/>
                <a:gd name="connsiteY8" fmla="*/ 700803 h 1415783"/>
                <a:gd name="connsiteX9" fmla="*/ 18613 w 769046"/>
                <a:gd name="connsiteY9" fmla="*/ 517732 h 1415783"/>
                <a:gd name="connsiteX10" fmla="*/ 67667 w 769046"/>
                <a:gd name="connsiteY10" fmla="*/ 123016 h 1415783"/>
                <a:gd name="connsiteX11" fmla="*/ 101004 w 769046"/>
                <a:gd name="connsiteY11" fmla="*/ 23004 h 1415783"/>
                <a:gd name="connsiteX12" fmla="*/ 105290 w 769046"/>
                <a:gd name="connsiteY12" fmla="*/ 10907 h 1415783"/>
                <a:gd name="connsiteX13" fmla="*/ 105290 w 769046"/>
                <a:gd name="connsiteY13" fmla="*/ 10717 h 1415783"/>
                <a:gd name="connsiteX14" fmla="*/ 112625 w 769046"/>
                <a:gd name="connsiteY14" fmla="*/ 906 h 1415783"/>
                <a:gd name="connsiteX15" fmla="*/ 135199 w 769046"/>
                <a:gd name="connsiteY15" fmla="*/ 6907 h 1415783"/>
                <a:gd name="connsiteX16" fmla="*/ 135389 w 769046"/>
                <a:gd name="connsiteY16" fmla="*/ 7097 h 1415783"/>
                <a:gd name="connsiteX17" fmla="*/ 144248 w 769046"/>
                <a:gd name="connsiteY17" fmla="*/ 13669 h 1415783"/>
                <a:gd name="connsiteX18" fmla="*/ 187015 w 769046"/>
                <a:gd name="connsiteY18" fmla="*/ 59770 h 1415783"/>
                <a:gd name="connsiteX19" fmla="*/ 308744 w 769046"/>
                <a:gd name="connsiteY19" fmla="*/ 205598 h 1415783"/>
                <a:gd name="connsiteX20" fmla="*/ 457525 w 769046"/>
                <a:gd name="connsiteY20" fmla="*/ 309325 h 1415783"/>
                <a:gd name="connsiteX21" fmla="*/ 668408 w 769046"/>
                <a:gd name="connsiteY21" fmla="*/ 431055 h 1415783"/>
                <a:gd name="connsiteX22" fmla="*/ 752895 w 769046"/>
                <a:gd name="connsiteY22" fmla="*/ 819675 h 1415783"/>
                <a:gd name="connsiteX23" fmla="*/ 724987 w 769046"/>
                <a:gd name="connsiteY23" fmla="*/ 959978 h 1415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69046" h="1415783">
                  <a:moveTo>
                    <a:pt x="724796" y="959978"/>
                  </a:moveTo>
                  <a:cubicBezTo>
                    <a:pt x="723082" y="1048656"/>
                    <a:pt x="744227" y="1137143"/>
                    <a:pt x="727559" y="1225249"/>
                  </a:cubicBezTo>
                  <a:cubicBezTo>
                    <a:pt x="713938" y="1292020"/>
                    <a:pt x="685744" y="1346312"/>
                    <a:pt x="620212" y="1373649"/>
                  </a:cubicBezTo>
                  <a:cubicBezTo>
                    <a:pt x="584017" y="1391556"/>
                    <a:pt x="545822" y="1403843"/>
                    <a:pt x="506483" y="1412130"/>
                  </a:cubicBezTo>
                  <a:cubicBezTo>
                    <a:pt x="492291" y="1415464"/>
                    <a:pt x="476670" y="1418416"/>
                    <a:pt x="462954" y="1411939"/>
                  </a:cubicBezTo>
                  <a:cubicBezTo>
                    <a:pt x="448952" y="1406129"/>
                    <a:pt x="436189" y="1395937"/>
                    <a:pt x="428093" y="1382888"/>
                  </a:cubicBezTo>
                  <a:cubicBezTo>
                    <a:pt x="358179" y="1368696"/>
                    <a:pt x="291599" y="1339835"/>
                    <a:pt x="240831" y="1288686"/>
                  </a:cubicBezTo>
                  <a:cubicBezTo>
                    <a:pt x="153010" y="1217058"/>
                    <a:pt x="77573" y="1121427"/>
                    <a:pt x="54808" y="1008651"/>
                  </a:cubicBezTo>
                  <a:cubicBezTo>
                    <a:pt x="32234" y="907400"/>
                    <a:pt x="43473" y="803292"/>
                    <a:pt x="43378" y="700803"/>
                  </a:cubicBezTo>
                  <a:cubicBezTo>
                    <a:pt x="43187" y="638986"/>
                    <a:pt x="29757" y="578311"/>
                    <a:pt x="18613" y="517732"/>
                  </a:cubicBezTo>
                  <a:cubicBezTo>
                    <a:pt x="-25488" y="344758"/>
                    <a:pt x="16041" y="283798"/>
                    <a:pt x="67667" y="123016"/>
                  </a:cubicBezTo>
                  <a:cubicBezTo>
                    <a:pt x="79287" y="89869"/>
                    <a:pt x="90241" y="56437"/>
                    <a:pt x="101004" y="23004"/>
                  </a:cubicBezTo>
                  <a:cubicBezTo>
                    <a:pt x="102528" y="19194"/>
                    <a:pt x="103576" y="14908"/>
                    <a:pt x="105290" y="10907"/>
                  </a:cubicBezTo>
                  <a:lnTo>
                    <a:pt x="105290" y="10717"/>
                  </a:lnTo>
                  <a:cubicBezTo>
                    <a:pt x="107005" y="6716"/>
                    <a:pt x="109100" y="3192"/>
                    <a:pt x="112625" y="906"/>
                  </a:cubicBezTo>
                  <a:cubicBezTo>
                    <a:pt x="120530" y="-1856"/>
                    <a:pt x="128246" y="2144"/>
                    <a:pt x="135199" y="6907"/>
                  </a:cubicBezTo>
                  <a:lnTo>
                    <a:pt x="135389" y="7097"/>
                  </a:lnTo>
                  <a:cubicBezTo>
                    <a:pt x="138437" y="9383"/>
                    <a:pt x="141485" y="11669"/>
                    <a:pt x="144248" y="13669"/>
                  </a:cubicBezTo>
                  <a:cubicBezTo>
                    <a:pt x="160631" y="27385"/>
                    <a:pt x="173680" y="43292"/>
                    <a:pt x="187015" y="59770"/>
                  </a:cubicBezTo>
                  <a:cubicBezTo>
                    <a:pt x="226829" y="108634"/>
                    <a:pt x="264453" y="160735"/>
                    <a:pt x="308744" y="205598"/>
                  </a:cubicBezTo>
                  <a:cubicBezTo>
                    <a:pt x="353321" y="246556"/>
                    <a:pt x="403709" y="281512"/>
                    <a:pt x="457525" y="309325"/>
                  </a:cubicBezTo>
                  <a:cubicBezTo>
                    <a:pt x="529724" y="345711"/>
                    <a:pt x="609163" y="374191"/>
                    <a:pt x="668408" y="431055"/>
                  </a:cubicBezTo>
                  <a:cubicBezTo>
                    <a:pt x="774422" y="528496"/>
                    <a:pt x="785375" y="687277"/>
                    <a:pt x="752895" y="819675"/>
                  </a:cubicBezTo>
                  <a:cubicBezTo>
                    <a:pt x="741275" y="866062"/>
                    <a:pt x="726320" y="912067"/>
                    <a:pt x="724987" y="959978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="" xmlns:a16="http://schemas.microsoft.com/office/drawing/2014/main" id="{01C196E6-E33B-9575-C4DD-EC53C1CCF1A6}"/>
                </a:ext>
              </a:extLst>
            </p:cNvPr>
            <p:cNvSpPr/>
            <p:nvPr/>
          </p:nvSpPr>
          <p:spPr>
            <a:xfrm>
              <a:off x="2567368" y="1347834"/>
              <a:ext cx="401417" cy="1323559"/>
            </a:xfrm>
            <a:custGeom>
              <a:avLst/>
              <a:gdLst>
                <a:gd name="connsiteX0" fmla="*/ 373380 w 401417"/>
                <a:gd name="connsiteY0" fmla="*/ 1313641 h 1323559"/>
                <a:gd name="connsiteX1" fmla="*/ 178689 w 401417"/>
                <a:gd name="connsiteY1" fmla="*/ 814627 h 1323559"/>
                <a:gd name="connsiteX2" fmla="*/ 93440 w 401417"/>
                <a:gd name="connsiteY2" fmla="*/ 376667 h 1323559"/>
                <a:gd name="connsiteX3" fmla="*/ 0 w 401417"/>
                <a:gd name="connsiteY3" fmla="*/ 10907 h 1323559"/>
                <a:gd name="connsiteX4" fmla="*/ 0 w 401417"/>
                <a:gd name="connsiteY4" fmla="*/ 10717 h 1323559"/>
                <a:gd name="connsiteX5" fmla="*/ 7334 w 401417"/>
                <a:gd name="connsiteY5" fmla="*/ 906 h 1323559"/>
                <a:gd name="connsiteX6" fmla="*/ 29908 w 401417"/>
                <a:gd name="connsiteY6" fmla="*/ 6907 h 1323559"/>
                <a:gd name="connsiteX7" fmla="*/ 30099 w 401417"/>
                <a:gd name="connsiteY7" fmla="*/ 7097 h 1323559"/>
                <a:gd name="connsiteX8" fmla="*/ 76486 w 401417"/>
                <a:gd name="connsiteY8" fmla="*/ 166069 h 1323559"/>
                <a:gd name="connsiteX9" fmla="*/ 151352 w 401417"/>
                <a:gd name="connsiteY9" fmla="*/ 503540 h 1323559"/>
                <a:gd name="connsiteX10" fmla="*/ 151543 w 401417"/>
                <a:gd name="connsiteY10" fmla="*/ 504302 h 1323559"/>
                <a:gd name="connsiteX11" fmla="*/ 231839 w 401417"/>
                <a:gd name="connsiteY11" fmla="*/ 889398 h 1323559"/>
                <a:gd name="connsiteX12" fmla="*/ 315087 w 401417"/>
                <a:gd name="connsiteY12" fmla="*/ 1117522 h 1323559"/>
                <a:gd name="connsiteX13" fmla="*/ 399955 w 401417"/>
                <a:gd name="connsiteY13" fmla="*/ 1298973 h 1323559"/>
                <a:gd name="connsiteX14" fmla="*/ 373380 w 401417"/>
                <a:gd name="connsiteY14" fmla="*/ 1313641 h 1323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01417" h="1323559">
                  <a:moveTo>
                    <a:pt x="373380" y="1313641"/>
                  </a:moveTo>
                  <a:cubicBezTo>
                    <a:pt x="289846" y="1155717"/>
                    <a:pt x="220790" y="987315"/>
                    <a:pt x="178689" y="814627"/>
                  </a:cubicBezTo>
                  <a:cubicBezTo>
                    <a:pt x="145828" y="667846"/>
                    <a:pt x="127064" y="521923"/>
                    <a:pt x="93440" y="376667"/>
                  </a:cubicBezTo>
                  <a:cubicBezTo>
                    <a:pt x="63532" y="254842"/>
                    <a:pt x="41815" y="129303"/>
                    <a:pt x="0" y="10907"/>
                  </a:cubicBezTo>
                  <a:lnTo>
                    <a:pt x="0" y="10717"/>
                  </a:lnTo>
                  <a:cubicBezTo>
                    <a:pt x="1715" y="6716"/>
                    <a:pt x="3810" y="3192"/>
                    <a:pt x="7334" y="906"/>
                  </a:cubicBezTo>
                  <a:cubicBezTo>
                    <a:pt x="15240" y="-1856"/>
                    <a:pt x="22955" y="2144"/>
                    <a:pt x="29908" y="6907"/>
                  </a:cubicBezTo>
                  <a:lnTo>
                    <a:pt x="30099" y="7097"/>
                  </a:lnTo>
                  <a:cubicBezTo>
                    <a:pt x="47816" y="59485"/>
                    <a:pt x="66104" y="111396"/>
                    <a:pt x="76486" y="166069"/>
                  </a:cubicBezTo>
                  <a:cubicBezTo>
                    <a:pt x="102489" y="278464"/>
                    <a:pt x="130969" y="390383"/>
                    <a:pt x="151352" y="503540"/>
                  </a:cubicBezTo>
                  <a:cubicBezTo>
                    <a:pt x="151352" y="503731"/>
                    <a:pt x="151543" y="504016"/>
                    <a:pt x="151543" y="504302"/>
                  </a:cubicBezTo>
                  <a:cubicBezTo>
                    <a:pt x="176308" y="632890"/>
                    <a:pt x="194024" y="764049"/>
                    <a:pt x="231839" y="889398"/>
                  </a:cubicBezTo>
                  <a:cubicBezTo>
                    <a:pt x="257651" y="966074"/>
                    <a:pt x="285560" y="1042084"/>
                    <a:pt x="315087" y="1117522"/>
                  </a:cubicBezTo>
                  <a:cubicBezTo>
                    <a:pt x="339376" y="1181053"/>
                    <a:pt x="376142" y="1235727"/>
                    <a:pt x="399955" y="1298973"/>
                  </a:cubicBezTo>
                  <a:cubicBezTo>
                    <a:pt x="407480" y="1317261"/>
                    <a:pt x="384048" y="1335358"/>
                    <a:pt x="373380" y="1313641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="" xmlns:a16="http://schemas.microsoft.com/office/drawing/2014/main" id="{1BB042B8-6A24-83FF-3077-1CDB6E26C896}"/>
                </a:ext>
              </a:extLst>
            </p:cNvPr>
            <p:cNvSpPr/>
            <p:nvPr/>
          </p:nvSpPr>
          <p:spPr>
            <a:xfrm>
              <a:off x="838166" y="2916033"/>
              <a:ext cx="1454336" cy="579928"/>
            </a:xfrm>
            <a:custGeom>
              <a:avLst/>
              <a:gdLst>
                <a:gd name="connsiteX0" fmla="*/ 1449453 w 1454336"/>
                <a:gd name="connsiteY0" fmla="*/ 286938 h 579928"/>
                <a:gd name="connsiteX1" fmla="*/ 1346202 w 1454336"/>
                <a:gd name="connsiteY1" fmla="*/ 430956 h 579928"/>
                <a:gd name="connsiteX2" fmla="*/ 983681 w 1454336"/>
                <a:gd name="connsiteY2" fmla="*/ 579832 h 579928"/>
                <a:gd name="connsiteX3" fmla="*/ 727553 w 1454336"/>
                <a:gd name="connsiteY3" fmla="*/ 524682 h 579928"/>
                <a:gd name="connsiteX4" fmla="*/ 63756 w 1454336"/>
                <a:gd name="connsiteY4" fmla="*/ 297320 h 579928"/>
                <a:gd name="connsiteX5" fmla="*/ 51088 w 1454336"/>
                <a:gd name="connsiteY5" fmla="*/ 301130 h 579928"/>
                <a:gd name="connsiteX6" fmla="*/ 8321 w 1454336"/>
                <a:gd name="connsiteY6" fmla="*/ 290939 h 579928"/>
                <a:gd name="connsiteX7" fmla="*/ 8606 w 1454336"/>
                <a:gd name="connsiteY7" fmla="*/ 290748 h 579928"/>
                <a:gd name="connsiteX8" fmla="*/ 34895 w 1454336"/>
                <a:gd name="connsiteY8" fmla="*/ 260935 h 579928"/>
                <a:gd name="connsiteX9" fmla="*/ 220442 w 1454336"/>
                <a:gd name="connsiteY9" fmla="*/ 96915 h 579928"/>
                <a:gd name="connsiteX10" fmla="*/ 542006 w 1454336"/>
                <a:gd name="connsiteY10" fmla="*/ 37097 h 579928"/>
                <a:gd name="connsiteX11" fmla="*/ 832424 w 1454336"/>
                <a:gd name="connsiteY11" fmla="*/ 42908 h 579928"/>
                <a:gd name="connsiteX12" fmla="*/ 998540 w 1454336"/>
                <a:gd name="connsiteY12" fmla="*/ 140 h 579928"/>
                <a:gd name="connsiteX13" fmla="*/ 1307150 w 1454336"/>
                <a:gd name="connsiteY13" fmla="*/ 116155 h 579928"/>
                <a:gd name="connsiteX14" fmla="*/ 1451644 w 1454336"/>
                <a:gd name="connsiteY14" fmla="*/ 269126 h 579928"/>
                <a:gd name="connsiteX15" fmla="*/ 1449358 w 1454336"/>
                <a:gd name="connsiteY15" fmla="*/ 286843 h 579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54336" h="579928">
                  <a:moveTo>
                    <a:pt x="1449453" y="286938"/>
                  </a:moveTo>
                  <a:cubicBezTo>
                    <a:pt x="1415258" y="335611"/>
                    <a:pt x="1385350" y="385903"/>
                    <a:pt x="1346202" y="430956"/>
                  </a:cubicBezTo>
                  <a:cubicBezTo>
                    <a:pt x="1256572" y="544113"/>
                    <a:pt x="1123222" y="582118"/>
                    <a:pt x="983681" y="579832"/>
                  </a:cubicBezTo>
                  <a:cubicBezTo>
                    <a:pt x="895574" y="577260"/>
                    <a:pt x="807182" y="564401"/>
                    <a:pt x="727553" y="524682"/>
                  </a:cubicBezTo>
                  <a:cubicBezTo>
                    <a:pt x="513431" y="415621"/>
                    <a:pt x="323598" y="222359"/>
                    <a:pt x="63756" y="297320"/>
                  </a:cubicBezTo>
                  <a:cubicBezTo>
                    <a:pt x="59375" y="298654"/>
                    <a:pt x="55088" y="299892"/>
                    <a:pt x="51088" y="301130"/>
                  </a:cubicBezTo>
                  <a:cubicBezTo>
                    <a:pt x="7844" y="313989"/>
                    <a:pt x="-12730" y="318847"/>
                    <a:pt x="8321" y="290939"/>
                  </a:cubicBezTo>
                  <a:cubicBezTo>
                    <a:pt x="8511" y="290939"/>
                    <a:pt x="8511" y="290748"/>
                    <a:pt x="8606" y="290748"/>
                  </a:cubicBezTo>
                  <a:cubicBezTo>
                    <a:pt x="14226" y="283414"/>
                    <a:pt x="22989" y="273508"/>
                    <a:pt x="34895" y="260935"/>
                  </a:cubicBezTo>
                  <a:cubicBezTo>
                    <a:pt x="89378" y="198451"/>
                    <a:pt x="150053" y="141206"/>
                    <a:pt x="220442" y="96915"/>
                  </a:cubicBezTo>
                  <a:cubicBezTo>
                    <a:pt x="333409" y="20143"/>
                    <a:pt x="409990" y="9570"/>
                    <a:pt x="542006" y="37097"/>
                  </a:cubicBezTo>
                  <a:cubicBezTo>
                    <a:pt x="637256" y="55766"/>
                    <a:pt x="738698" y="76912"/>
                    <a:pt x="832424" y="42908"/>
                  </a:cubicBezTo>
                  <a:cubicBezTo>
                    <a:pt x="886335" y="23953"/>
                    <a:pt x="939961" y="-2146"/>
                    <a:pt x="998540" y="140"/>
                  </a:cubicBezTo>
                  <a:cubicBezTo>
                    <a:pt x="1109601" y="5951"/>
                    <a:pt x="1218758" y="49480"/>
                    <a:pt x="1307150" y="116155"/>
                  </a:cubicBezTo>
                  <a:cubicBezTo>
                    <a:pt x="1363823" y="158446"/>
                    <a:pt x="1405162" y="217120"/>
                    <a:pt x="1451644" y="269126"/>
                  </a:cubicBezTo>
                  <a:cubicBezTo>
                    <a:pt x="1458216" y="273889"/>
                    <a:pt x="1450882" y="281318"/>
                    <a:pt x="1449358" y="286843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="" xmlns:a16="http://schemas.microsoft.com/office/drawing/2014/main" id="{49F2B117-93FA-7AF4-51C3-1033ECD64546}"/>
                </a:ext>
              </a:extLst>
            </p:cNvPr>
            <p:cNvSpPr/>
            <p:nvPr/>
          </p:nvSpPr>
          <p:spPr>
            <a:xfrm>
              <a:off x="838166" y="3071072"/>
              <a:ext cx="1324157" cy="224680"/>
            </a:xfrm>
            <a:custGeom>
              <a:avLst/>
              <a:gdLst>
                <a:gd name="connsiteX0" fmla="*/ 1312484 w 1324157"/>
                <a:gd name="connsiteY0" fmla="*/ 181335 h 224680"/>
                <a:gd name="connsiteX1" fmla="*/ 977299 w 1324157"/>
                <a:gd name="connsiteY1" fmla="*/ 224673 h 224680"/>
                <a:gd name="connsiteX2" fmla="*/ 746222 w 1324157"/>
                <a:gd name="connsiteY2" fmla="*/ 173714 h 224680"/>
                <a:gd name="connsiteX3" fmla="*/ 377891 w 1324157"/>
                <a:gd name="connsiteY3" fmla="*/ 31220 h 224680"/>
                <a:gd name="connsiteX4" fmla="*/ 135956 w 1324157"/>
                <a:gd name="connsiteY4" fmla="*/ 94562 h 224680"/>
                <a:gd name="connsiteX5" fmla="*/ 51088 w 1324157"/>
                <a:gd name="connsiteY5" fmla="*/ 145997 h 224680"/>
                <a:gd name="connsiteX6" fmla="*/ 8321 w 1324157"/>
                <a:gd name="connsiteY6" fmla="*/ 135805 h 224680"/>
                <a:gd name="connsiteX7" fmla="*/ 8606 w 1324157"/>
                <a:gd name="connsiteY7" fmla="*/ 135614 h 224680"/>
                <a:gd name="connsiteX8" fmla="*/ 82044 w 1324157"/>
                <a:gd name="connsiteY8" fmla="*/ 85989 h 224680"/>
                <a:gd name="connsiteX9" fmla="*/ 518289 w 1324157"/>
                <a:gd name="connsiteY9" fmla="*/ 21505 h 224680"/>
                <a:gd name="connsiteX10" fmla="*/ 761748 w 1324157"/>
                <a:gd name="connsiteY10" fmla="*/ 144854 h 224680"/>
                <a:gd name="connsiteX11" fmla="*/ 1234950 w 1324157"/>
                <a:gd name="connsiteY11" fmla="*/ 163523 h 224680"/>
                <a:gd name="connsiteX12" fmla="*/ 1304292 w 1324157"/>
                <a:gd name="connsiteY12" fmla="*/ 152855 h 224680"/>
                <a:gd name="connsiteX13" fmla="*/ 1323342 w 1324157"/>
                <a:gd name="connsiteY13" fmla="*/ 163523 h 224680"/>
                <a:gd name="connsiteX14" fmla="*/ 1312388 w 1324157"/>
                <a:gd name="connsiteY14" fmla="*/ 181239 h 224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24157" h="224680">
                  <a:moveTo>
                    <a:pt x="1312484" y="181335"/>
                  </a:moveTo>
                  <a:cubicBezTo>
                    <a:pt x="1200374" y="203337"/>
                    <a:pt x="1091218" y="225149"/>
                    <a:pt x="977299" y="224673"/>
                  </a:cubicBezTo>
                  <a:cubicBezTo>
                    <a:pt x="898337" y="221911"/>
                    <a:pt x="818517" y="206671"/>
                    <a:pt x="746222" y="173714"/>
                  </a:cubicBezTo>
                  <a:cubicBezTo>
                    <a:pt x="629255" y="114660"/>
                    <a:pt x="515336" y="24553"/>
                    <a:pt x="377891" y="31220"/>
                  </a:cubicBezTo>
                  <a:cubicBezTo>
                    <a:pt x="293594" y="35792"/>
                    <a:pt x="213394" y="64367"/>
                    <a:pt x="135956" y="94562"/>
                  </a:cubicBezTo>
                  <a:cubicBezTo>
                    <a:pt x="106142" y="109230"/>
                    <a:pt x="78520" y="127518"/>
                    <a:pt x="51088" y="145997"/>
                  </a:cubicBezTo>
                  <a:cubicBezTo>
                    <a:pt x="7844" y="158856"/>
                    <a:pt x="-12730" y="163713"/>
                    <a:pt x="8321" y="135805"/>
                  </a:cubicBezTo>
                  <a:cubicBezTo>
                    <a:pt x="8511" y="135805"/>
                    <a:pt x="8511" y="135614"/>
                    <a:pt x="8606" y="135614"/>
                  </a:cubicBezTo>
                  <a:cubicBezTo>
                    <a:pt x="33086" y="118946"/>
                    <a:pt x="56898" y="101229"/>
                    <a:pt x="82044" y="85989"/>
                  </a:cubicBezTo>
                  <a:cubicBezTo>
                    <a:pt x="212727" y="18838"/>
                    <a:pt x="374747" y="-30025"/>
                    <a:pt x="518289" y="21505"/>
                  </a:cubicBezTo>
                  <a:cubicBezTo>
                    <a:pt x="604586" y="51890"/>
                    <a:pt x="680881" y="103229"/>
                    <a:pt x="761748" y="144854"/>
                  </a:cubicBezTo>
                  <a:cubicBezTo>
                    <a:pt x="910624" y="215434"/>
                    <a:pt x="1078740" y="191240"/>
                    <a:pt x="1234950" y="163523"/>
                  </a:cubicBezTo>
                  <a:cubicBezTo>
                    <a:pt x="1258191" y="159903"/>
                    <a:pt x="1281242" y="156379"/>
                    <a:pt x="1304292" y="152855"/>
                  </a:cubicBezTo>
                  <a:cubicBezTo>
                    <a:pt x="1311912" y="151807"/>
                    <a:pt x="1320675" y="156189"/>
                    <a:pt x="1323342" y="163523"/>
                  </a:cubicBezTo>
                  <a:cubicBezTo>
                    <a:pt x="1326390" y="171619"/>
                    <a:pt x="1320485" y="179525"/>
                    <a:pt x="1312388" y="181239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="" xmlns:a16="http://schemas.microsoft.com/office/drawing/2014/main" id="{64D5C2F7-A9D0-47E7-F778-6BC56308C284}"/>
                </a:ext>
              </a:extLst>
            </p:cNvPr>
            <p:cNvSpPr/>
            <p:nvPr/>
          </p:nvSpPr>
          <p:spPr>
            <a:xfrm>
              <a:off x="2512123" y="4062466"/>
              <a:ext cx="312463" cy="320081"/>
            </a:xfrm>
            <a:custGeom>
              <a:avLst/>
              <a:gdLst>
                <a:gd name="connsiteX0" fmla="*/ 288703 w 312463"/>
                <a:gd name="connsiteY0" fmla="*/ 320082 h 320081"/>
                <a:gd name="connsiteX1" fmla="*/ 275273 w 312463"/>
                <a:gd name="connsiteY1" fmla="*/ 277981 h 320081"/>
                <a:gd name="connsiteX2" fmla="*/ 19622 w 312463"/>
                <a:gd name="connsiteY2" fmla="*/ 43285 h 320081"/>
                <a:gd name="connsiteX3" fmla="*/ 18955 w 312463"/>
                <a:gd name="connsiteY3" fmla="*/ 7566 h 320081"/>
                <a:gd name="connsiteX4" fmla="*/ 299847 w 312463"/>
                <a:gd name="connsiteY4" fmla="*/ 159300 h 320081"/>
                <a:gd name="connsiteX5" fmla="*/ 288703 w 312463"/>
                <a:gd name="connsiteY5" fmla="*/ 319987 h 320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2463" h="320081">
                  <a:moveTo>
                    <a:pt x="288703" y="320082"/>
                  </a:moveTo>
                  <a:cubicBezTo>
                    <a:pt x="269462" y="315129"/>
                    <a:pt x="276130" y="292459"/>
                    <a:pt x="275273" y="277981"/>
                  </a:cubicBezTo>
                  <a:cubicBezTo>
                    <a:pt x="274511" y="86433"/>
                    <a:pt x="213360" y="22330"/>
                    <a:pt x="19622" y="43285"/>
                  </a:cubicBezTo>
                  <a:cubicBezTo>
                    <a:pt x="-6858" y="48143"/>
                    <a:pt x="-6001" y="7090"/>
                    <a:pt x="18955" y="7566"/>
                  </a:cubicBezTo>
                  <a:cubicBezTo>
                    <a:pt x="144113" y="-17389"/>
                    <a:pt x="279464" y="15948"/>
                    <a:pt x="299847" y="159300"/>
                  </a:cubicBezTo>
                  <a:cubicBezTo>
                    <a:pt x="302514" y="187684"/>
                    <a:pt x="332803" y="323320"/>
                    <a:pt x="288703" y="319987"/>
                  </a:cubicBezTo>
                  <a:close/>
                </a:path>
              </a:pathLst>
            </a:custGeom>
            <a:solidFill>
              <a:srgbClr val="3E631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="" xmlns:a16="http://schemas.microsoft.com/office/drawing/2014/main" id="{D4D660EE-8C3A-E665-268D-324230CF244B}"/>
                </a:ext>
              </a:extLst>
            </p:cNvPr>
            <p:cNvSpPr/>
            <p:nvPr/>
          </p:nvSpPr>
          <p:spPr>
            <a:xfrm>
              <a:off x="3163716" y="2287633"/>
              <a:ext cx="354215" cy="2105960"/>
            </a:xfrm>
            <a:custGeom>
              <a:avLst/>
              <a:gdLst>
                <a:gd name="connsiteX0" fmla="*/ 107 w 354215"/>
                <a:gd name="connsiteY0" fmla="*/ 2090628 h 2105960"/>
                <a:gd name="connsiteX1" fmla="*/ 67163 w 354215"/>
                <a:gd name="connsiteY1" fmla="*/ 1134699 h 2105960"/>
                <a:gd name="connsiteX2" fmla="*/ 182987 w 354215"/>
                <a:gd name="connsiteY2" fmla="*/ 451280 h 2105960"/>
                <a:gd name="connsiteX3" fmla="*/ 318909 w 354215"/>
                <a:gd name="connsiteY3" fmla="*/ 24560 h 2105960"/>
                <a:gd name="connsiteX4" fmla="*/ 330720 w 354215"/>
                <a:gd name="connsiteY4" fmla="*/ 3795 h 2105960"/>
                <a:gd name="connsiteX5" fmla="*/ 354151 w 354215"/>
                <a:gd name="connsiteY5" fmla="*/ 15797 h 2105960"/>
                <a:gd name="connsiteX6" fmla="*/ 348627 w 354215"/>
                <a:gd name="connsiteY6" fmla="*/ 30084 h 2105960"/>
                <a:gd name="connsiteX7" fmla="*/ 325195 w 354215"/>
                <a:gd name="connsiteY7" fmla="*/ 88758 h 2105960"/>
                <a:gd name="connsiteX8" fmla="*/ 149840 w 354215"/>
                <a:gd name="connsiteY8" fmla="*/ 776749 h 2105960"/>
                <a:gd name="connsiteX9" fmla="*/ 77164 w 354215"/>
                <a:gd name="connsiteY9" fmla="*/ 1355107 h 2105960"/>
                <a:gd name="connsiteX10" fmla="*/ 77355 w 354215"/>
                <a:gd name="connsiteY10" fmla="*/ 1352535 h 2105960"/>
                <a:gd name="connsiteX11" fmla="*/ 36397 w 354215"/>
                <a:gd name="connsiteY11" fmla="*/ 1922892 h 2105960"/>
                <a:gd name="connsiteX12" fmla="*/ 30587 w 354215"/>
                <a:gd name="connsiteY12" fmla="*/ 2088151 h 2105960"/>
                <a:gd name="connsiteX13" fmla="*/ 16585 w 354215"/>
                <a:gd name="connsiteY13" fmla="*/ 2105772 h 2105960"/>
                <a:gd name="connsiteX14" fmla="*/ 12 w 354215"/>
                <a:gd name="connsiteY14" fmla="*/ 2090723 h 2105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4215" h="2105960">
                  <a:moveTo>
                    <a:pt x="107" y="2090628"/>
                  </a:moveTo>
                  <a:cubicBezTo>
                    <a:pt x="-2179" y="1785351"/>
                    <a:pt x="32492" y="1436736"/>
                    <a:pt x="67163" y="1134699"/>
                  </a:cubicBezTo>
                  <a:cubicBezTo>
                    <a:pt x="92214" y="905527"/>
                    <a:pt x="125361" y="674260"/>
                    <a:pt x="182987" y="451280"/>
                  </a:cubicBezTo>
                  <a:cubicBezTo>
                    <a:pt x="215182" y="304500"/>
                    <a:pt x="260521" y="162863"/>
                    <a:pt x="318909" y="24560"/>
                  </a:cubicBezTo>
                  <a:cubicBezTo>
                    <a:pt x="322052" y="17511"/>
                    <a:pt x="324814" y="8939"/>
                    <a:pt x="330720" y="3795"/>
                  </a:cubicBezTo>
                  <a:cubicBezTo>
                    <a:pt x="339959" y="-5253"/>
                    <a:pt x="355009" y="3129"/>
                    <a:pt x="354151" y="15797"/>
                  </a:cubicBezTo>
                  <a:cubicBezTo>
                    <a:pt x="354628" y="20940"/>
                    <a:pt x="352437" y="26465"/>
                    <a:pt x="348627" y="30084"/>
                  </a:cubicBezTo>
                  <a:cubicBezTo>
                    <a:pt x="339578" y="49992"/>
                    <a:pt x="332053" y="70566"/>
                    <a:pt x="325195" y="88758"/>
                  </a:cubicBezTo>
                  <a:cubicBezTo>
                    <a:pt x="239661" y="310119"/>
                    <a:pt x="192798" y="544053"/>
                    <a:pt x="149840" y="776749"/>
                  </a:cubicBezTo>
                  <a:cubicBezTo>
                    <a:pt x="119170" y="968773"/>
                    <a:pt x="101072" y="1162512"/>
                    <a:pt x="77164" y="1355107"/>
                  </a:cubicBezTo>
                  <a:cubicBezTo>
                    <a:pt x="77260" y="1354250"/>
                    <a:pt x="77355" y="1353393"/>
                    <a:pt x="77355" y="1352535"/>
                  </a:cubicBezTo>
                  <a:cubicBezTo>
                    <a:pt x="58114" y="1542178"/>
                    <a:pt x="40303" y="1732202"/>
                    <a:pt x="36397" y="1922892"/>
                  </a:cubicBezTo>
                  <a:cubicBezTo>
                    <a:pt x="34683" y="1963945"/>
                    <a:pt x="32206" y="2047003"/>
                    <a:pt x="30587" y="2088151"/>
                  </a:cubicBezTo>
                  <a:cubicBezTo>
                    <a:pt x="30301" y="2096057"/>
                    <a:pt x="24872" y="2104344"/>
                    <a:pt x="16585" y="2105772"/>
                  </a:cubicBezTo>
                  <a:cubicBezTo>
                    <a:pt x="7918" y="2107296"/>
                    <a:pt x="202" y="2099296"/>
                    <a:pt x="12" y="2090723"/>
                  </a:cubicBezTo>
                  <a:close/>
                </a:path>
              </a:pathLst>
            </a:custGeom>
            <a:solidFill>
              <a:srgbClr val="3E631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="" xmlns:a16="http://schemas.microsoft.com/office/drawing/2014/main" id="{32755031-D26F-7E3A-37D0-FC38EFF997D4}"/>
                </a:ext>
              </a:extLst>
            </p:cNvPr>
            <p:cNvSpPr/>
            <p:nvPr/>
          </p:nvSpPr>
          <p:spPr>
            <a:xfrm>
              <a:off x="3213514" y="2885370"/>
              <a:ext cx="427115" cy="1516600"/>
            </a:xfrm>
            <a:custGeom>
              <a:avLst/>
              <a:gdLst>
                <a:gd name="connsiteX0" fmla="*/ 1840 w 427115"/>
                <a:gd name="connsiteY0" fmla="*/ 1502226 h 1516600"/>
                <a:gd name="connsiteX1" fmla="*/ 15270 w 427115"/>
                <a:gd name="connsiteY1" fmla="*/ 1054360 h 1516600"/>
                <a:gd name="connsiteX2" fmla="*/ 80326 w 427115"/>
                <a:gd name="connsiteY2" fmla="*/ 698030 h 1516600"/>
                <a:gd name="connsiteX3" fmla="*/ 269397 w 427115"/>
                <a:gd name="connsiteY3" fmla="*/ 145199 h 1516600"/>
                <a:gd name="connsiteX4" fmla="*/ 393698 w 427115"/>
                <a:gd name="connsiteY4" fmla="*/ 4324 h 1516600"/>
                <a:gd name="connsiteX5" fmla="*/ 426464 w 427115"/>
                <a:gd name="connsiteY5" fmla="*/ 12515 h 1516600"/>
                <a:gd name="connsiteX6" fmla="*/ 405414 w 427115"/>
                <a:gd name="connsiteY6" fmla="*/ 34994 h 1516600"/>
                <a:gd name="connsiteX7" fmla="*/ 60704 w 427115"/>
                <a:gd name="connsiteY7" fmla="*/ 977112 h 1516600"/>
                <a:gd name="connsiteX8" fmla="*/ 36892 w 427115"/>
                <a:gd name="connsiteY8" fmla="*/ 1302772 h 1516600"/>
                <a:gd name="connsiteX9" fmla="*/ 30986 w 427115"/>
                <a:gd name="connsiteY9" fmla="*/ 1499749 h 1516600"/>
                <a:gd name="connsiteX10" fmla="*/ 1744 w 427115"/>
                <a:gd name="connsiteY10" fmla="*/ 1502226 h 1516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7115" h="1516600">
                  <a:moveTo>
                    <a:pt x="1840" y="1502226"/>
                  </a:moveTo>
                  <a:cubicBezTo>
                    <a:pt x="-1970" y="1352683"/>
                    <a:pt x="-923" y="1203140"/>
                    <a:pt x="15270" y="1054360"/>
                  </a:cubicBezTo>
                  <a:cubicBezTo>
                    <a:pt x="27081" y="934345"/>
                    <a:pt x="55275" y="815568"/>
                    <a:pt x="80326" y="698030"/>
                  </a:cubicBezTo>
                  <a:cubicBezTo>
                    <a:pt x="126903" y="508958"/>
                    <a:pt x="175861" y="317315"/>
                    <a:pt x="269397" y="145199"/>
                  </a:cubicBezTo>
                  <a:cubicBezTo>
                    <a:pt x="300449" y="91192"/>
                    <a:pt x="335786" y="32518"/>
                    <a:pt x="393698" y="4324"/>
                  </a:cubicBezTo>
                  <a:cubicBezTo>
                    <a:pt x="404747" y="-1582"/>
                    <a:pt x="423702" y="-3582"/>
                    <a:pt x="426464" y="12515"/>
                  </a:cubicBezTo>
                  <a:cubicBezTo>
                    <a:pt x="429893" y="24993"/>
                    <a:pt x="419320" y="43472"/>
                    <a:pt x="405414" y="34994"/>
                  </a:cubicBezTo>
                  <a:cubicBezTo>
                    <a:pt x="218152" y="144913"/>
                    <a:pt x="98328" y="758799"/>
                    <a:pt x="60704" y="977112"/>
                  </a:cubicBezTo>
                  <a:cubicBezTo>
                    <a:pt x="45560" y="1084935"/>
                    <a:pt x="38225" y="1193901"/>
                    <a:pt x="36892" y="1302772"/>
                  </a:cubicBezTo>
                  <a:cubicBezTo>
                    <a:pt x="36130" y="1368495"/>
                    <a:pt x="34701" y="1434122"/>
                    <a:pt x="30986" y="1499749"/>
                  </a:cubicBezTo>
                  <a:cubicBezTo>
                    <a:pt x="30986" y="1517370"/>
                    <a:pt x="4221" y="1525562"/>
                    <a:pt x="1744" y="1502226"/>
                  </a:cubicBezTo>
                  <a:close/>
                </a:path>
              </a:pathLst>
            </a:custGeom>
            <a:solidFill>
              <a:srgbClr val="3E631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="" xmlns:a16="http://schemas.microsoft.com/office/drawing/2014/main" id="{5CEAC7D6-C0D8-8CBE-6E24-ACB471DC5367}"/>
                </a:ext>
              </a:extLst>
            </p:cNvPr>
            <p:cNvSpPr/>
            <p:nvPr/>
          </p:nvSpPr>
          <p:spPr>
            <a:xfrm>
              <a:off x="3275878" y="3852838"/>
              <a:ext cx="265104" cy="675470"/>
            </a:xfrm>
            <a:custGeom>
              <a:avLst/>
              <a:gdLst>
                <a:gd name="connsiteX0" fmla="*/ 6246 w 265104"/>
                <a:gd name="connsiteY0" fmla="*/ 662202 h 675470"/>
                <a:gd name="connsiteX1" fmla="*/ 43203 w 265104"/>
                <a:gd name="connsiteY1" fmla="*/ 300538 h 675470"/>
                <a:gd name="connsiteX2" fmla="*/ 242656 w 265104"/>
                <a:gd name="connsiteY2" fmla="*/ 4025 h 675470"/>
                <a:gd name="connsiteX3" fmla="*/ 259516 w 265104"/>
                <a:gd name="connsiteY3" fmla="*/ 28980 h 675470"/>
                <a:gd name="connsiteX4" fmla="*/ 251419 w 265104"/>
                <a:gd name="connsiteY4" fmla="*/ 36505 h 675470"/>
                <a:gd name="connsiteX5" fmla="*/ 80826 w 265104"/>
                <a:gd name="connsiteY5" fmla="*/ 292918 h 675470"/>
                <a:gd name="connsiteX6" fmla="*/ 36250 w 265104"/>
                <a:gd name="connsiteY6" fmla="*/ 568476 h 675470"/>
                <a:gd name="connsiteX7" fmla="*/ 37392 w 265104"/>
                <a:gd name="connsiteY7" fmla="*/ 657059 h 675470"/>
                <a:gd name="connsiteX8" fmla="*/ 23010 w 265104"/>
                <a:gd name="connsiteY8" fmla="*/ 675252 h 675470"/>
                <a:gd name="connsiteX9" fmla="*/ 6151 w 265104"/>
                <a:gd name="connsiteY9" fmla="*/ 662202 h 67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5104" h="675470">
                  <a:moveTo>
                    <a:pt x="6246" y="662202"/>
                  </a:moveTo>
                  <a:cubicBezTo>
                    <a:pt x="-12709" y="541806"/>
                    <a:pt x="14913" y="416457"/>
                    <a:pt x="43203" y="300538"/>
                  </a:cubicBezTo>
                  <a:cubicBezTo>
                    <a:pt x="72063" y="185762"/>
                    <a:pt x="112354" y="35648"/>
                    <a:pt x="242656" y="4025"/>
                  </a:cubicBezTo>
                  <a:cubicBezTo>
                    <a:pt x="258944" y="-10167"/>
                    <a:pt x="273422" y="16788"/>
                    <a:pt x="259516" y="28980"/>
                  </a:cubicBezTo>
                  <a:cubicBezTo>
                    <a:pt x="256944" y="31266"/>
                    <a:pt x="254658" y="34505"/>
                    <a:pt x="251419" y="36505"/>
                  </a:cubicBezTo>
                  <a:cubicBezTo>
                    <a:pt x="141977" y="71557"/>
                    <a:pt x="106258" y="193287"/>
                    <a:pt x="80826" y="292918"/>
                  </a:cubicBezTo>
                  <a:cubicBezTo>
                    <a:pt x="59871" y="382929"/>
                    <a:pt x="35487" y="475703"/>
                    <a:pt x="36250" y="568476"/>
                  </a:cubicBezTo>
                  <a:cubicBezTo>
                    <a:pt x="36726" y="598861"/>
                    <a:pt x="38154" y="627341"/>
                    <a:pt x="37392" y="657059"/>
                  </a:cubicBezTo>
                  <a:cubicBezTo>
                    <a:pt x="37107" y="665250"/>
                    <a:pt x="31487" y="673918"/>
                    <a:pt x="23010" y="675252"/>
                  </a:cubicBezTo>
                  <a:cubicBezTo>
                    <a:pt x="14628" y="676776"/>
                    <a:pt x="8151" y="670108"/>
                    <a:pt x="6151" y="662202"/>
                  </a:cubicBezTo>
                  <a:close/>
                </a:path>
              </a:pathLst>
            </a:custGeom>
            <a:solidFill>
              <a:srgbClr val="3E631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="" xmlns:a16="http://schemas.microsoft.com/office/drawing/2014/main" id="{A9146132-956A-AFA4-D822-AB4CF4F8EF3C}"/>
                </a:ext>
              </a:extLst>
            </p:cNvPr>
            <p:cNvSpPr/>
            <p:nvPr/>
          </p:nvSpPr>
          <p:spPr>
            <a:xfrm>
              <a:off x="3272786" y="3606868"/>
              <a:ext cx="323342" cy="892707"/>
            </a:xfrm>
            <a:custGeom>
              <a:avLst/>
              <a:gdLst>
                <a:gd name="connsiteX0" fmla="*/ 385 w 323342"/>
                <a:gd name="connsiteY0" fmla="*/ 878549 h 892707"/>
                <a:gd name="connsiteX1" fmla="*/ 302423 w 323342"/>
                <a:gd name="connsiteY1" fmla="*/ 2440 h 892707"/>
                <a:gd name="connsiteX2" fmla="*/ 321377 w 323342"/>
                <a:gd name="connsiteY2" fmla="*/ 7488 h 892707"/>
                <a:gd name="connsiteX3" fmla="*/ 302423 w 323342"/>
                <a:gd name="connsiteY3" fmla="*/ 40540 h 892707"/>
                <a:gd name="connsiteX4" fmla="*/ 43819 w 323342"/>
                <a:gd name="connsiteY4" fmla="*/ 678334 h 892707"/>
                <a:gd name="connsiteX5" fmla="*/ 29246 w 323342"/>
                <a:gd name="connsiteY5" fmla="*/ 876168 h 892707"/>
                <a:gd name="connsiteX6" fmla="*/ 290 w 323342"/>
                <a:gd name="connsiteY6" fmla="*/ 878549 h 892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3342" h="892707">
                  <a:moveTo>
                    <a:pt x="385" y="878549"/>
                  </a:moveTo>
                  <a:cubicBezTo>
                    <a:pt x="-6187" y="614612"/>
                    <a:pt x="70489" y="159126"/>
                    <a:pt x="302423" y="2440"/>
                  </a:cubicBezTo>
                  <a:cubicBezTo>
                    <a:pt x="308995" y="-2418"/>
                    <a:pt x="317853" y="344"/>
                    <a:pt x="321377" y="7488"/>
                  </a:cubicBezTo>
                  <a:cubicBezTo>
                    <a:pt x="328997" y="23014"/>
                    <a:pt x="312710" y="32539"/>
                    <a:pt x="302423" y="40540"/>
                  </a:cubicBezTo>
                  <a:cubicBezTo>
                    <a:pt x="125258" y="185891"/>
                    <a:pt x="72584" y="461545"/>
                    <a:pt x="43819" y="678334"/>
                  </a:cubicBezTo>
                  <a:cubicBezTo>
                    <a:pt x="37056" y="744056"/>
                    <a:pt x="32484" y="810160"/>
                    <a:pt x="29246" y="876168"/>
                  </a:cubicBezTo>
                  <a:cubicBezTo>
                    <a:pt x="29055" y="895028"/>
                    <a:pt x="2290" y="900266"/>
                    <a:pt x="290" y="878549"/>
                  </a:cubicBezTo>
                  <a:close/>
                </a:path>
              </a:pathLst>
            </a:custGeom>
            <a:solidFill>
              <a:srgbClr val="3E631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="" xmlns:a16="http://schemas.microsoft.com/office/drawing/2014/main" id="{885C0C03-E783-C3FD-B719-E6411D7C4F9D}"/>
                </a:ext>
              </a:extLst>
            </p:cNvPr>
            <p:cNvSpPr/>
            <p:nvPr/>
          </p:nvSpPr>
          <p:spPr>
            <a:xfrm>
              <a:off x="3001969" y="3073978"/>
              <a:ext cx="150960" cy="1490687"/>
            </a:xfrm>
            <a:custGeom>
              <a:avLst/>
              <a:gdLst>
                <a:gd name="connsiteX0" fmla="*/ 70891 w 150960"/>
                <a:gd name="connsiteY0" fmla="*/ 1470685 h 1490687"/>
                <a:gd name="connsiteX1" fmla="*/ 108324 w 150960"/>
                <a:gd name="connsiteY1" fmla="*/ 721162 h 1490687"/>
                <a:gd name="connsiteX2" fmla="*/ 66986 w 150960"/>
                <a:gd name="connsiteY2" fmla="*/ 166522 h 1490687"/>
                <a:gd name="connsiteX3" fmla="*/ 120 w 150960"/>
                <a:gd name="connsiteY3" fmla="*/ 21456 h 1490687"/>
                <a:gd name="connsiteX4" fmla="*/ 29171 w 150960"/>
                <a:gd name="connsiteY4" fmla="*/ 15360 h 1490687"/>
                <a:gd name="connsiteX5" fmla="*/ 123659 w 150960"/>
                <a:gd name="connsiteY5" fmla="*/ 242626 h 1490687"/>
                <a:gd name="connsiteX6" fmla="*/ 135089 w 150960"/>
                <a:gd name="connsiteY6" fmla="*/ 886707 h 1490687"/>
                <a:gd name="connsiteX7" fmla="*/ 112896 w 150960"/>
                <a:gd name="connsiteY7" fmla="*/ 1360576 h 1490687"/>
                <a:gd name="connsiteX8" fmla="*/ 104895 w 150960"/>
                <a:gd name="connsiteY8" fmla="*/ 1470780 h 1490687"/>
                <a:gd name="connsiteX9" fmla="*/ 86893 w 150960"/>
                <a:gd name="connsiteY9" fmla="*/ 1490687 h 1490687"/>
                <a:gd name="connsiteX10" fmla="*/ 70891 w 150960"/>
                <a:gd name="connsiteY10" fmla="*/ 1470780 h 149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0960" h="1490687">
                  <a:moveTo>
                    <a:pt x="70891" y="1470685"/>
                  </a:moveTo>
                  <a:cubicBezTo>
                    <a:pt x="85274" y="1221035"/>
                    <a:pt x="95084" y="970908"/>
                    <a:pt x="108324" y="721162"/>
                  </a:cubicBezTo>
                  <a:cubicBezTo>
                    <a:pt x="118230" y="535901"/>
                    <a:pt x="131660" y="343972"/>
                    <a:pt x="66986" y="166522"/>
                  </a:cubicBezTo>
                  <a:cubicBezTo>
                    <a:pt x="47745" y="116896"/>
                    <a:pt x="15360" y="72415"/>
                    <a:pt x="120" y="21456"/>
                  </a:cubicBezTo>
                  <a:cubicBezTo>
                    <a:pt x="-2071" y="25"/>
                    <a:pt x="26409" y="-10834"/>
                    <a:pt x="29171" y="15360"/>
                  </a:cubicBezTo>
                  <a:cubicBezTo>
                    <a:pt x="64223" y="89845"/>
                    <a:pt x="108705" y="160426"/>
                    <a:pt x="123659" y="242626"/>
                  </a:cubicBezTo>
                  <a:cubicBezTo>
                    <a:pt x="173380" y="453891"/>
                    <a:pt x="141185" y="672490"/>
                    <a:pt x="135089" y="886707"/>
                  </a:cubicBezTo>
                  <a:cubicBezTo>
                    <a:pt x="128136" y="1044631"/>
                    <a:pt x="121183" y="1202651"/>
                    <a:pt x="112896" y="1360576"/>
                  </a:cubicBezTo>
                  <a:cubicBezTo>
                    <a:pt x="110420" y="1397342"/>
                    <a:pt x="108515" y="1434109"/>
                    <a:pt x="104895" y="1470780"/>
                  </a:cubicBezTo>
                  <a:cubicBezTo>
                    <a:pt x="103847" y="1480305"/>
                    <a:pt x="97751" y="1490687"/>
                    <a:pt x="86893" y="1490687"/>
                  </a:cubicBezTo>
                  <a:cubicBezTo>
                    <a:pt x="76320" y="1490687"/>
                    <a:pt x="70700" y="1480305"/>
                    <a:pt x="70891" y="1470780"/>
                  </a:cubicBezTo>
                  <a:close/>
                </a:path>
              </a:pathLst>
            </a:custGeom>
            <a:solidFill>
              <a:srgbClr val="3E631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="" xmlns:a16="http://schemas.microsoft.com/office/drawing/2014/main" id="{4D0990CF-449E-A827-52DD-E52CCD76159B}"/>
                </a:ext>
              </a:extLst>
            </p:cNvPr>
            <p:cNvSpPr/>
            <p:nvPr/>
          </p:nvSpPr>
          <p:spPr>
            <a:xfrm>
              <a:off x="2903851" y="3776607"/>
              <a:ext cx="60361" cy="757482"/>
            </a:xfrm>
            <a:custGeom>
              <a:avLst/>
              <a:gdLst>
                <a:gd name="connsiteX0" fmla="*/ 5846 w 60361"/>
                <a:gd name="connsiteY0" fmla="*/ 740624 h 757482"/>
                <a:gd name="connsiteX1" fmla="*/ 26324 w 60361"/>
                <a:gd name="connsiteY1" fmla="*/ 392390 h 757482"/>
                <a:gd name="connsiteX2" fmla="*/ 2988 w 60361"/>
                <a:gd name="connsiteY2" fmla="*/ 11294 h 757482"/>
                <a:gd name="connsiteX3" fmla="*/ 30134 w 60361"/>
                <a:gd name="connsiteY3" fmla="*/ 16057 h 757482"/>
                <a:gd name="connsiteX4" fmla="*/ 53566 w 60361"/>
                <a:gd name="connsiteY4" fmla="*/ 321619 h 757482"/>
                <a:gd name="connsiteX5" fmla="*/ 49661 w 60361"/>
                <a:gd name="connsiteY5" fmla="*/ 629752 h 757482"/>
                <a:gd name="connsiteX6" fmla="*/ 49661 w 60361"/>
                <a:gd name="connsiteY6" fmla="*/ 629372 h 757482"/>
                <a:gd name="connsiteX7" fmla="*/ 49851 w 60361"/>
                <a:gd name="connsiteY7" fmla="*/ 627943 h 757482"/>
                <a:gd name="connsiteX8" fmla="*/ 46517 w 60361"/>
                <a:gd name="connsiteY8" fmla="*/ 657851 h 757482"/>
                <a:gd name="connsiteX9" fmla="*/ 46517 w 60361"/>
                <a:gd name="connsiteY9" fmla="*/ 657470 h 757482"/>
                <a:gd name="connsiteX10" fmla="*/ 46517 w 60361"/>
                <a:gd name="connsiteY10" fmla="*/ 656994 h 757482"/>
                <a:gd name="connsiteX11" fmla="*/ 34230 w 60361"/>
                <a:gd name="connsiteY11" fmla="*/ 743195 h 757482"/>
                <a:gd name="connsiteX12" fmla="*/ 19276 w 60361"/>
                <a:gd name="connsiteY12" fmla="*/ 757483 h 757482"/>
                <a:gd name="connsiteX13" fmla="*/ 5750 w 60361"/>
                <a:gd name="connsiteY13" fmla="*/ 740719 h 757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361" h="757482">
                  <a:moveTo>
                    <a:pt x="5846" y="740624"/>
                  </a:moveTo>
                  <a:cubicBezTo>
                    <a:pt x="12799" y="624133"/>
                    <a:pt x="33087" y="509166"/>
                    <a:pt x="26324" y="392390"/>
                  </a:cubicBezTo>
                  <a:cubicBezTo>
                    <a:pt x="22229" y="265326"/>
                    <a:pt x="-9775" y="138263"/>
                    <a:pt x="2988" y="11294"/>
                  </a:cubicBezTo>
                  <a:cubicBezTo>
                    <a:pt x="8132" y="-6041"/>
                    <a:pt x="31277" y="-2612"/>
                    <a:pt x="30134" y="16057"/>
                  </a:cubicBezTo>
                  <a:cubicBezTo>
                    <a:pt x="24705" y="118831"/>
                    <a:pt x="44136" y="219701"/>
                    <a:pt x="53566" y="321619"/>
                  </a:cubicBezTo>
                  <a:cubicBezTo>
                    <a:pt x="64901" y="423822"/>
                    <a:pt x="60995" y="527835"/>
                    <a:pt x="49661" y="629752"/>
                  </a:cubicBezTo>
                  <a:cubicBezTo>
                    <a:pt x="49661" y="629657"/>
                    <a:pt x="49661" y="629467"/>
                    <a:pt x="49661" y="629372"/>
                  </a:cubicBezTo>
                  <a:cubicBezTo>
                    <a:pt x="49661" y="628895"/>
                    <a:pt x="49756" y="628419"/>
                    <a:pt x="49851" y="627943"/>
                  </a:cubicBezTo>
                  <a:cubicBezTo>
                    <a:pt x="48613" y="638420"/>
                    <a:pt x="47660" y="647850"/>
                    <a:pt x="46517" y="657851"/>
                  </a:cubicBezTo>
                  <a:cubicBezTo>
                    <a:pt x="46517" y="657756"/>
                    <a:pt x="46517" y="657565"/>
                    <a:pt x="46517" y="657470"/>
                  </a:cubicBezTo>
                  <a:cubicBezTo>
                    <a:pt x="46517" y="657280"/>
                    <a:pt x="46517" y="657184"/>
                    <a:pt x="46517" y="656994"/>
                  </a:cubicBezTo>
                  <a:cubicBezTo>
                    <a:pt x="43469" y="685759"/>
                    <a:pt x="38612" y="714525"/>
                    <a:pt x="34230" y="743195"/>
                  </a:cubicBezTo>
                  <a:cubicBezTo>
                    <a:pt x="33182" y="750434"/>
                    <a:pt x="27086" y="757483"/>
                    <a:pt x="19276" y="757483"/>
                  </a:cubicBezTo>
                  <a:cubicBezTo>
                    <a:pt x="10608" y="757483"/>
                    <a:pt x="5179" y="748720"/>
                    <a:pt x="5750" y="740719"/>
                  </a:cubicBezTo>
                  <a:close/>
                </a:path>
              </a:pathLst>
            </a:custGeom>
            <a:solidFill>
              <a:srgbClr val="3E631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="" xmlns:a16="http://schemas.microsoft.com/office/drawing/2014/main" id="{3140DACF-D248-22CD-0FBD-717A22F92E06}"/>
                </a:ext>
              </a:extLst>
            </p:cNvPr>
            <p:cNvSpPr/>
            <p:nvPr/>
          </p:nvSpPr>
          <p:spPr>
            <a:xfrm>
              <a:off x="2701506" y="3776788"/>
              <a:ext cx="160871" cy="713772"/>
            </a:xfrm>
            <a:custGeom>
              <a:avLst/>
              <a:gdLst>
                <a:gd name="connsiteX0" fmla="*/ 129990 w 160871"/>
                <a:gd name="connsiteY0" fmla="*/ 698533 h 713772"/>
                <a:gd name="connsiteX1" fmla="*/ 91985 w 160871"/>
                <a:gd name="connsiteY1" fmla="*/ 235237 h 713772"/>
                <a:gd name="connsiteX2" fmla="*/ 1402 w 160871"/>
                <a:gd name="connsiteY2" fmla="*/ 25687 h 713772"/>
                <a:gd name="connsiteX3" fmla="*/ 26929 w 160871"/>
                <a:gd name="connsiteY3" fmla="*/ 7780 h 713772"/>
                <a:gd name="connsiteX4" fmla="*/ 123132 w 160871"/>
                <a:gd name="connsiteY4" fmla="*/ 225712 h 713772"/>
                <a:gd name="connsiteX5" fmla="*/ 159422 w 160871"/>
                <a:gd name="connsiteY5" fmla="*/ 573374 h 713772"/>
                <a:gd name="connsiteX6" fmla="*/ 160375 w 160871"/>
                <a:gd name="connsiteY6" fmla="*/ 696056 h 713772"/>
                <a:gd name="connsiteX7" fmla="*/ 146563 w 160871"/>
                <a:gd name="connsiteY7" fmla="*/ 713582 h 713772"/>
                <a:gd name="connsiteX8" fmla="*/ 130085 w 160871"/>
                <a:gd name="connsiteY8" fmla="*/ 698628 h 713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871" h="713772">
                  <a:moveTo>
                    <a:pt x="129990" y="698533"/>
                  </a:moveTo>
                  <a:cubicBezTo>
                    <a:pt x="122846" y="544323"/>
                    <a:pt x="128180" y="386018"/>
                    <a:pt x="91985" y="235237"/>
                  </a:cubicBezTo>
                  <a:cubicBezTo>
                    <a:pt x="73126" y="159608"/>
                    <a:pt x="29787" y="96839"/>
                    <a:pt x="1402" y="25687"/>
                  </a:cubicBezTo>
                  <a:cubicBezTo>
                    <a:pt x="-5646" y="9495"/>
                    <a:pt x="15594" y="-11651"/>
                    <a:pt x="26929" y="7780"/>
                  </a:cubicBezTo>
                  <a:cubicBezTo>
                    <a:pt x="57885" y="80837"/>
                    <a:pt x="104082" y="147607"/>
                    <a:pt x="123132" y="225712"/>
                  </a:cubicBezTo>
                  <a:cubicBezTo>
                    <a:pt x="151326" y="339155"/>
                    <a:pt x="154279" y="457074"/>
                    <a:pt x="159422" y="573374"/>
                  </a:cubicBezTo>
                  <a:cubicBezTo>
                    <a:pt x="160470" y="614332"/>
                    <a:pt x="161518" y="655194"/>
                    <a:pt x="160375" y="696056"/>
                  </a:cubicBezTo>
                  <a:cubicBezTo>
                    <a:pt x="160184" y="703867"/>
                    <a:pt x="154660" y="712249"/>
                    <a:pt x="146563" y="713582"/>
                  </a:cubicBezTo>
                  <a:cubicBezTo>
                    <a:pt x="137896" y="715106"/>
                    <a:pt x="130276" y="707201"/>
                    <a:pt x="130085" y="698628"/>
                  </a:cubicBezTo>
                  <a:close/>
                </a:path>
              </a:pathLst>
            </a:custGeom>
            <a:solidFill>
              <a:srgbClr val="3E631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="" xmlns:a16="http://schemas.microsoft.com/office/drawing/2014/main" id="{092BF73D-D7A8-AD4F-7519-68624B34E15D}"/>
                </a:ext>
              </a:extLst>
            </p:cNvPr>
            <p:cNvSpPr/>
            <p:nvPr/>
          </p:nvSpPr>
          <p:spPr>
            <a:xfrm>
              <a:off x="3520849" y="2486646"/>
              <a:ext cx="1381987" cy="913867"/>
            </a:xfrm>
            <a:custGeom>
              <a:avLst/>
              <a:gdLst>
                <a:gd name="connsiteX0" fmla="*/ 1380430 w 1381987"/>
                <a:gd name="connsiteY0" fmla="*/ 907683 h 913867"/>
                <a:gd name="connsiteX1" fmla="*/ 1366428 w 1381987"/>
                <a:gd name="connsiteY1" fmla="*/ 913493 h 913867"/>
                <a:gd name="connsiteX2" fmla="*/ 1364428 w 1381987"/>
                <a:gd name="connsiteY2" fmla="*/ 912922 h 913867"/>
                <a:gd name="connsiteX3" fmla="*/ 941994 w 1381987"/>
                <a:gd name="connsiteY3" fmla="*/ 793764 h 913867"/>
                <a:gd name="connsiteX4" fmla="*/ 506797 w 1381987"/>
                <a:gd name="connsiteY4" fmla="*/ 693466 h 913867"/>
                <a:gd name="connsiteX5" fmla="*/ 9402 w 1381987"/>
                <a:gd name="connsiteY5" fmla="*/ 511253 h 913867"/>
                <a:gd name="connsiteX6" fmla="*/ 18450 w 1381987"/>
                <a:gd name="connsiteY6" fmla="*/ 402953 h 913867"/>
                <a:gd name="connsiteX7" fmla="*/ 56741 w 1381987"/>
                <a:gd name="connsiteY7" fmla="*/ 295607 h 913867"/>
                <a:gd name="connsiteX8" fmla="*/ 70171 w 1381987"/>
                <a:gd name="connsiteY8" fmla="*/ 268746 h 913867"/>
                <a:gd name="connsiteX9" fmla="*/ 70362 w 1381987"/>
                <a:gd name="connsiteY9" fmla="*/ 268746 h 913867"/>
                <a:gd name="connsiteX10" fmla="*/ 82077 w 1381987"/>
                <a:gd name="connsiteY10" fmla="*/ 250839 h 913867"/>
                <a:gd name="connsiteX11" fmla="*/ 630336 w 1381987"/>
                <a:gd name="connsiteY11" fmla="*/ 7285 h 913867"/>
                <a:gd name="connsiteX12" fmla="*/ 1070011 w 1381987"/>
                <a:gd name="connsiteY12" fmla="*/ 193117 h 913867"/>
                <a:gd name="connsiteX13" fmla="*/ 1141067 w 1381987"/>
                <a:gd name="connsiteY13" fmla="*/ 282176 h 913867"/>
                <a:gd name="connsiteX14" fmla="*/ 1215933 w 1381987"/>
                <a:gd name="connsiteY14" fmla="*/ 465247 h 913867"/>
                <a:gd name="connsiteX15" fmla="*/ 1302039 w 1381987"/>
                <a:gd name="connsiteY15" fmla="*/ 700419 h 913867"/>
                <a:gd name="connsiteX16" fmla="*/ 1361094 w 1381987"/>
                <a:gd name="connsiteY16" fmla="*/ 859582 h 913867"/>
                <a:gd name="connsiteX17" fmla="*/ 1366619 w 1381987"/>
                <a:gd name="connsiteY17" fmla="*/ 871679 h 913867"/>
                <a:gd name="connsiteX18" fmla="*/ 1373763 w 1381987"/>
                <a:gd name="connsiteY18" fmla="*/ 884823 h 913867"/>
                <a:gd name="connsiteX19" fmla="*/ 1380525 w 1381987"/>
                <a:gd name="connsiteY19" fmla="*/ 907683 h 913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81987" h="913867">
                  <a:moveTo>
                    <a:pt x="1380430" y="907683"/>
                  </a:moveTo>
                  <a:cubicBezTo>
                    <a:pt x="1377668" y="912922"/>
                    <a:pt x="1371762" y="914732"/>
                    <a:pt x="1366428" y="913493"/>
                  </a:cubicBezTo>
                  <a:cubicBezTo>
                    <a:pt x="1365857" y="913303"/>
                    <a:pt x="1365095" y="913017"/>
                    <a:pt x="1364428" y="912922"/>
                  </a:cubicBezTo>
                  <a:cubicBezTo>
                    <a:pt x="1224982" y="868059"/>
                    <a:pt x="1086489" y="820529"/>
                    <a:pt x="941994" y="793764"/>
                  </a:cubicBezTo>
                  <a:cubicBezTo>
                    <a:pt x="797500" y="758141"/>
                    <a:pt x="653101" y="719374"/>
                    <a:pt x="506797" y="693466"/>
                  </a:cubicBezTo>
                  <a:cubicBezTo>
                    <a:pt x="334109" y="655556"/>
                    <a:pt x="116463" y="682512"/>
                    <a:pt x="9402" y="511253"/>
                  </a:cubicBezTo>
                  <a:cubicBezTo>
                    <a:pt x="-11077" y="478391"/>
                    <a:pt x="6544" y="434862"/>
                    <a:pt x="18450" y="402953"/>
                  </a:cubicBezTo>
                  <a:cubicBezTo>
                    <a:pt x="31119" y="369235"/>
                    <a:pt x="41310" y="330278"/>
                    <a:pt x="56741" y="295607"/>
                  </a:cubicBezTo>
                  <a:cubicBezTo>
                    <a:pt x="60837" y="286272"/>
                    <a:pt x="65313" y="277318"/>
                    <a:pt x="70171" y="268746"/>
                  </a:cubicBezTo>
                  <a:lnTo>
                    <a:pt x="70362" y="268746"/>
                  </a:lnTo>
                  <a:cubicBezTo>
                    <a:pt x="73981" y="262459"/>
                    <a:pt x="77886" y="256554"/>
                    <a:pt x="82077" y="250839"/>
                  </a:cubicBezTo>
                  <a:cubicBezTo>
                    <a:pt x="194282" y="67102"/>
                    <a:pt x="419739" y="-28053"/>
                    <a:pt x="630336" y="7285"/>
                  </a:cubicBezTo>
                  <a:cubicBezTo>
                    <a:pt x="790642" y="24239"/>
                    <a:pt x="961235" y="65292"/>
                    <a:pt x="1070011" y="193117"/>
                  </a:cubicBezTo>
                  <a:cubicBezTo>
                    <a:pt x="1095347" y="221502"/>
                    <a:pt x="1120398" y="249887"/>
                    <a:pt x="1141067" y="282176"/>
                  </a:cubicBezTo>
                  <a:cubicBezTo>
                    <a:pt x="1175547" y="338850"/>
                    <a:pt x="1194026" y="402953"/>
                    <a:pt x="1215933" y="465247"/>
                  </a:cubicBezTo>
                  <a:cubicBezTo>
                    <a:pt x="1242794" y="544209"/>
                    <a:pt x="1275655" y="621171"/>
                    <a:pt x="1302039" y="700419"/>
                  </a:cubicBezTo>
                  <a:cubicBezTo>
                    <a:pt x="1318994" y="754521"/>
                    <a:pt x="1338235" y="808051"/>
                    <a:pt x="1361094" y="859582"/>
                  </a:cubicBezTo>
                  <a:cubicBezTo>
                    <a:pt x="1362904" y="863582"/>
                    <a:pt x="1364714" y="867678"/>
                    <a:pt x="1366619" y="871679"/>
                  </a:cubicBezTo>
                  <a:cubicBezTo>
                    <a:pt x="1368905" y="876441"/>
                    <a:pt x="1371381" y="880822"/>
                    <a:pt x="1373763" y="884823"/>
                  </a:cubicBezTo>
                  <a:cubicBezTo>
                    <a:pt x="1377858" y="891586"/>
                    <a:pt x="1385097" y="899682"/>
                    <a:pt x="1380525" y="907683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="" xmlns:a16="http://schemas.microsoft.com/office/drawing/2014/main" id="{7B98E1E8-2298-4BE8-FD19-A94AE45CEDE6}"/>
                </a:ext>
              </a:extLst>
            </p:cNvPr>
            <p:cNvSpPr/>
            <p:nvPr/>
          </p:nvSpPr>
          <p:spPr>
            <a:xfrm>
              <a:off x="1850289" y="3959465"/>
              <a:ext cx="742116" cy="373356"/>
            </a:xfrm>
            <a:custGeom>
              <a:avLst/>
              <a:gdLst>
                <a:gd name="connsiteX0" fmla="*/ 741559 w 742116"/>
                <a:gd name="connsiteY0" fmla="*/ 125997 h 373356"/>
                <a:gd name="connsiteX1" fmla="*/ 700982 w 742116"/>
                <a:gd name="connsiteY1" fmla="*/ 214104 h 373356"/>
                <a:gd name="connsiteX2" fmla="*/ 388562 w 742116"/>
                <a:gd name="connsiteY2" fmla="*/ 373076 h 373356"/>
                <a:gd name="connsiteX3" fmla="*/ 7848 w 742116"/>
                <a:gd name="connsiteY3" fmla="*/ 322974 h 373356"/>
                <a:gd name="connsiteX4" fmla="*/ 4324 w 742116"/>
                <a:gd name="connsiteY4" fmla="*/ 322212 h 373356"/>
                <a:gd name="connsiteX5" fmla="*/ 4133 w 742116"/>
                <a:gd name="connsiteY5" fmla="*/ 322212 h 373356"/>
                <a:gd name="connsiteX6" fmla="*/ 1276 w 742116"/>
                <a:gd name="connsiteY6" fmla="*/ 308973 h 373356"/>
                <a:gd name="connsiteX7" fmla="*/ 1561 w 742116"/>
                <a:gd name="connsiteY7" fmla="*/ 308210 h 373356"/>
                <a:gd name="connsiteX8" fmla="*/ 48901 w 742116"/>
                <a:gd name="connsiteY8" fmla="*/ 265919 h 373356"/>
                <a:gd name="connsiteX9" fmla="*/ 199015 w 742116"/>
                <a:gd name="connsiteY9" fmla="*/ 137904 h 373356"/>
                <a:gd name="connsiteX10" fmla="*/ 338937 w 742116"/>
                <a:gd name="connsiteY10" fmla="*/ 27509 h 373356"/>
                <a:gd name="connsiteX11" fmla="*/ 729748 w 742116"/>
                <a:gd name="connsiteY11" fmla="*/ 87992 h 373356"/>
                <a:gd name="connsiteX12" fmla="*/ 739844 w 742116"/>
                <a:gd name="connsiteY12" fmla="*/ 103423 h 373356"/>
                <a:gd name="connsiteX13" fmla="*/ 741654 w 742116"/>
                <a:gd name="connsiteY13" fmla="*/ 125997 h 37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42116" h="373356">
                  <a:moveTo>
                    <a:pt x="741559" y="125997"/>
                  </a:moveTo>
                  <a:cubicBezTo>
                    <a:pt x="737939" y="160668"/>
                    <a:pt x="709840" y="202388"/>
                    <a:pt x="700982" y="214104"/>
                  </a:cubicBezTo>
                  <a:cubicBezTo>
                    <a:pt x="626306" y="330785"/>
                    <a:pt x="525341" y="377457"/>
                    <a:pt x="388562" y="373076"/>
                  </a:cubicBezTo>
                  <a:cubicBezTo>
                    <a:pt x="260737" y="369075"/>
                    <a:pt x="136245" y="289732"/>
                    <a:pt x="7848" y="322974"/>
                  </a:cubicBezTo>
                  <a:cubicBezTo>
                    <a:pt x="6514" y="323165"/>
                    <a:pt x="5276" y="322784"/>
                    <a:pt x="4324" y="322212"/>
                  </a:cubicBezTo>
                  <a:lnTo>
                    <a:pt x="4133" y="322212"/>
                  </a:lnTo>
                  <a:cubicBezTo>
                    <a:pt x="-153" y="319926"/>
                    <a:pt x="-1106" y="313164"/>
                    <a:pt x="1276" y="308973"/>
                  </a:cubicBezTo>
                  <a:cubicBezTo>
                    <a:pt x="1276" y="308687"/>
                    <a:pt x="1466" y="308496"/>
                    <a:pt x="1561" y="308210"/>
                  </a:cubicBezTo>
                  <a:cubicBezTo>
                    <a:pt x="17468" y="294494"/>
                    <a:pt x="33946" y="281064"/>
                    <a:pt x="48901" y="265919"/>
                  </a:cubicBezTo>
                  <a:cubicBezTo>
                    <a:pt x="95668" y="219152"/>
                    <a:pt x="150342" y="182195"/>
                    <a:pt x="199015" y="137904"/>
                  </a:cubicBezTo>
                  <a:cubicBezTo>
                    <a:pt x="242258" y="97137"/>
                    <a:pt x="283501" y="51512"/>
                    <a:pt x="338937" y="27509"/>
                  </a:cubicBezTo>
                  <a:cubicBezTo>
                    <a:pt x="467715" y="-22402"/>
                    <a:pt x="625258" y="-5638"/>
                    <a:pt x="729748" y="87992"/>
                  </a:cubicBezTo>
                  <a:cubicBezTo>
                    <a:pt x="734606" y="92279"/>
                    <a:pt x="737844" y="97613"/>
                    <a:pt x="739844" y="103423"/>
                  </a:cubicBezTo>
                  <a:cubicBezTo>
                    <a:pt x="742130" y="110281"/>
                    <a:pt x="742606" y="117901"/>
                    <a:pt x="741654" y="125997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="" xmlns:a16="http://schemas.microsoft.com/office/drawing/2014/main" id="{BDC903B2-F7A1-1A3F-30FF-EB31BAA3161A}"/>
                </a:ext>
              </a:extLst>
            </p:cNvPr>
            <p:cNvSpPr/>
            <p:nvPr/>
          </p:nvSpPr>
          <p:spPr>
            <a:xfrm>
              <a:off x="3370994" y="1522327"/>
              <a:ext cx="1124651" cy="973174"/>
            </a:xfrm>
            <a:custGeom>
              <a:avLst/>
              <a:gdLst>
                <a:gd name="connsiteX0" fmla="*/ 1112899 w 1124651"/>
                <a:gd name="connsiteY0" fmla="*/ 244 h 973174"/>
                <a:gd name="connsiteX1" fmla="*/ 1085276 w 1124651"/>
                <a:gd name="connsiteY1" fmla="*/ 1958 h 973174"/>
                <a:gd name="connsiteX2" fmla="*/ 452340 w 1124651"/>
                <a:gd name="connsiteY2" fmla="*/ 80635 h 973174"/>
                <a:gd name="connsiteX3" fmla="*/ 213548 w 1124651"/>
                <a:gd name="connsiteY3" fmla="*/ 207412 h 973174"/>
                <a:gd name="connsiteX4" fmla="*/ 105630 w 1124651"/>
                <a:gd name="connsiteY4" fmla="*/ 306663 h 973174"/>
                <a:gd name="connsiteX5" fmla="*/ 5618 w 1124651"/>
                <a:gd name="connsiteY5" fmla="*/ 741098 h 973174"/>
                <a:gd name="connsiteX6" fmla="*/ 24286 w 1124651"/>
                <a:gd name="connsiteY6" fmla="*/ 854731 h 973174"/>
                <a:gd name="connsiteX7" fmla="*/ 45051 w 1124651"/>
                <a:gd name="connsiteY7" fmla="*/ 962554 h 973174"/>
                <a:gd name="connsiteX8" fmla="*/ 55624 w 1124651"/>
                <a:gd name="connsiteY8" fmla="*/ 972746 h 973174"/>
                <a:gd name="connsiteX9" fmla="*/ 81913 w 1124651"/>
                <a:gd name="connsiteY9" fmla="*/ 958363 h 973174"/>
                <a:gd name="connsiteX10" fmla="*/ 86675 w 1124651"/>
                <a:gd name="connsiteY10" fmla="*/ 954744 h 973174"/>
                <a:gd name="connsiteX11" fmla="*/ 272508 w 1124651"/>
                <a:gd name="connsiteY11" fmla="*/ 827966 h 973174"/>
                <a:gd name="connsiteX12" fmla="*/ 670462 w 1124651"/>
                <a:gd name="connsiteY12" fmla="*/ 590698 h 973174"/>
                <a:gd name="connsiteX13" fmla="*/ 810480 w 1124651"/>
                <a:gd name="connsiteY13" fmla="*/ 445633 h 973174"/>
                <a:gd name="connsiteX14" fmla="*/ 937544 w 1124651"/>
                <a:gd name="connsiteY14" fmla="*/ 230177 h 973174"/>
                <a:gd name="connsiteX15" fmla="*/ 1069179 w 1124651"/>
                <a:gd name="connsiteY15" fmla="*/ 65585 h 973174"/>
                <a:gd name="connsiteX16" fmla="*/ 1082800 w 1124651"/>
                <a:gd name="connsiteY16" fmla="*/ 53107 h 973174"/>
                <a:gd name="connsiteX17" fmla="*/ 1113185 w 1124651"/>
                <a:gd name="connsiteY17" fmla="*/ 434 h 973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24651" h="973174">
                  <a:moveTo>
                    <a:pt x="1112899" y="244"/>
                  </a:moveTo>
                  <a:cubicBezTo>
                    <a:pt x="1106803" y="-328"/>
                    <a:pt x="1097754" y="53"/>
                    <a:pt x="1085276" y="1958"/>
                  </a:cubicBezTo>
                  <a:cubicBezTo>
                    <a:pt x="873917" y="24056"/>
                    <a:pt x="657699" y="19389"/>
                    <a:pt x="452340" y="80635"/>
                  </a:cubicBezTo>
                  <a:cubicBezTo>
                    <a:pt x="366520" y="109305"/>
                    <a:pt x="284033" y="150453"/>
                    <a:pt x="213548" y="207412"/>
                  </a:cubicBezTo>
                  <a:cubicBezTo>
                    <a:pt x="174115" y="236559"/>
                    <a:pt x="134015" y="265896"/>
                    <a:pt x="105630" y="306663"/>
                  </a:cubicBezTo>
                  <a:cubicBezTo>
                    <a:pt x="19048" y="430393"/>
                    <a:pt x="-14385" y="592222"/>
                    <a:pt x="5618" y="741098"/>
                  </a:cubicBezTo>
                  <a:cubicBezTo>
                    <a:pt x="6856" y="779103"/>
                    <a:pt x="25049" y="815298"/>
                    <a:pt x="24286" y="854731"/>
                  </a:cubicBezTo>
                  <a:cubicBezTo>
                    <a:pt x="26573" y="890641"/>
                    <a:pt x="21048" y="933503"/>
                    <a:pt x="45051" y="962554"/>
                  </a:cubicBezTo>
                  <a:cubicBezTo>
                    <a:pt x="48099" y="966174"/>
                    <a:pt x="51623" y="969603"/>
                    <a:pt x="55624" y="972746"/>
                  </a:cubicBezTo>
                  <a:cubicBezTo>
                    <a:pt x="66196" y="975604"/>
                    <a:pt x="73626" y="963412"/>
                    <a:pt x="81913" y="958363"/>
                  </a:cubicBezTo>
                  <a:cubicBezTo>
                    <a:pt x="83437" y="957125"/>
                    <a:pt x="85151" y="955887"/>
                    <a:pt x="86675" y="954744"/>
                  </a:cubicBezTo>
                  <a:cubicBezTo>
                    <a:pt x="145635" y="908357"/>
                    <a:pt x="206690" y="864161"/>
                    <a:pt x="272508" y="827966"/>
                  </a:cubicBezTo>
                  <a:cubicBezTo>
                    <a:pt x="413954" y="764625"/>
                    <a:pt x="548162" y="686234"/>
                    <a:pt x="670462" y="590698"/>
                  </a:cubicBezTo>
                  <a:cubicBezTo>
                    <a:pt x="724184" y="550408"/>
                    <a:pt x="768951" y="498496"/>
                    <a:pt x="810480" y="445633"/>
                  </a:cubicBezTo>
                  <a:cubicBezTo>
                    <a:pt x="866678" y="382291"/>
                    <a:pt x="897062" y="303615"/>
                    <a:pt x="937544" y="230177"/>
                  </a:cubicBezTo>
                  <a:cubicBezTo>
                    <a:pt x="972215" y="168360"/>
                    <a:pt x="1018601" y="115496"/>
                    <a:pt x="1069179" y="65585"/>
                  </a:cubicBezTo>
                  <a:cubicBezTo>
                    <a:pt x="1072703" y="62061"/>
                    <a:pt x="1077466" y="57775"/>
                    <a:pt x="1082800" y="53107"/>
                  </a:cubicBezTo>
                  <a:cubicBezTo>
                    <a:pt x="1107375" y="31867"/>
                    <a:pt x="1143284" y="3292"/>
                    <a:pt x="1113185" y="434"/>
                  </a:cubicBezTo>
                  <a:close/>
                </a:path>
              </a:pathLst>
            </a:custGeom>
            <a:solidFill>
              <a:srgbClr val="A4D16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="" xmlns:a16="http://schemas.microsoft.com/office/drawing/2014/main" id="{1C785965-5345-9630-D428-E185720E2664}"/>
                </a:ext>
              </a:extLst>
            </p:cNvPr>
            <p:cNvSpPr/>
            <p:nvPr/>
          </p:nvSpPr>
          <p:spPr>
            <a:xfrm>
              <a:off x="1613867" y="3110959"/>
              <a:ext cx="1032799" cy="829762"/>
            </a:xfrm>
            <a:custGeom>
              <a:avLst/>
              <a:gdLst>
                <a:gd name="connsiteX0" fmla="*/ 1025129 w 1032799"/>
                <a:gd name="connsiteY0" fmla="*/ 364427 h 829762"/>
                <a:gd name="connsiteX1" fmla="*/ 810721 w 1032799"/>
                <a:gd name="connsiteY1" fmla="*/ 620078 h 829762"/>
                <a:gd name="connsiteX2" fmla="*/ 617268 w 1032799"/>
                <a:gd name="connsiteY2" fmla="*/ 737997 h 829762"/>
                <a:gd name="connsiteX3" fmla="*/ 280369 w 1032799"/>
                <a:gd name="connsiteY3" fmla="*/ 769430 h 829762"/>
                <a:gd name="connsiteX4" fmla="*/ 62723 w 1032799"/>
                <a:gd name="connsiteY4" fmla="*/ 810673 h 829762"/>
                <a:gd name="connsiteX5" fmla="*/ 18908 w 1032799"/>
                <a:gd name="connsiteY5" fmla="*/ 827151 h 829762"/>
                <a:gd name="connsiteX6" fmla="*/ 1001 w 1032799"/>
                <a:gd name="connsiteY6" fmla="*/ 815054 h 829762"/>
                <a:gd name="connsiteX7" fmla="*/ 7287 w 1032799"/>
                <a:gd name="connsiteY7" fmla="*/ 803148 h 829762"/>
                <a:gd name="connsiteX8" fmla="*/ 125683 w 1032799"/>
                <a:gd name="connsiteY8" fmla="*/ 626174 h 829762"/>
                <a:gd name="connsiteX9" fmla="*/ 406385 w 1032799"/>
                <a:gd name="connsiteY9" fmla="*/ 147924 h 829762"/>
                <a:gd name="connsiteX10" fmla="*/ 825389 w 1032799"/>
                <a:gd name="connsiteY10" fmla="*/ 35814 h 829762"/>
                <a:gd name="connsiteX11" fmla="*/ 944071 w 1032799"/>
                <a:gd name="connsiteY11" fmla="*/ 153067 h 829762"/>
                <a:gd name="connsiteX12" fmla="*/ 961216 w 1032799"/>
                <a:gd name="connsiteY12" fmla="*/ 175546 h 829762"/>
                <a:gd name="connsiteX13" fmla="*/ 1015604 w 1032799"/>
                <a:gd name="connsiteY13" fmla="*/ 253841 h 829762"/>
                <a:gd name="connsiteX14" fmla="*/ 1025224 w 1032799"/>
                <a:gd name="connsiteY14" fmla="*/ 364427 h 82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32799" h="829762">
                  <a:moveTo>
                    <a:pt x="1025129" y="364427"/>
                  </a:moveTo>
                  <a:cubicBezTo>
                    <a:pt x="999506" y="479679"/>
                    <a:pt x="901589" y="554355"/>
                    <a:pt x="810721" y="620078"/>
                  </a:cubicBezTo>
                  <a:cubicBezTo>
                    <a:pt x="750713" y="666369"/>
                    <a:pt x="689277" y="712185"/>
                    <a:pt x="617268" y="737997"/>
                  </a:cubicBezTo>
                  <a:cubicBezTo>
                    <a:pt x="510683" y="785051"/>
                    <a:pt x="393050" y="762572"/>
                    <a:pt x="280369" y="769430"/>
                  </a:cubicBezTo>
                  <a:cubicBezTo>
                    <a:pt x="205407" y="774192"/>
                    <a:pt x="133303" y="786575"/>
                    <a:pt x="62723" y="810673"/>
                  </a:cubicBezTo>
                  <a:cubicBezTo>
                    <a:pt x="48054" y="815531"/>
                    <a:pt x="33386" y="821055"/>
                    <a:pt x="18908" y="827151"/>
                  </a:cubicBezTo>
                  <a:cubicBezTo>
                    <a:pt x="1667" y="834295"/>
                    <a:pt x="-2143" y="825627"/>
                    <a:pt x="1001" y="815054"/>
                  </a:cubicBezTo>
                  <a:cubicBezTo>
                    <a:pt x="2239" y="811245"/>
                    <a:pt x="4334" y="806958"/>
                    <a:pt x="7287" y="803148"/>
                  </a:cubicBezTo>
                  <a:cubicBezTo>
                    <a:pt x="48530" y="745236"/>
                    <a:pt x="89583" y="687515"/>
                    <a:pt x="125683" y="626174"/>
                  </a:cubicBezTo>
                  <a:cubicBezTo>
                    <a:pt x="225410" y="470535"/>
                    <a:pt x="293704" y="295085"/>
                    <a:pt x="406385" y="147924"/>
                  </a:cubicBezTo>
                  <a:cubicBezTo>
                    <a:pt x="506302" y="14954"/>
                    <a:pt x="672513" y="-43243"/>
                    <a:pt x="825389" y="35814"/>
                  </a:cubicBezTo>
                  <a:cubicBezTo>
                    <a:pt x="865204" y="59055"/>
                    <a:pt x="908733" y="107728"/>
                    <a:pt x="944071" y="153067"/>
                  </a:cubicBezTo>
                  <a:cubicBezTo>
                    <a:pt x="950072" y="160687"/>
                    <a:pt x="955787" y="168307"/>
                    <a:pt x="961216" y="175546"/>
                  </a:cubicBezTo>
                  <a:cubicBezTo>
                    <a:pt x="991887" y="217265"/>
                    <a:pt x="1013413" y="251746"/>
                    <a:pt x="1015604" y="253841"/>
                  </a:cubicBezTo>
                  <a:cubicBezTo>
                    <a:pt x="1038178" y="284798"/>
                    <a:pt x="1035321" y="329089"/>
                    <a:pt x="1025224" y="364427"/>
                  </a:cubicBezTo>
                  <a:close/>
                </a:path>
              </a:pathLst>
            </a:custGeom>
            <a:solidFill>
              <a:srgbClr val="A4D16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="" xmlns:a16="http://schemas.microsoft.com/office/drawing/2014/main" id="{0A0B0D05-8617-7D73-54CF-0A6545C0B685}"/>
                </a:ext>
              </a:extLst>
            </p:cNvPr>
            <p:cNvSpPr/>
            <p:nvPr/>
          </p:nvSpPr>
          <p:spPr>
            <a:xfrm>
              <a:off x="1711192" y="2201910"/>
              <a:ext cx="1525002" cy="1078308"/>
            </a:xfrm>
            <a:custGeom>
              <a:avLst/>
              <a:gdLst>
                <a:gd name="connsiteX0" fmla="*/ 1484635 w 1525002"/>
                <a:gd name="connsiteY0" fmla="*/ 898287 h 1078308"/>
                <a:gd name="connsiteX1" fmla="*/ 1424342 w 1525002"/>
                <a:gd name="connsiteY1" fmla="*/ 996299 h 1078308"/>
                <a:gd name="connsiteX2" fmla="*/ 1411483 w 1525002"/>
                <a:gd name="connsiteY2" fmla="*/ 1014301 h 1078308"/>
                <a:gd name="connsiteX3" fmla="*/ 1393005 w 1525002"/>
                <a:gd name="connsiteY3" fmla="*/ 1038019 h 1078308"/>
                <a:gd name="connsiteX4" fmla="*/ 1315471 w 1525002"/>
                <a:gd name="connsiteY4" fmla="*/ 1076976 h 1078308"/>
                <a:gd name="connsiteX5" fmla="*/ 1054772 w 1525002"/>
                <a:gd name="connsiteY5" fmla="*/ 1028875 h 1078308"/>
                <a:gd name="connsiteX6" fmla="*/ 876274 w 1525002"/>
                <a:gd name="connsiteY6" fmla="*/ 927148 h 1078308"/>
                <a:gd name="connsiteX7" fmla="*/ 638339 w 1525002"/>
                <a:gd name="connsiteY7" fmla="*/ 732457 h 1078308"/>
                <a:gd name="connsiteX8" fmla="*/ 387736 w 1525002"/>
                <a:gd name="connsiteY8" fmla="*/ 517573 h 1078308"/>
                <a:gd name="connsiteX9" fmla="*/ 255529 w 1525002"/>
                <a:gd name="connsiteY9" fmla="*/ 313357 h 1078308"/>
                <a:gd name="connsiteX10" fmla="*/ 23596 w 1525002"/>
                <a:gd name="connsiteY10" fmla="*/ 50657 h 1078308"/>
                <a:gd name="connsiteX11" fmla="*/ 19309 w 1525002"/>
                <a:gd name="connsiteY11" fmla="*/ 46561 h 1078308"/>
                <a:gd name="connsiteX12" fmla="*/ 1593 w 1525002"/>
                <a:gd name="connsiteY12" fmla="*/ 19034 h 1078308"/>
                <a:gd name="connsiteX13" fmla="*/ 11689 w 1525002"/>
                <a:gd name="connsiteY13" fmla="*/ 13224 h 1078308"/>
                <a:gd name="connsiteX14" fmla="*/ 73411 w 1525002"/>
                <a:gd name="connsiteY14" fmla="*/ 3413 h 1078308"/>
                <a:gd name="connsiteX15" fmla="*/ 345064 w 1525002"/>
                <a:gd name="connsiteY15" fmla="*/ 26940 h 1078308"/>
                <a:gd name="connsiteX16" fmla="*/ 476509 w 1525002"/>
                <a:gd name="connsiteY16" fmla="*/ 89233 h 1078308"/>
                <a:gd name="connsiteX17" fmla="*/ 583094 w 1525002"/>
                <a:gd name="connsiteY17" fmla="*/ 170005 h 1078308"/>
                <a:gd name="connsiteX18" fmla="*/ 1124114 w 1525002"/>
                <a:gd name="connsiteY18" fmla="*/ 314500 h 1078308"/>
                <a:gd name="connsiteX19" fmla="*/ 1519021 w 1525002"/>
                <a:gd name="connsiteY19" fmla="*/ 679974 h 1078308"/>
                <a:gd name="connsiteX20" fmla="*/ 1484635 w 1525002"/>
                <a:gd name="connsiteY20" fmla="*/ 898192 h 1078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25002" h="1078308">
                  <a:moveTo>
                    <a:pt x="1484635" y="898287"/>
                  </a:moveTo>
                  <a:cubicBezTo>
                    <a:pt x="1467490" y="932672"/>
                    <a:pt x="1446631" y="965057"/>
                    <a:pt x="1424342" y="996299"/>
                  </a:cubicBezTo>
                  <a:cubicBezTo>
                    <a:pt x="1419961" y="1002586"/>
                    <a:pt x="1415674" y="1008491"/>
                    <a:pt x="1411483" y="1014301"/>
                  </a:cubicBezTo>
                  <a:cubicBezTo>
                    <a:pt x="1405387" y="1022874"/>
                    <a:pt x="1399387" y="1030780"/>
                    <a:pt x="1393005" y="1038019"/>
                  </a:cubicBezTo>
                  <a:cubicBezTo>
                    <a:pt x="1374241" y="1059545"/>
                    <a:pt x="1352809" y="1073928"/>
                    <a:pt x="1315471" y="1076976"/>
                  </a:cubicBezTo>
                  <a:cubicBezTo>
                    <a:pt x="1225936" y="1084120"/>
                    <a:pt x="1137259" y="1061736"/>
                    <a:pt x="1054772" y="1028875"/>
                  </a:cubicBezTo>
                  <a:cubicBezTo>
                    <a:pt x="991050" y="1003538"/>
                    <a:pt x="932757" y="965057"/>
                    <a:pt x="876274" y="927148"/>
                  </a:cubicBezTo>
                  <a:cubicBezTo>
                    <a:pt x="792930" y="867902"/>
                    <a:pt x="723397" y="788940"/>
                    <a:pt x="638339" y="732457"/>
                  </a:cubicBezTo>
                  <a:cubicBezTo>
                    <a:pt x="547756" y="670163"/>
                    <a:pt x="455840" y="604917"/>
                    <a:pt x="387736" y="517573"/>
                  </a:cubicBezTo>
                  <a:cubicBezTo>
                    <a:pt x="340588" y="451469"/>
                    <a:pt x="304488" y="377841"/>
                    <a:pt x="255529" y="313357"/>
                  </a:cubicBezTo>
                  <a:cubicBezTo>
                    <a:pt x="183330" y="221440"/>
                    <a:pt x="108273" y="131143"/>
                    <a:pt x="23596" y="50657"/>
                  </a:cubicBezTo>
                  <a:cubicBezTo>
                    <a:pt x="22262" y="49324"/>
                    <a:pt x="20738" y="47895"/>
                    <a:pt x="19309" y="46561"/>
                  </a:cubicBezTo>
                  <a:cubicBezTo>
                    <a:pt x="11785" y="38465"/>
                    <a:pt x="-5265" y="32083"/>
                    <a:pt x="1593" y="19034"/>
                  </a:cubicBezTo>
                  <a:cubicBezTo>
                    <a:pt x="4641" y="16558"/>
                    <a:pt x="7975" y="14748"/>
                    <a:pt x="11689" y="13224"/>
                  </a:cubicBezTo>
                  <a:cubicBezTo>
                    <a:pt x="30358" y="5128"/>
                    <a:pt x="53790" y="7223"/>
                    <a:pt x="73411" y="3413"/>
                  </a:cubicBezTo>
                  <a:cubicBezTo>
                    <a:pt x="164280" y="-5445"/>
                    <a:pt x="257149" y="3127"/>
                    <a:pt x="345064" y="26940"/>
                  </a:cubicBezTo>
                  <a:cubicBezTo>
                    <a:pt x="391356" y="41799"/>
                    <a:pt x="435933" y="62373"/>
                    <a:pt x="476509" y="89233"/>
                  </a:cubicBezTo>
                  <a:cubicBezTo>
                    <a:pt x="513181" y="114475"/>
                    <a:pt x="545851" y="145907"/>
                    <a:pt x="583094" y="170005"/>
                  </a:cubicBezTo>
                  <a:cubicBezTo>
                    <a:pt x="788358" y="320596"/>
                    <a:pt x="908944" y="231061"/>
                    <a:pt x="1124114" y="314500"/>
                  </a:cubicBezTo>
                  <a:cubicBezTo>
                    <a:pt x="1290897" y="382794"/>
                    <a:pt x="1466919" y="497761"/>
                    <a:pt x="1519021" y="679974"/>
                  </a:cubicBezTo>
                  <a:cubicBezTo>
                    <a:pt x="1534642" y="755126"/>
                    <a:pt x="1518449" y="830278"/>
                    <a:pt x="1484635" y="898192"/>
                  </a:cubicBezTo>
                  <a:close/>
                </a:path>
              </a:pathLst>
            </a:custGeom>
            <a:solidFill>
              <a:srgbClr val="A4D16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="" xmlns:a16="http://schemas.microsoft.com/office/drawing/2014/main" id="{BA19FEED-7C6A-9692-3C2D-7CC6F9297799}"/>
                </a:ext>
              </a:extLst>
            </p:cNvPr>
            <p:cNvSpPr/>
            <p:nvPr/>
          </p:nvSpPr>
          <p:spPr>
            <a:xfrm>
              <a:off x="3387222" y="3628843"/>
              <a:ext cx="1597115" cy="498681"/>
            </a:xfrm>
            <a:custGeom>
              <a:avLst/>
              <a:gdLst>
                <a:gd name="connsiteX0" fmla="*/ 1596067 w 1597115"/>
                <a:gd name="connsiteY0" fmla="*/ 492814 h 498681"/>
                <a:gd name="connsiteX1" fmla="*/ 1588733 w 1597115"/>
                <a:gd name="connsiteY1" fmla="*/ 498434 h 498681"/>
                <a:gd name="connsiteX2" fmla="*/ 1585209 w 1597115"/>
                <a:gd name="connsiteY2" fmla="*/ 498624 h 498681"/>
                <a:gd name="connsiteX3" fmla="*/ 1400233 w 1597115"/>
                <a:gd name="connsiteY3" fmla="*/ 488528 h 498681"/>
                <a:gd name="connsiteX4" fmla="*/ 983800 w 1597115"/>
                <a:gd name="connsiteY4" fmla="*/ 455381 h 498681"/>
                <a:gd name="connsiteX5" fmla="*/ 567367 w 1597115"/>
                <a:gd name="connsiteY5" fmla="*/ 479193 h 498681"/>
                <a:gd name="connsiteX6" fmla="*/ 429636 w 1597115"/>
                <a:gd name="connsiteY6" fmla="*/ 455190 h 498681"/>
                <a:gd name="connsiteX7" fmla="*/ 308668 w 1597115"/>
                <a:gd name="connsiteY7" fmla="*/ 370894 h 498681"/>
                <a:gd name="connsiteX8" fmla="*/ 182843 w 1597115"/>
                <a:gd name="connsiteY8" fmla="*/ 340033 h 498681"/>
                <a:gd name="connsiteX9" fmla="*/ 48636 w 1597115"/>
                <a:gd name="connsiteY9" fmla="*/ 326412 h 498681"/>
                <a:gd name="connsiteX10" fmla="*/ 3011 w 1597115"/>
                <a:gd name="connsiteY10" fmla="*/ 334794 h 498681"/>
                <a:gd name="connsiteX11" fmla="*/ 1011 w 1597115"/>
                <a:gd name="connsiteY11" fmla="*/ 320316 h 498681"/>
                <a:gd name="connsiteX12" fmla="*/ 13107 w 1597115"/>
                <a:gd name="connsiteY12" fmla="*/ 293742 h 498681"/>
                <a:gd name="connsiteX13" fmla="*/ 25299 w 1597115"/>
                <a:gd name="connsiteY13" fmla="*/ 283836 h 498681"/>
                <a:gd name="connsiteX14" fmla="*/ 251804 w 1597115"/>
                <a:gd name="connsiteY14" fmla="*/ 113719 h 498681"/>
                <a:gd name="connsiteX15" fmla="*/ 901409 w 1597115"/>
                <a:gd name="connsiteY15" fmla="*/ 72762 h 498681"/>
                <a:gd name="connsiteX16" fmla="*/ 1186683 w 1597115"/>
                <a:gd name="connsiteY16" fmla="*/ 267738 h 498681"/>
                <a:gd name="connsiteX17" fmla="*/ 1575779 w 1597115"/>
                <a:gd name="connsiteY17" fmla="*/ 475574 h 498681"/>
                <a:gd name="connsiteX18" fmla="*/ 1589019 w 1597115"/>
                <a:gd name="connsiteY18" fmla="*/ 480908 h 498681"/>
                <a:gd name="connsiteX19" fmla="*/ 1596067 w 1597115"/>
                <a:gd name="connsiteY19" fmla="*/ 492624 h 49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97115" h="498681">
                  <a:moveTo>
                    <a:pt x="1596067" y="492814"/>
                  </a:moveTo>
                  <a:cubicBezTo>
                    <a:pt x="1594734" y="495862"/>
                    <a:pt x="1591972" y="497862"/>
                    <a:pt x="1588733" y="498434"/>
                  </a:cubicBezTo>
                  <a:cubicBezTo>
                    <a:pt x="1587685" y="498720"/>
                    <a:pt x="1586447" y="498720"/>
                    <a:pt x="1585209" y="498624"/>
                  </a:cubicBezTo>
                  <a:cubicBezTo>
                    <a:pt x="1524154" y="488242"/>
                    <a:pt x="1461860" y="494814"/>
                    <a:pt x="1400233" y="488528"/>
                  </a:cubicBezTo>
                  <a:cubicBezTo>
                    <a:pt x="1263359" y="474621"/>
                    <a:pt x="1122770" y="459381"/>
                    <a:pt x="983800" y="455381"/>
                  </a:cubicBezTo>
                  <a:cubicBezTo>
                    <a:pt x="843116" y="451285"/>
                    <a:pt x="707099" y="471288"/>
                    <a:pt x="567367" y="479193"/>
                  </a:cubicBezTo>
                  <a:cubicBezTo>
                    <a:pt x="520980" y="481765"/>
                    <a:pt x="471736" y="476145"/>
                    <a:pt x="429636" y="455190"/>
                  </a:cubicBezTo>
                  <a:cubicBezTo>
                    <a:pt x="384582" y="432616"/>
                    <a:pt x="356770" y="390325"/>
                    <a:pt x="308668" y="370894"/>
                  </a:cubicBezTo>
                  <a:cubicBezTo>
                    <a:pt x="268473" y="354892"/>
                    <a:pt x="224848" y="349653"/>
                    <a:pt x="182843" y="340033"/>
                  </a:cubicBezTo>
                  <a:cubicBezTo>
                    <a:pt x="139028" y="332127"/>
                    <a:pt x="93022" y="318983"/>
                    <a:pt x="48636" y="326412"/>
                  </a:cubicBezTo>
                  <a:cubicBezTo>
                    <a:pt x="33396" y="327746"/>
                    <a:pt x="18251" y="336795"/>
                    <a:pt x="3011" y="334794"/>
                  </a:cubicBezTo>
                  <a:cubicBezTo>
                    <a:pt x="-513" y="333556"/>
                    <a:pt x="-609" y="327460"/>
                    <a:pt x="1011" y="320316"/>
                  </a:cubicBezTo>
                  <a:cubicBezTo>
                    <a:pt x="3487" y="309744"/>
                    <a:pt x="9393" y="296790"/>
                    <a:pt x="13107" y="293742"/>
                  </a:cubicBezTo>
                  <a:cubicBezTo>
                    <a:pt x="17203" y="290408"/>
                    <a:pt x="21204" y="287169"/>
                    <a:pt x="25299" y="283836"/>
                  </a:cubicBezTo>
                  <a:cubicBezTo>
                    <a:pt x="98452" y="224304"/>
                    <a:pt x="173413" y="166678"/>
                    <a:pt x="251804" y="113719"/>
                  </a:cubicBezTo>
                  <a:cubicBezTo>
                    <a:pt x="457544" y="-23441"/>
                    <a:pt x="680143" y="-35823"/>
                    <a:pt x="901409" y="72762"/>
                  </a:cubicBezTo>
                  <a:cubicBezTo>
                    <a:pt x="1005517" y="124387"/>
                    <a:pt x="1094005" y="199063"/>
                    <a:pt x="1186683" y="267738"/>
                  </a:cubicBezTo>
                  <a:cubicBezTo>
                    <a:pt x="1304697" y="357273"/>
                    <a:pt x="1438619" y="421186"/>
                    <a:pt x="1575779" y="475574"/>
                  </a:cubicBezTo>
                  <a:cubicBezTo>
                    <a:pt x="1580161" y="477384"/>
                    <a:pt x="1584637" y="479193"/>
                    <a:pt x="1589019" y="480908"/>
                  </a:cubicBezTo>
                  <a:cubicBezTo>
                    <a:pt x="1594162" y="481860"/>
                    <a:pt x="1599401" y="487194"/>
                    <a:pt x="1596067" y="492624"/>
                  </a:cubicBezTo>
                  <a:close/>
                </a:path>
              </a:pathLst>
            </a:custGeom>
            <a:solidFill>
              <a:srgbClr val="A4D16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="" xmlns:a16="http://schemas.microsoft.com/office/drawing/2014/main" id="{0A728282-356E-F385-A987-5090E8F2F2FF}"/>
                </a:ext>
              </a:extLst>
            </p:cNvPr>
            <p:cNvSpPr/>
            <p:nvPr/>
          </p:nvSpPr>
          <p:spPr>
            <a:xfrm>
              <a:off x="3415665" y="1522476"/>
              <a:ext cx="1068228" cy="972835"/>
            </a:xfrm>
            <a:custGeom>
              <a:avLst/>
              <a:gdLst>
                <a:gd name="connsiteX0" fmla="*/ 1068229 w 1068228"/>
                <a:gd name="connsiteY0" fmla="*/ 95 h 972835"/>
                <a:gd name="connsiteX1" fmla="*/ 1037844 w 1068228"/>
                <a:gd name="connsiteY1" fmla="*/ 52768 h 972835"/>
                <a:gd name="connsiteX2" fmla="*/ 994124 w 1068228"/>
                <a:gd name="connsiteY2" fmla="*/ 75628 h 972835"/>
                <a:gd name="connsiteX3" fmla="*/ 827627 w 1068228"/>
                <a:gd name="connsiteY3" fmla="*/ 176594 h 972835"/>
                <a:gd name="connsiteX4" fmla="*/ 462153 w 1068228"/>
                <a:gd name="connsiteY4" fmla="*/ 539687 h 972835"/>
                <a:gd name="connsiteX5" fmla="*/ 223647 w 1068228"/>
                <a:gd name="connsiteY5" fmla="*/ 755904 h 972835"/>
                <a:gd name="connsiteX6" fmla="*/ 41624 w 1068228"/>
                <a:gd name="connsiteY6" fmla="*/ 954405 h 972835"/>
                <a:gd name="connsiteX7" fmla="*/ 36862 w 1068228"/>
                <a:gd name="connsiteY7" fmla="*/ 958025 h 972835"/>
                <a:gd name="connsiteX8" fmla="*/ 10573 w 1068228"/>
                <a:gd name="connsiteY8" fmla="*/ 972407 h 972835"/>
                <a:gd name="connsiteX9" fmla="*/ 0 w 1068228"/>
                <a:gd name="connsiteY9" fmla="*/ 962216 h 972835"/>
                <a:gd name="connsiteX10" fmla="*/ 5524 w 1068228"/>
                <a:gd name="connsiteY10" fmla="*/ 950500 h 972835"/>
                <a:gd name="connsiteX11" fmla="*/ 196215 w 1068228"/>
                <a:gd name="connsiteY11" fmla="*/ 734092 h 972835"/>
                <a:gd name="connsiteX12" fmla="*/ 437674 w 1068228"/>
                <a:gd name="connsiteY12" fmla="*/ 516636 h 972835"/>
                <a:gd name="connsiteX13" fmla="*/ 819245 w 1068228"/>
                <a:gd name="connsiteY13" fmla="*/ 141732 h 972835"/>
                <a:gd name="connsiteX14" fmla="*/ 1068038 w 1068228"/>
                <a:gd name="connsiteY14" fmla="*/ 0 h 972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68228" h="972835">
                  <a:moveTo>
                    <a:pt x="1068229" y="95"/>
                  </a:moveTo>
                  <a:lnTo>
                    <a:pt x="1037844" y="52768"/>
                  </a:lnTo>
                  <a:cubicBezTo>
                    <a:pt x="1023366" y="60389"/>
                    <a:pt x="1008793" y="68199"/>
                    <a:pt x="994124" y="75628"/>
                  </a:cubicBezTo>
                  <a:cubicBezTo>
                    <a:pt x="937165" y="106204"/>
                    <a:pt x="878872" y="137160"/>
                    <a:pt x="827627" y="176594"/>
                  </a:cubicBezTo>
                  <a:cubicBezTo>
                    <a:pt x="694658" y="285941"/>
                    <a:pt x="583311" y="418147"/>
                    <a:pt x="462153" y="539687"/>
                  </a:cubicBezTo>
                  <a:cubicBezTo>
                    <a:pt x="387001" y="616363"/>
                    <a:pt x="304990" y="685991"/>
                    <a:pt x="223647" y="755904"/>
                  </a:cubicBezTo>
                  <a:cubicBezTo>
                    <a:pt x="156591" y="814864"/>
                    <a:pt x="86963" y="876872"/>
                    <a:pt x="41624" y="954405"/>
                  </a:cubicBezTo>
                  <a:cubicBezTo>
                    <a:pt x="40100" y="955643"/>
                    <a:pt x="38386" y="956882"/>
                    <a:pt x="36862" y="958025"/>
                  </a:cubicBezTo>
                  <a:cubicBezTo>
                    <a:pt x="28575" y="963073"/>
                    <a:pt x="21146" y="975265"/>
                    <a:pt x="10573" y="972407"/>
                  </a:cubicBezTo>
                  <a:cubicBezTo>
                    <a:pt x="6572" y="969169"/>
                    <a:pt x="3048" y="965835"/>
                    <a:pt x="0" y="962216"/>
                  </a:cubicBezTo>
                  <a:cubicBezTo>
                    <a:pt x="2572" y="957358"/>
                    <a:pt x="4381" y="953357"/>
                    <a:pt x="5524" y="950500"/>
                  </a:cubicBezTo>
                  <a:cubicBezTo>
                    <a:pt x="50863" y="864203"/>
                    <a:pt x="123730" y="797052"/>
                    <a:pt x="196215" y="734092"/>
                  </a:cubicBezTo>
                  <a:cubicBezTo>
                    <a:pt x="278035" y="663226"/>
                    <a:pt x="361474" y="593789"/>
                    <a:pt x="437674" y="516636"/>
                  </a:cubicBezTo>
                  <a:cubicBezTo>
                    <a:pt x="563785" y="391001"/>
                    <a:pt x="679418" y="252603"/>
                    <a:pt x="819245" y="141732"/>
                  </a:cubicBezTo>
                  <a:cubicBezTo>
                    <a:pt x="897446" y="86297"/>
                    <a:pt x="982218" y="42196"/>
                    <a:pt x="1068038" y="0"/>
                  </a:cubicBezTo>
                  <a:close/>
                </a:path>
              </a:pathLst>
            </a:custGeom>
            <a:solidFill>
              <a:srgbClr val="A4D16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="" xmlns:a16="http://schemas.microsoft.com/office/drawing/2014/main" id="{72736C06-0CE6-CCDF-6905-DCCB2EFEF651}"/>
                </a:ext>
              </a:extLst>
            </p:cNvPr>
            <p:cNvSpPr/>
            <p:nvPr/>
          </p:nvSpPr>
          <p:spPr>
            <a:xfrm>
              <a:off x="1711192" y="2215133"/>
              <a:ext cx="1411578" cy="1024794"/>
            </a:xfrm>
            <a:custGeom>
              <a:avLst/>
              <a:gdLst>
                <a:gd name="connsiteX0" fmla="*/ 1411483 w 1411578"/>
                <a:gd name="connsiteY0" fmla="*/ 1001078 h 1024794"/>
                <a:gd name="connsiteX1" fmla="*/ 1393005 w 1411578"/>
                <a:gd name="connsiteY1" fmla="*/ 1024795 h 1024794"/>
                <a:gd name="connsiteX2" fmla="*/ 797597 w 1411578"/>
                <a:gd name="connsiteY2" fmla="*/ 661321 h 1024794"/>
                <a:gd name="connsiteX3" fmla="*/ 497083 w 1411578"/>
                <a:gd name="connsiteY3" fmla="*/ 412718 h 1024794"/>
                <a:gd name="connsiteX4" fmla="*/ 139324 w 1411578"/>
                <a:gd name="connsiteY4" fmla="*/ 93059 h 1024794"/>
                <a:gd name="connsiteX5" fmla="*/ 23596 w 1411578"/>
                <a:gd name="connsiteY5" fmla="*/ 37433 h 1024794"/>
                <a:gd name="connsiteX6" fmla="*/ 19309 w 1411578"/>
                <a:gd name="connsiteY6" fmla="*/ 33338 h 1024794"/>
                <a:gd name="connsiteX7" fmla="*/ 1593 w 1411578"/>
                <a:gd name="connsiteY7" fmla="*/ 5810 h 1024794"/>
                <a:gd name="connsiteX8" fmla="*/ 11689 w 1411578"/>
                <a:gd name="connsiteY8" fmla="*/ 0 h 1024794"/>
                <a:gd name="connsiteX9" fmla="*/ 65791 w 1411578"/>
                <a:gd name="connsiteY9" fmla="*/ 21241 h 1024794"/>
                <a:gd name="connsiteX10" fmla="*/ 288010 w 1411578"/>
                <a:gd name="connsiteY10" fmla="*/ 169069 h 1024794"/>
                <a:gd name="connsiteX11" fmla="*/ 546804 w 1411578"/>
                <a:gd name="connsiteY11" fmla="*/ 417386 h 1024794"/>
                <a:gd name="connsiteX12" fmla="*/ 836650 w 1411578"/>
                <a:gd name="connsiteY12" fmla="*/ 647224 h 1024794"/>
                <a:gd name="connsiteX13" fmla="*/ 1307756 w 1411578"/>
                <a:gd name="connsiteY13" fmla="*/ 919925 h 1024794"/>
                <a:gd name="connsiteX14" fmla="*/ 1411579 w 1411578"/>
                <a:gd name="connsiteY14" fmla="*/ 1000982 h 1024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11578" h="1024794">
                  <a:moveTo>
                    <a:pt x="1411483" y="1001078"/>
                  </a:moveTo>
                  <a:cubicBezTo>
                    <a:pt x="1405387" y="1009650"/>
                    <a:pt x="1399387" y="1017556"/>
                    <a:pt x="1393005" y="1024795"/>
                  </a:cubicBezTo>
                  <a:cubicBezTo>
                    <a:pt x="1212697" y="876491"/>
                    <a:pt x="989812" y="792671"/>
                    <a:pt x="797597" y="661321"/>
                  </a:cubicBezTo>
                  <a:cubicBezTo>
                    <a:pt x="684631" y="595027"/>
                    <a:pt x="589571" y="504158"/>
                    <a:pt x="497083" y="412718"/>
                  </a:cubicBezTo>
                  <a:cubicBezTo>
                    <a:pt x="383355" y="300038"/>
                    <a:pt x="272865" y="182309"/>
                    <a:pt x="139324" y="93059"/>
                  </a:cubicBezTo>
                  <a:cubicBezTo>
                    <a:pt x="102367" y="70580"/>
                    <a:pt x="63410" y="52483"/>
                    <a:pt x="23596" y="37433"/>
                  </a:cubicBezTo>
                  <a:cubicBezTo>
                    <a:pt x="22262" y="36100"/>
                    <a:pt x="20738" y="34671"/>
                    <a:pt x="19309" y="33338"/>
                  </a:cubicBezTo>
                  <a:cubicBezTo>
                    <a:pt x="11785" y="25241"/>
                    <a:pt x="-5265" y="18860"/>
                    <a:pt x="1593" y="5810"/>
                  </a:cubicBezTo>
                  <a:cubicBezTo>
                    <a:pt x="4641" y="3334"/>
                    <a:pt x="7975" y="1524"/>
                    <a:pt x="11689" y="0"/>
                  </a:cubicBezTo>
                  <a:cubicBezTo>
                    <a:pt x="30168" y="7620"/>
                    <a:pt x="48361" y="15907"/>
                    <a:pt x="65791" y="21241"/>
                  </a:cubicBezTo>
                  <a:cubicBezTo>
                    <a:pt x="150088" y="52864"/>
                    <a:pt x="220477" y="111157"/>
                    <a:pt x="288010" y="169069"/>
                  </a:cubicBezTo>
                  <a:cubicBezTo>
                    <a:pt x="379450" y="246793"/>
                    <a:pt x="460698" y="334042"/>
                    <a:pt x="546804" y="417386"/>
                  </a:cubicBezTo>
                  <a:cubicBezTo>
                    <a:pt x="635672" y="505778"/>
                    <a:pt x="727779" y="585026"/>
                    <a:pt x="836650" y="647224"/>
                  </a:cubicBezTo>
                  <a:cubicBezTo>
                    <a:pt x="987526" y="748760"/>
                    <a:pt x="1155547" y="820579"/>
                    <a:pt x="1307756" y="919925"/>
                  </a:cubicBezTo>
                  <a:cubicBezTo>
                    <a:pt x="1344713" y="943737"/>
                    <a:pt x="1378622" y="971836"/>
                    <a:pt x="1411579" y="1000982"/>
                  </a:cubicBezTo>
                  <a:close/>
                </a:path>
              </a:pathLst>
            </a:custGeom>
            <a:solidFill>
              <a:srgbClr val="A4D16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="" xmlns:a16="http://schemas.microsoft.com/office/drawing/2014/main" id="{1DD51A02-898D-CF89-75AD-7000906DBF1A}"/>
                </a:ext>
              </a:extLst>
            </p:cNvPr>
            <p:cNvSpPr/>
            <p:nvPr/>
          </p:nvSpPr>
          <p:spPr>
            <a:xfrm>
              <a:off x="1613963" y="3264026"/>
              <a:ext cx="961215" cy="676695"/>
            </a:xfrm>
            <a:custGeom>
              <a:avLst/>
              <a:gdLst>
                <a:gd name="connsiteX0" fmla="*/ 961121 w 961215"/>
                <a:gd name="connsiteY0" fmla="*/ 22479 h 676695"/>
                <a:gd name="connsiteX1" fmla="*/ 533829 w 961215"/>
                <a:gd name="connsiteY1" fmla="*/ 304514 h 676695"/>
                <a:gd name="connsiteX2" fmla="*/ 135398 w 961215"/>
                <a:gd name="connsiteY2" fmla="*/ 617601 h 676695"/>
                <a:gd name="connsiteX3" fmla="*/ 62723 w 961215"/>
                <a:gd name="connsiteY3" fmla="*/ 657606 h 676695"/>
                <a:gd name="connsiteX4" fmla="*/ 18908 w 961215"/>
                <a:gd name="connsiteY4" fmla="*/ 674084 h 676695"/>
                <a:gd name="connsiteX5" fmla="*/ 1001 w 961215"/>
                <a:gd name="connsiteY5" fmla="*/ 661988 h 676695"/>
                <a:gd name="connsiteX6" fmla="*/ 53388 w 961215"/>
                <a:gd name="connsiteY6" fmla="*/ 633603 h 676695"/>
                <a:gd name="connsiteX7" fmla="*/ 280178 w 961215"/>
                <a:gd name="connsiteY7" fmla="*/ 494443 h 676695"/>
                <a:gd name="connsiteX8" fmla="*/ 617554 w 961215"/>
                <a:gd name="connsiteY8" fmla="*/ 200311 h 676695"/>
                <a:gd name="connsiteX9" fmla="*/ 944071 w 961215"/>
                <a:gd name="connsiteY9" fmla="*/ 0 h 676695"/>
                <a:gd name="connsiteX10" fmla="*/ 961216 w 961215"/>
                <a:gd name="connsiteY10" fmla="*/ 22479 h 676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61215" h="676695">
                  <a:moveTo>
                    <a:pt x="961121" y="22479"/>
                  </a:moveTo>
                  <a:cubicBezTo>
                    <a:pt x="802911" y="88011"/>
                    <a:pt x="662417" y="193358"/>
                    <a:pt x="533829" y="304514"/>
                  </a:cubicBezTo>
                  <a:cubicBezTo>
                    <a:pt x="408290" y="417957"/>
                    <a:pt x="286560" y="538163"/>
                    <a:pt x="135398" y="617601"/>
                  </a:cubicBezTo>
                  <a:cubicBezTo>
                    <a:pt x="111300" y="631984"/>
                    <a:pt x="86821" y="644652"/>
                    <a:pt x="62723" y="657606"/>
                  </a:cubicBezTo>
                  <a:cubicBezTo>
                    <a:pt x="48054" y="662464"/>
                    <a:pt x="33386" y="667988"/>
                    <a:pt x="18908" y="674084"/>
                  </a:cubicBezTo>
                  <a:cubicBezTo>
                    <a:pt x="1667" y="681228"/>
                    <a:pt x="-2143" y="672560"/>
                    <a:pt x="1001" y="661988"/>
                  </a:cubicBezTo>
                  <a:cubicBezTo>
                    <a:pt x="22718" y="649891"/>
                    <a:pt x="45482" y="639223"/>
                    <a:pt x="53388" y="633603"/>
                  </a:cubicBezTo>
                  <a:cubicBezTo>
                    <a:pt x="131684" y="591884"/>
                    <a:pt x="208646" y="546830"/>
                    <a:pt x="280178" y="494443"/>
                  </a:cubicBezTo>
                  <a:cubicBezTo>
                    <a:pt x="396669" y="401098"/>
                    <a:pt x="500396" y="292703"/>
                    <a:pt x="617554" y="200311"/>
                  </a:cubicBezTo>
                  <a:cubicBezTo>
                    <a:pt x="719376" y="123063"/>
                    <a:pt x="826723" y="50483"/>
                    <a:pt x="944071" y="0"/>
                  </a:cubicBezTo>
                  <a:cubicBezTo>
                    <a:pt x="950072" y="7620"/>
                    <a:pt x="955787" y="15240"/>
                    <a:pt x="961216" y="22479"/>
                  </a:cubicBezTo>
                  <a:close/>
                </a:path>
              </a:pathLst>
            </a:custGeom>
            <a:solidFill>
              <a:srgbClr val="A4D16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="" xmlns:a16="http://schemas.microsoft.com/office/drawing/2014/main" id="{9CCB3B04-9F13-CC96-EEBC-B5379B92D1BC}"/>
                </a:ext>
              </a:extLst>
            </p:cNvPr>
            <p:cNvSpPr/>
            <p:nvPr/>
          </p:nvSpPr>
          <p:spPr>
            <a:xfrm>
              <a:off x="1850289" y="4062983"/>
              <a:ext cx="742116" cy="218789"/>
            </a:xfrm>
            <a:custGeom>
              <a:avLst/>
              <a:gdLst>
                <a:gd name="connsiteX0" fmla="*/ 741559 w 742116"/>
                <a:gd name="connsiteY0" fmla="*/ 22479 h 218789"/>
                <a:gd name="connsiteX1" fmla="*/ 480002 w 742116"/>
                <a:gd name="connsiteY1" fmla="*/ 45815 h 218789"/>
                <a:gd name="connsiteX2" fmla="*/ 479431 w 742116"/>
                <a:gd name="connsiteY2" fmla="*/ 46006 h 218789"/>
                <a:gd name="connsiteX3" fmla="*/ 478478 w 742116"/>
                <a:gd name="connsiteY3" fmla="*/ 46196 h 218789"/>
                <a:gd name="connsiteX4" fmla="*/ 152437 w 742116"/>
                <a:gd name="connsiteY4" fmla="*/ 144875 h 218789"/>
                <a:gd name="connsiteX5" fmla="*/ 4324 w 742116"/>
                <a:gd name="connsiteY5" fmla="*/ 218789 h 218789"/>
                <a:gd name="connsiteX6" fmla="*/ 4133 w 742116"/>
                <a:gd name="connsiteY6" fmla="*/ 218789 h 218789"/>
                <a:gd name="connsiteX7" fmla="*/ 1276 w 742116"/>
                <a:gd name="connsiteY7" fmla="*/ 205550 h 218789"/>
                <a:gd name="connsiteX8" fmla="*/ 450284 w 742116"/>
                <a:gd name="connsiteY8" fmla="*/ 28861 h 218789"/>
                <a:gd name="connsiteX9" fmla="*/ 739844 w 742116"/>
                <a:gd name="connsiteY9" fmla="*/ 0 h 218789"/>
                <a:gd name="connsiteX10" fmla="*/ 741654 w 742116"/>
                <a:gd name="connsiteY10" fmla="*/ 22574 h 218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116" h="218789">
                  <a:moveTo>
                    <a:pt x="741559" y="22479"/>
                  </a:moveTo>
                  <a:cubicBezTo>
                    <a:pt x="653738" y="25337"/>
                    <a:pt x="565441" y="26098"/>
                    <a:pt x="480002" y="45815"/>
                  </a:cubicBezTo>
                  <a:cubicBezTo>
                    <a:pt x="479812" y="45815"/>
                    <a:pt x="479526" y="45815"/>
                    <a:pt x="479431" y="46006"/>
                  </a:cubicBezTo>
                  <a:cubicBezTo>
                    <a:pt x="479145" y="46006"/>
                    <a:pt x="478859" y="46196"/>
                    <a:pt x="478478" y="46196"/>
                  </a:cubicBezTo>
                  <a:cubicBezTo>
                    <a:pt x="365512" y="65246"/>
                    <a:pt x="255688" y="95345"/>
                    <a:pt x="152437" y="144875"/>
                  </a:cubicBezTo>
                  <a:cubicBezTo>
                    <a:pt x="103765" y="165640"/>
                    <a:pt x="53758" y="199358"/>
                    <a:pt x="4324" y="218789"/>
                  </a:cubicBezTo>
                  <a:lnTo>
                    <a:pt x="4133" y="218789"/>
                  </a:lnTo>
                  <a:cubicBezTo>
                    <a:pt x="-153" y="216503"/>
                    <a:pt x="-1106" y="209740"/>
                    <a:pt x="1276" y="205550"/>
                  </a:cubicBezTo>
                  <a:cubicBezTo>
                    <a:pt x="135483" y="128016"/>
                    <a:pt x="319982" y="47911"/>
                    <a:pt x="450284" y="28861"/>
                  </a:cubicBezTo>
                  <a:cubicBezTo>
                    <a:pt x="545534" y="6382"/>
                    <a:pt x="642499" y="2000"/>
                    <a:pt x="739844" y="0"/>
                  </a:cubicBezTo>
                  <a:cubicBezTo>
                    <a:pt x="742130" y="6858"/>
                    <a:pt x="742606" y="14478"/>
                    <a:pt x="741654" y="22574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="" xmlns:a16="http://schemas.microsoft.com/office/drawing/2014/main" id="{2E138A44-3C25-4EF4-2AF9-3C4288ECD6AD}"/>
                </a:ext>
              </a:extLst>
            </p:cNvPr>
            <p:cNvSpPr/>
            <p:nvPr/>
          </p:nvSpPr>
          <p:spPr>
            <a:xfrm>
              <a:off x="3577494" y="2724636"/>
              <a:ext cx="1325163" cy="675877"/>
            </a:xfrm>
            <a:custGeom>
              <a:avLst/>
              <a:gdLst>
                <a:gd name="connsiteX0" fmla="*/ 95 w 1325163"/>
                <a:gd name="connsiteY0" fmla="*/ 57616 h 675877"/>
                <a:gd name="connsiteX1" fmla="*/ 118110 w 1325163"/>
                <a:gd name="connsiteY1" fmla="*/ 35518 h 675877"/>
                <a:gd name="connsiteX2" fmla="*/ 906875 w 1325163"/>
                <a:gd name="connsiteY2" fmla="*/ 257260 h 675877"/>
                <a:gd name="connsiteX3" fmla="*/ 1107186 w 1325163"/>
                <a:gd name="connsiteY3" fmla="*/ 448618 h 675877"/>
                <a:gd name="connsiteX4" fmla="*/ 1307687 w 1325163"/>
                <a:gd name="connsiteY4" fmla="*/ 674932 h 675877"/>
                <a:gd name="connsiteX5" fmla="*/ 1309688 w 1325163"/>
                <a:gd name="connsiteY5" fmla="*/ 675503 h 675877"/>
                <a:gd name="connsiteX6" fmla="*/ 1323689 w 1325163"/>
                <a:gd name="connsiteY6" fmla="*/ 669693 h 675877"/>
                <a:gd name="connsiteX7" fmla="*/ 1316927 w 1325163"/>
                <a:gd name="connsiteY7" fmla="*/ 646833 h 675877"/>
                <a:gd name="connsiteX8" fmla="*/ 1309783 w 1325163"/>
                <a:gd name="connsiteY8" fmla="*/ 633688 h 675877"/>
                <a:gd name="connsiteX9" fmla="*/ 1146239 w 1325163"/>
                <a:gd name="connsiteY9" fmla="*/ 450618 h 675877"/>
                <a:gd name="connsiteX10" fmla="*/ 518160 w 1325163"/>
                <a:gd name="connsiteY10" fmla="*/ 28089 h 675877"/>
                <a:gd name="connsiteX11" fmla="*/ 65722 w 1325163"/>
                <a:gd name="connsiteY11" fmla="*/ 18659 h 675877"/>
                <a:gd name="connsiteX12" fmla="*/ 13621 w 1325163"/>
                <a:gd name="connsiteY12" fmla="*/ 30851 h 675877"/>
                <a:gd name="connsiteX13" fmla="*/ 13430 w 1325163"/>
                <a:gd name="connsiteY13" fmla="*/ 30851 h 675877"/>
                <a:gd name="connsiteX14" fmla="*/ 0 w 1325163"/>
                <a:gd name="connsiteY14" fmla="*/ 57712 h 675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25163" h="675877">
                  <a:moveTo>
                    <a:pt x="95" y="57616"/>
                  </a:moveTo>
                  <a:cubicBezTo>
                    <a:pt x="38576" y="46186"/>
                    <a:pt x="78867" y="39709"/>
                    <a:pt x="118110" y="35518"/>
                  </a:cubicBezTo>
                  <a:cubicBezTo>
                    <a:pt x="430721" y="-10011"/>
                    <a:pt x="656749" y="71904"/>
                    <a:pt x="906875" y="257260"/>
                  </a:cubicBezTo>
                  <a:cubicBezTo>
                    <a:pt x="982789" y="310696"/>
                    <a:pt x="1044512" y="380990"/>
                    <a:pt x="1107186" y="448618"/>
                  </a:cubicBezTo>
                  <a:cubicBezTo>
                    <a:pt x="1178623" y="520246"/>
                    <a:pt x="1245203" y="595398"/>
                    <a:pt x="1307687" y="674932"/>
                  </a:cubicBezTo>
                  <a:cubicBezTo>
                    <a:pt x="1308259" y="675122"/>
                    <a:pt x="1309021" y="675408"/>
                    <a:pt x="1309688" y="675503"/>
                  </a:cubicBezTo>
                  <a:cubicBezTo>
                    <a:pt x="1315022" y="676741"/>
                    <a:pt x="1321022" y="674932"/>
                    <a:pt x="1323689" y="669693"/>
                  </a:cubicBezTo>
                  <a:cubicBezTo>
                    <a:pt x="1328261" y="661597"/>
                    <a:pt x="1321118" y="653500"/>
                    <a:pt x="1316927" y="646833"/>
                  </a:cubicBezTo>
                  <a:cubicBezTo>
                    <a:pt x="1314450" y="642832"/>
                    <a:pt x="1312069" y="638451"/>
                    <a:pt x="1309783" y="633688"/>
                  </a:cubicBezTo>
                  <a:cubicBezTo>
                    <a:pt x="1258157" y="570347"/>
                    <a:pt x="1204531" y="508149"/>
                    <a:pt x="1146239" y="450618"/>
                  </a:cubicBezTo>
                  <a:cubicBezTo>
                    <a:pt x="978598" y="258499"/>
                    <a:pt x="765810" y="99050"/>
                    <a:pt x="518160" y="28089"/>
                  </a:cubicBezTo>
                  <a:cubicBezTo>
                    <a:pt x="370808" y="-14012"/>
                    <a:pt x="215646" y="-1534"/>
                    <a:pt x="65722" y="18659"/>
                  </a:cubicBezTo>
                  <a:cubicBezTo>
                    <a:pt x="58103" y="19612"/>
                    <a:pt x="37910" y="23993"/>
                    <a:pt x="13621" y="30851"/>
                  </a:cubicBezTo>
                  <a:lnTo>
                    <a:pt x="13430" y="30851"/>
                  </a:lnTo>
                  <a:lnTo>
                    <a:pt x="0" y="57712"/>
                  </a:ln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="" xmlns:a16="http://schemas.microsoft.com/office/drawing/2014/main" id="{DB558801-E684-2B22-305A-CFBB42923C14}"/>
                </a:ext>
              </a:extLst>
            </p:cNvPr>
            <p:cNvSpPr/>
            <p:nvPr/>
          </p:nvSpPr>
          <p:spPr>
            <a:xfrm>
              <a:off x="3388137" y="3831907"/>
              <a:ext cx="1596104" cy="295370"/>
            </a:xfrm>
            <a:custGeom>
              <a:avLst/>
              <a:gdLst>
                <a:gd name="connsiteX0" fmla="*/ 1595152 w 1596104"/>
                <a:gd name="connsiteY0" fmla="*/ 289751 h 295370"/>
                <a:gd name="connsiteX1" fmla="*/ 1587818 w 1596104"/>
                <a:gd name="connsiteY1" fmla="*/ 295370 h 295370"/>
                <a:gd name="connsiteX2" fmla="*/ 979742 w 1596104"/>
                <a:gd name="connsiteY2" fmla="*/ 119729 h 295370"/>
                <a:gd name="connsiteX3" fmla="*/ 427196 w 1596104"/>
                <a:gd name="connsiteY3" fmla="*/ 22765 h 295370"/>
                <a:gd name="connsiteX4" fmla="*/ 127540 w 1596104"/>
                <a:gd name="connsiteY4" fmla="*/ 64103 h 295370"/>
                <a:gd name="connsiteX5" fmla="*/ 0 w 1596104"/>
                <a:gd name="connsiteY5" fmla="*/ 117253 h 295370"/>
                <a:gd name="connsiteX6" fmla="*/ 12097 w 1596104"/>
                <a:gd name="connsiteY6" fmla="*/ 90678 h 295370"/>
                <a:gd name="connsiteX7" fmla="*/ 24289 w 1596104"/>
                <a:gd name="connsiteY7" fmla="*/ 80772 h 295370"/>
                <a:gd name="connsiteX8" fmla="*/ 95345 w 1596104"/>
                <a:gd name="connsiteY8" fmla="*/ 51435 h 295370"/>
                <a:gd name="connsiteX9" fmla="*/ 463201 w 1596104"/>
                <a:gd name="connsiteY9" fmla="*/ 0 h 295370"/>
                <a:gd name="connsiteX10" fmla="*/ 1222439 w 1596104"/>
                <a:gd name="connsiteY10" fmla="*/ 174593 h 295370"/>
                <a:gd name="connsiteX11" fmla="*/ 1546193 w 1596104"/>
                <a:gd name="connsiteY11" fmla="*/ 266986 h 295370"/>
                <a:gd name="connsiteX12" fmla="*/ 1574768 w 1596104"/>
                <a:gd name="connsiteY12" fmla="*/ 272606 h 295370"/>
                <a:gd name="connsiteX13" fmla="*/ 1588008 w 1596104"/>
                <a:gd name="connsiteY13" fmla="*/ 277940 h 295370"/>
                <a:gd name="connsiteX14" fmla="*/ 1595057 w 1596104"/>
                <a:gd name="connsiteY14" fmla="*/ 289655 h 29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6104" h="295370">
                  <a:moveTo>
                    <a:pt x="1595152" y="289751"/>
                  </a:moveTo>
                  <a:cubicBezTo>
                    <a:pt x="1593818" y="292799"/>
                    <a:pt x="1591056" y="294799"/>
                    <a:pt x="1587818" y="295370"/>
                  </a:cubicBezTo>
                  <a:cubicBezTo>
                    <a:pt x="1380554" y="255079"/>
                    <a:pt x="1181767" y="180213"/>
                    <a:pt x="979742" y="119729"/>
                  </a:cubicBezTo>
                  <a:cubicBezTo>
                    <a:pt x="802100" y="63341"/>
                    <a:pt x="614744" y="14859"/>
                    <a:pt x="427196" y="22765"/>
                  </a:cubicBezTo>
                  <a:cubicBezTo>
                    <a:pt x="326708" y="29146"/>
                    <a:pt x="224695" y="36195"/>
                    <a:pt x="127540" y="64103"/>
                  </a:cubicBezTo>
                  <a:cubicBezTo>
                    <a:pt x="83249" y="77819"/>
                    <a:pt x="41434" y="96965"/>
                    <a:pt x="0" y="117253"/>
                  </a:cubicBezTo>
                  <a:cubicBezTo>
                    <a:pt x="2477" y="106680"/>
                    <a:pt x="8382" y="93726"/>
                    <a:pt x="12097" y="90678"/>
                  </a:cubicBezTo>
                  <a:cubicBezTo>
                    <a:pt x="16193" y="87344"/>
                    <a:pt x="20193" y="84106"/>
                    <a:pt x="24289" y="80772"/>
                  </a:cubicBezTo>
                  <a:cubicBezTo>
                    <a:pt x="47625" y="70104"/>
                    <a:pt x="71152" y="60198"/>
                    <a:pt x="95345" y="51435"/>
                  </a:cubicBezTo>
                  <a:cubicBezTo>
                    <a:pt x="213551" y="12478"/>
                    <a:pt x="339662" y="5906"/>
                    <a:pt x="463201" y="0"/>
                  </a:cubicBezTo>
                  <a:cubicBezTo>
                    <a:pt x="725519" y="1048"/>
                    <a:pt x="975646" y="95726"/>
                    <a:pt x="1222439" y="174593"/>
                  </a:cubicBezTo>
                  <a:cubicBezTo>
                    <a:pt x="1329214" y="209455"/>
                    <a:pt x="1437323" y="240125"/>
                    <a:pt x="1546193" y="266986"/>
                  </a:cubicBezTo>
                  <a:cubicBezTo>
                    <a:pt x="1555814" y="269081"/>
                    <a:pt x="1565243" y="270986"/>
                    <a:pt x="1574768" y="272606"/>
                  </a:cubicBezTo>
                  <a:cubicBezTo>
                    <a:pt x="1579150" y="274415"/>
                    <a:pt x="1583627" y="276225"/>
                    <a:pt x="1588008" y="277940"/>
                  </a:cubicBezTo>
                  <a:cubicBezTo>
                    <a:pt x="1593152" y="278892"/>
                    <a:pt x="1598390" y="284226"/>
                    <a:pt x="1595057" y="289655"/>
                  </a:cubicBezTo>
                  <a:close/>
                </a:path>
              </a:pathLst>
            </a:custGeom>
            <a:solidFill>
              <a:srgbClr val="A4D16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="" xmlns:a16="http://schemas.microsoft.com/office/drawing/2014/main" id="{3C5F7727-2D74-B639-DE72-D89D2A0CFC19}"/>
                </a:ext>
              </a:extLst>
            </p:cNvPr>
            <p:cNvSpPr/>
            <p:nvPr/>
          </p:nvSpPr>
          <p:spPr>
            <a:xfrm>
              <a:off x="3453239" y="2743979"/>
              <a:ext cx="1843623" cy="1037170"/>
            </a:xfrm>
            <a:custGeom>
              <a:avLst/>
              <a:gdLst>
                <a:gd name="connsiteX0" fmla="*/ 1836089 w 1843623"/>
                <a:gd name="connsiteY0" fmla="*/ 352693 h 1037170"/>
                <a:gd name="connsiteX1" fmla="*/ 1825707 w 1843623"/>
                <a:gd name="connsiteY1" fmla="*/ 352979 h 1037170"/>
                <a:gd name="connsiteX2" fmla="*/ 1779606 w 1843623"/>
                <a:gd name="connsiteY2" fmla="*/ 354980 h 1037170"/>
                <a:gd name="connsiteX3" fmla="*/ 1510239 w 1843623"/>
                <a:gd name="connsiteY3" fmla="*/ 389936 h 1037170"/>
                <a:gd name="connsiteX4" fmla="*/ 1252968 w 1843623"/>
                <a:gd name="connsiteY4" fmla="*/ 517762 h 1037170"/>
                <a:gd name="connsiteX5" fmla="*/ 939024 w 1843623"/>
                <a:gd name="connsiteY5" fmla="*/ 741028 h 1037170"/>
                <a:gd name="connsiteX6" fmla="*/ 323328 w 1843623"/>
                <a:gd name="connsiteY6" fmla="*/ 982772 h 1037170"/>
                <a:gd name="connsiteX7" fmla="*/ 34054 w 1843623"/>
                <a:gd name="connsiteY7" fmla="*/ 1029064 h 1037170"/>
                <a:gd name="connsiteX8" fmla="*/ 27482 w 1843623"/>
                <a:gd name="connsiteY8" fmla="*/ 1029349 h 1037170"/>
                <a:gd name="connsiteX9" fmla="*/ 26434 w 1843623"/>
                <a:gd name="connsiteY9" fmla="*/ 1033064 h 1037170"/>
                <a:gd name="connsiteX10" fmla="*/ 18814 w 1843623"/>
                <a:gd name="connsiteY10" fmla="*/ 1037065 h 1037170"/>
                <a:gd name="connsiteX11" fmla="*/ 17480 w 1843623"/>
                <a:gd name="connsiteY11" fmla="*/ 1036779 h 1037170"/>
                <a:gd name="connsiteX12" fmla="*/ 13671 w 1843623"/>
                <a:gd name="connsiteY12" fmla="*/ 1032016 h 1037170"/>
                <a:gd name="connsiteX13" fmla="*/ 3764 w 1843623"/>
                <a:gd name="connsiteY13" fmla="*/ 1030969 h 1037170"/>
                <a:gd name="connsiteX14" fmla="*/ 145 w 1843623"/>
                <a:gd name="connsiteY14" fmla="*/ 1019824 h 1037170"/>
                <a:gd name="connsiteX15" fmla="*/ 621 w 1843623"/>
                <a:gd name="connsiteY15" fmla="*/ 1017253 h 1037170"/>
                <a:gd name="connsiteX16" fmla="*/ 30530 w 1843623"/>
                <a:gd name="connsiteY16" fmla="*/ 952768 h 1037170"/>
                <a:gd name="connsiteX17" fmla="*/ 53009 w 1843623"/>
                <a:gd name="connsiteY17" fmla="*/ 877140 h 1037170"/>
                <a:gd name="connsiteX18" fmla="*/ 129399 w 1843623"/>
                <a:gd name="connsiteY18" fmla="*/ 698641 h 1037170"/>
                <a:gd name="connsiteX19" fmla="*/ 238556 w 1843623"/>
                <a:gd name="connsiteY19" fmla="*/ 467946 h 1037170"/>
                <a:gd name="connsiteX20" fmla="*/ 401814 w 1843623"/>
                <a:gd name="connsiteY20" fmla="*/ 272017 h 1037170"/>
                <a:gd name="connsiteX21" fmla="*/ 553262 w 1843623"/>
                <a:gd name="connsiteY21" fmla="*/ 162860 h 1037170"/>
                <a:gd name="connsiteX22" fmla="*/ 901305 w 1843623"/>
                <a:gd name="connsiteY22" fmla="*/ 13794 h 1037170"/>
                <a:gd name="connsiteX23" fmla="*/ 1105331 w 1843623"/>
                <a:gd name="connsiteY23" fmla="*/ 173 h 1037170"/>
                <a:gd name="connsiteX24" fmla="*/ 1254207 w 1843623"/>
                <a:gd name="connsiteY24" fmla="*/ 13794 h 1037170"/>
                <a:gd name="connsiteX25" fmla="*/ 1812372 w 1843623"/>
                <a:gd name="connsiteY25" fmla="*/ 318880 h 1037170"/>
                <a:gd name="connsiteX26" fmla="*/ 1833707 w 1843623"/>
                <a:gd name="connsiteY26" fmla="*/ 331262 h 1037170"/>
                <a:gd name="connsiteX27" fmla="*/ 1836279 w 1843623"/>
                <a:gd name="connsiteY27" fmla="*/ 352789 h 103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843623" h="1037170">
                  <a:moveTo>
                    <a:pt x="1836089" y="352693"/>
                  </a:moveTo>
                  <a:cubicBezTo>
                    <a:pt x="1832565" y="352884"/>
                    <a:pt x="1829231" y="352979"/>
                    <a:pt x="1825707" y="352979"/>
                  </a:cubicBezTo>
                  <a:cubicBezTo>
                    <a:pt x="1810276" y="353456"/>
                    <a:pt x="1794846" y="353170"/>
                    <a:pt x="1779606" y="354980"/>
                  </a:cubicBezTo>
                  <a:cubicBezTo>
                    <a:pt x="1689499" y="364314"/>
                    <a:pt x="1598916" y="371934"/>
                    <a:pt x="1510239" y="389936"/>
                  </a:cubicBezTo>
                  <a:cubicBezTo>
                    <a:pt x="1416798" y="412796"/>
                    <a:pt x="1332026" y="464422"/>
                    <a:pt x="1252968" y="517762"/>
                  </a:cubicBezTo>
                  <a:cubicBezTo>
                    <a:pt x="1146098" y="588818"/>
                    <a:pt x="1044085" y="667304"/>
                    <a:pt x="939024" y="741028"/>
                  </a:cubicBezTo>
                  <a:cubicBezTo>
                    <a:pt x="757287" y="868853"/>
                    <a:pt x="542880" y="949625"/>
                    <a:pt x="323328" y="982772"/>
                  </a:cubicBezTo>
                  <a:cubicBezTo>
                    <a:pt x="226554" y="994869"/>
                    <a:pt x="131876" y="1024587"/>
                    <a:pt x="34054" y="1029064"/>
                  </a:cubicBezTo>
                  <a:cubicBezTo>
                    <a:pt x="31958" y="1029254"/>
                    <a:pt x="29672" y="1029349"/>
                    <a:pt x="27482" y="1029349"/>
                  </a:cubicBezTo>
                  <a:cubicBezTo>
                    <a:pt x="27482" y="1030683"/>
                    <a:pt x="27005" y="1031921"/>
                    <a:pt x="26434" y="1033064"/>
                  </a:cubicBezTo>
                  <a:cubicBezTo>
                    <a:pt x="24910" y="1035826"/>
                    <a:pt x="21862" y="1037636"/>
                    <a:pt x="18814" y="1037065"/>
                  </a:cubicBezTo>
                  <a:cubicBezTo>
                    <a:pt x="18338" y="1037065"/>
                    <a:pt x="17862" y="1036874"/>
                    <a:pt x="17480" y="1036779"/>
                  </a:cubicBezTo>
                  <a:cubicBezTo>
                    <a:pt x="15385" y="1035826"/>
                    <a:pt x="14147" y="1034017"/>
                    <a:pt x="13671" y="1032016"/>
                  </a:cubicBezTo>
                  <a:cubicBezTo>
                    <a:pt x="10337" y="1032588"/>
                    <a:pt x="6622" y="1033064"/>
                    <a:pt x="3764" y="1030969"/>
                  </a:cubicBezTo>
                  <a:cubicBezTo>
                    <a:pt x="240" y="1028492"/>
                    <a:pt x="-331" y="1023920"/>
                    <a:pt x="145" y="1019824"/>
                  </a:cubicBezTo>
                  <a:cubicBezTo>
                    <a:pt x="335" y="1018872"/>
                    <a:pt x="431" y="1018015"/>
                    <a:pt x="621" y="1017253"/>
                  </a:cubicBezTo>
                  <a:cubicBezTo>
                    <a:pt x="7955" y="994679"/>
                    <a:pt x="21100" y="974485"/>
                    <a:pt x="30530" y="952768"/>
                  </a:cubicBezTo>
                  <a:cubicBezTo>
                    <a:pt x="36816" y="927241"/>
                    <a:pt x="44436" y="902095"/>
                    <a:pt x="53009" y="877140"/>
                  </a:cubicBezTo>
                  <a:cubicBezTo>
                    <a:pt x="75583" y="816561"/>
                    <a:pt x="103396" y="757887"/>
                    <a:pt x="129399" y="698641"/>
                  </a:cubicBezTo>
                  <a:cubicBezTo>
                    <a:pt x="164642" y="621203"/>
                    <a:pt x="192931" y="539955"/>
                    <a:pt x="238556" y="467946"/>
                  </a:cubicBezTo>
                  <a:cubicBezTo>
                    <a:pt x="285323" y="396889"/>
                    <a:pt x="339235" y="329452"/>
                    <a:pt x="401814" y="272017"/>
                  </a:cubicBezTo>
                  <a:cubicBezTo>
                    <a:pt x="449154" y="231535"/>
                    <a:pt x="500303" y="195340"/>
                    <a:pt x="553262" y="162860"/>
                  </a:cubicBezTo>
                  <a:cubicBezTo>
                    <a:pt x="662037" y="98281"/>
                    <a:pt x="776242" y="38273"/>
                    <a:pt x="901305" y="13794"/>
                  </a:cubicBezTo>
                  <a:cubicBezTo>
                    <a:pt x="968456" y="649"/>
                    <a:pt x="1037227" y="649"/>
                    <a:pt x="1105331" y="173"/>
                  </a:cubicBezTo>
                  <a:cubicBezTo>
                    <a:pt x="1154956" y="-779"/>
                    <a:pt x="1206296" y="1983"/>
                    <a:pt x="1254207" y="13794"/>
                  </a:cubicBezTo>
                  <a:cubicBezTo>
                    <a:pt x="1463852" y="62848"/>
                    <a:pt x="1636635" y="201627"/>
                    <a:pt x="1812372" y="318880"/>
                  </a:cubicBezTo>
                  <a:cubicBezTo>
                    <a:pt x="1817896" y="322404"/>
                    <a:pt x="1826849" y="326500"/>
                    <a:pt x="1833707" y="331262"/>
                  </a:cubicBezTo>
                  <a:cubicBezTo>
                    <a:pt x="1843328" y="337644"/>
                    <a:pt x="1848948" y="345169"/>
                    <a:pt x="1836279" y="352789"/>
                  </a:cubicBezTo>
                  <a:close/>
                </a:path>
              </a:pathLst>
            </a:custGeom>
            <a:solidFill>
              <a:srgbClr val="A4D16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="" xmlns:a16="http://schemas.microsoft.com/office/drawing/2014/main" id="{B4EE815E-9747-ABAB-41AD-4FA8CA8C7973}"/>
                </a:ext>
              </a:extLst>
            </p:cNvPr>
            <p:cNvSpPr/>
            <p:nvPr/>
          </p:nvSpPr>
          <p:spPr>
            <a:xfrm>
              <a:off x="3453143" y="3026700"/>
              <a:ext cx="1843718" cy="754343"/>
            </a:xfrm>
            <a:custGeom>
              <a:avLst/>
              <a:gdLst>
                <a:gd name="connsiteX0" fmla="*/ 1836184 w 1843718"/>
                <a:gd name="connsiteY0" fmla="*/ 69973 h 754343"/>
                <a:gd name="connsiteX1" fmla="*/ 1825802 w 1843718"/>
                <a:gd name="connsiteY1" fmla="*/ 70258 h 754343"/>
                <a:gd name="connsiteX2" fmla="*/ 1365840 w 1843718"/>
                <a:gd name="connsiteY2" fmla="*/ 30253 h 754343"/>
                <a:gd name="connsiteX3" fmla="*/ 731951 w 1843718"/>
                <a:gd name="connsiteY3" fmla="*/ 231802 h 754343"/>
                <a:gd name="connsiteX4" fmla="*/ 210266 w 1843718"/>
                <a:gd name="connsiteY4" fmla="*/ 630709 h 754343"/>
                <a:gd name="connsiteX5" fmla="*/ 34054 w 1843718"/>
                <a:gd name="connsiteY5" fmla="*/ 746343 h 754343"/>
                <a:gd name="connsiteX6" fmla="*/ 26434 w 1843718"/>
                <a:gd name="connsiteY6" fmla="*/ 750343 h 754343"/>
                <a:gd name="connsiteX7" fmla="*/ 18814 w 1843718"/>
                <a:gd name="connsiteY7" fmla="*/ 754344 h 754343"/>
                <a:gd name="connsiteX8" fmla="*/ 17480 w 1843718"/>
                <a:gd name="connsiteY8" fmla="*/ 754058 h 754343"/>
                <a:gd name="connsiteX9" fmla="*/ 13671 w 1843718"/>
                <a:gd name="connsiteY9" fmla="*/ 749295 h 754343"/>
                <a:gd name="connsiteX10" fmla="*/ 3764 w 1843718"/>
                <a:gd name="connsiteY10" fmla="*/ 748248 h 754343"/>
                <a:gd name="connsiteX11" fmla="*/ 145 w 1843718"/>
                <a:gd name="connsiteY11" fmla="*/ 737103 h 754343"/>
                <a:gd name="connsiteX12" fmla="*/ 106158 w 1843718"/>
                <a:gd name="connsiteY12" fmla="*/ 677096 h 754343"/>
                <a:gd name="connsiteX13" fmla="*/ 562120 w 1843718"/>
                <a:gd name="connsiteY13" fmla="*/ 313527 h 754343"/>
                <a:gd name="connsiteX14" fmla="*/ 1183055 w 1843718"/>
                <a:gd name="connsiteY14" fmla="*/ 37111 h 754343"/>
                <a:gd name="connsiteX15" fmla="*/ 1702739 w 1843718"/>
                <a:gd name="connsiteY15" fmla="*/ 18919 h 754343"/>
                <a:gd name="connsiteX16" fmla="*/ 1833803 w 1843718"/>
                <a:gd name="connsiteY16" fmla="*/ 48541 h 754343"/>
                <a:gd name="connsiteX17" fmla="*/ 1836374 w 1843718"/>
                <a:gd name="connsiteY17" fmla="*/ 70068 h 754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43718" h="754343">
                  <a:moveTo>
                    <a:pt x="1836184" y="69973"/>
                  </a:moveTo>
                  <a:cubicBezTo>
                    <a:pt x="1832660" y="70163"/>
                    <a:pt x="1829326" y="70258"/>
                    <a:pt x="1825802" y="70258"/>
                  </a:cubicBezTo>
                  <a:cubicBezTo>
                    <a:pt x="1676164" y="29777"/>
                    <a:pt x="1520049" y="10251"/>
                    <a:pt x="1365840" y="30253"/>
                  </a:cubicBezTo>
                  <a:cubicBezTo>
                    <a:pt x="1142574" y="51303"/>
                    <a:pt x="927213" y="123694"/>
                    <a:pt x="731951" y="231802"/>
                  </a:cubicBezTo>
                  <a:cubicBezTo>
                    <a:pt x="538307" y="337815"/>
                    <a:pt x="381336" y="493835"/>
                    <a:pt x="210266" y="630709"/>
                  </a:cubicBezTo>
                  <a:cubicBezTo>
                    <a:pt x="155022" y="675572"/>
                    <a:pt x="96062" y="713672"/>
                    <a:pt x="34054" y="746343"/>
                  </a:cubicBezTo>
                  <a:cubicBezTo>
                    <a:pt x="31482" y="747676"/>
                    <a:pt x="29006" y="749105"/>
                    <a:pt x="26434" y="750343"/>
                  </a:cubicBezTo>
                  <a:cubicBezTo>
                    <a:pt x="23862" y="751677"/>
                    <a:pt x="21386" y="753105"/>
                    <a:pt x="18814" y="754344"/>
                  </a:cubicBezTo>
                  <a:cubicBezTo>
                    <a:pt x="18338" y="754344"/>
                    <a:pt x="17862" y="754153"/>
                    <a:pt x="17480" y="754058"/>
                  </a:cubicBezTo>
                  <a:cubicBezTo>
                    <a:pt x="15385" y="753105"/>
                    <a:pt x="14147" y="751296"/>
                    <a:pt x="13671" y="749295"/>
                  </a:cubicBezTo>
                  <a:cubicBezTo>
                    <a:pt x="10337" y="749867"/>
                    <a:pt x="6622" y="750343"/>
                    <a:pt x="3764" y="748248"/>
                  </a:cubicBezTo>
                  <a:cubicBezTo>
                    <a:pt x="240" y="745771"/>
                    <a:pt x="-331" y="741199"/>
                    <a:pt x="145" y="737103"/>
                  </a:cubicBezTo>
                  <a:cubicBezTo>
                    <a:pt x="36912" y="719959"/>
                    <a:pt x="73297" y="701861"/>
                    <a:pt x="106158" y="677096"/>
                  </a:cubicBezTo>
                  <a:cubicBezTo>
                    <a:pt x="268940" y="569940"/>
                    <a:pt x="404862" y="428208"/>
                    <a:pt x="562120" y="313527"/>
                  </a:cubicBezTo>
                  <a:cubicBezTo>
                    <a:pt x="750144" y="185130"/>
                    <a:pt x="958836" y="82736"/>
                    <a:pt x="1183055" y="37111"/>
                  </a:cubicBezTo>
                  <a:cubicBezTo>
                    <a:pt x="1353171" y="1488"/>
                    <a:pt x="1531098" y="-15848"/>
                    <a:pt x="1702739" y="18919"/>
                  </a:cubicBezTo>
                  <a:cubicBezTo>
                    <a:pt x="1746744" y="27301"/>
                    <a:pt x="1790559" y="36635"/>
                    <a:pt x="1833803" y="48541"/>
                  </a:cubicBezTo>
                  <a:cubicBezTo>
                    <a:pt x="1843423" y="54923"/>
                    <a:pt x="1849043" y="62448"/>
                    <a:pt x="1836374" y="70068"/>
                  </a:cubicBezTo>
                  <a:close/>
                </a:path>
              </a:pathLst>
            </a:custGeom>
            <a:solidFill>
              <a:srgbClr val="A4D16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="" xmlns:a16="http://schemas.microsoft.com/office/drawing/2014/main" id="{D8C22258-9BCF-3815-ED53-4B82863CE4F3}"/>
                </a:ext>
              </a:extLst>
            </p:cNvPr>
            <p:cNvSpPr/>
            <p:nvPr/>
          </p:nvSpPr>
          <p:spPr>
            <a:xfrm>
              <a:off x="2377747" y="3363140"/>
              <a:ext cx="1126702" cy="849437"/>
            </a:xfrm>
            <a:custGeom>
              <a:avLst/>
              <a:gdLst>
                <a:gd name="connsiteX0" fmla="*/ 1038298 w 1126702"/>
                <a:gd name="connsiteY0" fmla="*/ 476006 h 849437"/>
                <a:gd name="connsiteX1" fmla="*/ 872563 w 1126702"/>
                <a:gd name="connsiteY1" fmla="*/ 586115 h 849437"/>
                <a:gd name="connsiteX2" fmla="*/ 678158 w 1126702"/>
                <a:gd name="connsiteY2" fmla="*/ 732610 h 849437"/>
                <a:gd name="connsiteX3" fmla="*/ 610816 w 1126702"/>
                <a:gd name="connsiteY3" fmla="*/ 832336 h 849437"/>
                <a:gd name="connsiteX4" fmla="*/ 607197 w 1126702"/>
                <a:gd name="connsiteY4" fmla="*/ 838337 h 849437"/>
                <a:gd name="connsiteX5" fmla="*/ 587671 w 1126702"/>
                <a:gd name="connsiteY5" fmla="*/ 847767 h 849437"/>
                <a:gd name="connsiteX6" fmla="*/ 584813 w 1126702"/>
                <a:gd name="connsiteY6" fmla="*/ 843290 h 849437"/>
                <a:gd name="connsiteX7" fmla="*/ 306874 w 1126702"/>
                <a:gd name="connsiteY7" fmla="*/ 611737 h 849437"/>
                <a:gd name="connsiteX8" fmla="*/ 81512 w 1126702"/>
                <a:gd name="connsiteY8" fmla="*/ 485721 h 849437"/>
                <a:gd name="connsiteX9" fmla="*/ 64367 w 1126702"/>
                <a:gd name="connsiteY9" fmla="*/ 97863 h 849437"/>
                <a:gd name="connsiteX10" fmla="*/ 324590 w 1126702"/>
                <a:gd name="connsiteY10" fmla="*/ 97673 h 849437"/>
                <a:gd name="connsiteX11" fmla="*/ 487849 w 1126702"/>
                <a:gd name="connsiteY11" fmla="*/ 113865 h 849437"/>
                <a:gd name="connsiteX12" fmla="*/ 513661 w 1126702"/>
                <a:gd name="connsiteY12" fmla="*/ 111865 h 849437"/>
                <a:gd name="connsiteX13" fmla="*/ 539474 w 1126702"/>
                <a:gd name="connsiteY13" fmla="*/ 108627 h 849437"/>
                <a:gd name="connsiteX14" fmla="*/ 616912 w 1126702"/>
                <a:gd name="connsiteY14" fmla="*/ 71670 h 849437"/>
                <a:gd name="connsiteX15" fmla="*/ 705780 w 1126702"/>
                <a:gd name="connsiteY15" fmla="*/ 23092 h 849437"/>
                <a:gd name="connsiteX16" fmla="*/ 843988 w 1126702"/>
                <a:gd name="connsiteY16" fmla="*/ 3376 h 849437"/>
                <a:gd name="connsiteX17" fmla="*/ 969337 w 1126702"/>
                <a:gd name="connsiteY17" fmla="*/ 68717 h 849437"/>
                <a:gd name="connsiteX18" fmla="*/ 1061539 w 1126702"/>
                <a:gd name="connsiteY18" fmla="*/ 152727 h 849437"/>
                <a:gd name="connsiteX19" fmla="*/ 1123071 w 1126702"/>
                <a:gd name="connsiteY19" fmla="*/ 287125 h 849437"/>
                <a:gd name="connsiteX20" fmla="*/ 1038298 w 1126702"/>
                <a:gd name="connsiteY20" fmla="*/ 475911 h 849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26702" h="849437">
                  <a:moveTo>
                    <a:pt x="1038298" y="476006"/>
                  </a:moveTo>
                  <a:cubicBezTo>
                    <a:pt x="989435" y="521535"/>
                    <a:pt x="929427" y="551920"/>
                    <a:pt x="872563" y="586115"/>
                  </a:cubicBezTo>
                  <a:cubicBezTo>
                    <a:pt x="805698" y="631740"/>
                    <a:pt x="733403" y="672507"/>
                    <a:pt x="678158" y="732610"/>
                  </a:cubicBezTo>
                  <a:cubicBezTo>
                    <a:pt x="651774" y="763280"/>
                    <a:pt x="631295" y="797951"/>
                    <a:pt x="610816" y="832336"/>
                  </a:cubicBezTo>
                  <a:cubicBezTo>
                    <a:pt x="609768" y="834146"/>
                    <a:pt x="608530" y="836146"/>
                    <a:pt x="607197" y="838337"/>
                  </a:cubicBezTo>
                  <a:cubicBezTo>
                    <a:pt x="602434" y="845481"/>
                    <a:pt x="596243" y="852815"/>
                    <a:pt x="587671" y="847767"/>
                  </a:cubicBezTo>
                  <a:cubicBezTo>
                    <a:pt x="586718" y="846243"/>
                    <a:pt x="585861" y="844719"/>
                    <a:pt x="584813" y="843290"/>
                  </a:cubicBezTo>
                  <a:cubicBezTo>
                    <a:pt x="518519" y="740325"/>
                    <a:pt x="407362" y="677460"/>
                    <a:pt x="306874" y="611737"/>
                  </a:cubicBezTo>
                  <a:cubicBezTo>
                    <a:pt x="233531" y="566875"/>
                    <a:pt x="146854" y="543157"/>
                    <a:pt x="81512" y="485721"/>
                  </a:cubicBezTo>
                  <a:cubicBezTo>
                    <a:pt x="-20310" y="387424"/>
                    <a:pt x="-27549" y="204925"/>
                    <a:pt x="64367" y="97863"/>
                  </a:cubicBezTo>
                  <a:cubicBezTo>
                    <a:pt x="132280" y="18615"/>
                    <a:pt x="243628" y="75861"/>
                    <a:pt x="324590" y="97673"/>
                  </a:cubicBezTo>
                  <a:cubicBezTo>
                    <a:pt x="377263" y="111865"/>
                    <a:pt x="432984" y="116913"/>
                    <a:pt x="487849" y="113865"/>
                  </a:cubicBezTo>
                  <a:cubicBezTo>
                    <a:pt x="496421" y="113389"/>
                    <a:pt x="505089" y="112818"/>
                    <a:pt x="513661" y="111865"/>
                  </a:cubicBezTo>
                  <a:cubicBezTo>
                    <a:pt x="522329" y="110913"/>
                    <a:pt x="530901" y="109865"/>
                    <a:pt x="539474" y="108627"/>
                  </a:cubicBezTo>
                  <a:cubicBezTo>
                    <a:pt x="569859" y="104055"/>
                    <a:pt x="591862" y="87672"/>
                    <a:pt x="616912" y="71670"/>
                  </a:cubicBezTo>
                  <a:cubicBezTo>
                    <a:pt x="645487" y="53382"/>
                    <a:pt x="674634" y="36046"/>
                    <a:pt x="705780" y="23092"/>
                  </a:cubicBezTo>
                  <a:cubicBezTo>
                    <a:pt x="748357" y="5185"/>
                    <a:pt x="797887" y="-5959"/>
                    <a:pt x="843988" y="3376"/>
                  </a:cubicBezTo>
                  <a:cubicBezTo>
                    <a:pt x="890375" y="12805"/>
                    <a:pt x="931904" y="40904"/>
                    <a:pt x="969337" y="68717"/>
                  </a:cubicBezTo>
                  <a:cubicBezTo>
                    <a:pt x="1002484" y="93958"/>
                    <a:pt x="1036489" y="118914"/>
                    <a:pt x="1061539" y="152727"/>
                  </a:cubicBezTo>
                  <a:cubicBezTo>
                    <a:pt x="1094210" y="190637"/>
                    <a:pt x="1112212" y="238738"/>
                    <a:pt x="1123071" y="287125"/>
                  </a:cubicBezTo>
                  <a:cubicBezTo>
                    <a:pt x="1140502" y="361801"/>
                    <a:pt x="1092400" y="429429"/>
                    <a:pt x="1038298" y="475911"/>
                  </a:cubicBezTo>
                  <a:close/>
                </a:path>
              </a:pathLst>
            </a:custGeom>
            <a:solidFill>
              <a:srgbClr val="A4D16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="" xmlns:a16="http://schemas.microsoft.com/office/drawing/2014/main" id="{3392F50E-DCB5-1699-BC03-614DC7373DAE}"/>
                </a:ext>
              </a:extLst>
            </p:cNvPr>
            <p:cNvSpPr/>
            <p:nvPr/>
          </p:nvSpPr>
          <p:spPr>
            <a:xfrm>
              <a:off x="2865500" y="3475005"/>
              <a:ext cx="132328" cy="737477"/>
            </a:xfrm>
            <a:custGeom>
              <a:avLst/>
              <a:gdLst>
                <a:gd name="connsiteX0" fmla="*/ 120301 w 132328"/>
                <a:gd name="connsiteY0" fmla="*/ 719233 h 737477"/>
                <a:gd name="connsiteX1" fmla="*/ 119348 w 132328"/>
                <a:gd name="connsiteY1" fmla="*/ 726376 h 737477"/>
                <a:gd name="connsiteX2" fmla="*/ 99822 w 132328"/>
                <a:gd name="connsiteY2" fmla="*/ 735806 h 737477"/>
                <a:gd name="connsiteX3" fmla="*/ 96965 w 132328"/>
                <a:gd name="connsiteY3" fmla="*/ 731329 h 737477"/>
                <a:gd name="connsiteX4" fmla="*/ 96393 w 132328"/>
                <a:gd name="connsiteY4" fmla="*/ 303181 h 737477"/>
                <a:gd name="connsiteX5" fmla="*/ 0 w 132328"/>
                <a:gd name="connsiteY5" fmla="*/ 2000 h 737477"/>
                <a:gd name="connsiteX6" fmla="*/ 25813 w 132328"/>
                <a:gd name="connsiteY6" fmla="*/ 0 h 737477"/>
                <a:gd name="connsiteX7" fmla="*/ 115443 w 132328"/>
                <a:gd name="connsiteY7" fmla="*/ 273367 h 737477"/>
                <a:gd name="connsiteX8" fmla="*/ 120301 w 132328"/>
                <a:gd name="connsiteY8" fmla="*/ 719137 h 737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2328" h="737477">
                  <a:moveTo>
                    <a:pt x="120301" y="719233"/>
                  </a:moveTo>
                  <a:cubicBezTo>
                    <a:pt x="120015" y="721709"/>
                    <a:pt x="119729" y="723995"/>
                    <a:pt x="119348" y="726376"/>
                  </a:cubicBezTo>
                  <a:cubicBezTo>
                    <a:pt x="114586" y="733520"/>
                    <a:pt x="108395" y="740854"/>
                    <a:pt x="99822" y="735806"/>
                  </a:cubicBezTo>
                  <a:cubicBezTo>
                    <a:pt x="98870" y="734282"/>
                    <a:pt x="98012" y="732758"/>
                    <a:pt x="96965" y="731329"/>
                  </a:cubicBezTo>
                  <a:cubicBezTo>
                    <a:pt x="110585" y="589026"/>
                    <a:pt x="115729" y="445008"/>
                    <a:pt x="96393" y="303181"/>
                  </a:cubicBezTo>
                  <a:cubicBezTo>
                    <a:pt x="81534" y="199072"/>
                    <a:pt x="41529" y="97441"/>
                    <a:pt x="0" y="2000"/>
                  </a:cubicBezTo>
                  <a:cubicBezTo>
                    <a:pt x="8573" y="1524"/>
                    <a:pt x="17240" y="952"/>
                    <a:pt x="25813" y="0"/>
                  </a:cubicBezTo>
                  <a:cubicBezTo>
                    <a:pt x="64008" y="88583"/>
                    <a:pt x="97917" y="178403"/>
                    <a:pt x="115443" y="273367"/>
                  </a:cubicBezTo>
                  <a:cubicBezTo>
                    <a:pt x="136970" y="420434"/>
                    <a:pt x="137160" y="571595"/>
                    <a:pt x="120301" y="719137"/>
                  </a:cubicBezTo>
                  <a:close/>
                </a:path>
              </a:pathLst>
            </a:custGeom>
            <a:solidFill>
              <a:srgbClr val="A4D16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="" xmlns:a16="http://schemas.microsoft.com/office/drawing/2014/main" id="{AF4D5D2C-C465-B1AC-AB44-5A7603285035}"/>
                </a:ext>
              </a:extLst>
            </p:cNvPr>
            <p:cNvSpPr/>
            <p:nvPr/>
          </p:nvSpPr>
          <p:spPr>
            <a:xfrm>
              <a:off x="2435920" y="4351591"/>
              <a:ext cx="1248639" cy="1120425"/>
            </a:xfrm>
            <a:custGeom>
              <a:avLst/>
              <a:gdLst>
                <a:gd name="connsiteX0" fmla="*/ 1081853 w 1248639"/>
                <a:gd name="connsiteY0" fmla="*/ 1120426 h 1120425"/>
                <a:gd name="connsiteX1" fmla="*/ 166691 w 1248639"/>
                <a:gd name="connsiteY1" fmla="*/ 1120426 h 1120425"/>
                <a:gd name="connsiteX2" fmla="*/ 108207 w 1248639"/>
                <a:gd name="connsiteY2" fmla="*/ 1060704 h 1120425"/>
                <a:gd name="connsiteX3" fmla="*/ 480 w 1248639"/>
                <a:gd name="connsiteY3" fmla="*/ 76962 h 1120425"/>
                <a:gd name="connsiteX4" fmla="*/ 58963 w 1248639"/>
                <a:gd name="connsiteY4" fmla="*/ 0 h 1120425"/>
                <a:gd name="connsiteX5" fmla="*/ 1189676 w 1248639"/>
                <a:gd name="connsiteY5" fmla="*/ 0 h 1120425"/>
                <a:gd name="connsiteX6" fmla="*/ 1248159 w 1248639"/>
                <a:gd name="connsiteY6" fmla="*/ 76962 h 1120425"/>
                <a:gd name="connsiteX7" fmla="*/ 1140432 w 1248639"/>
                <a:gd name="connsiteY7" fmla="*/ 1060704 h 1120425"/>
                <a:gd name="connsiteX8" fmla="*/ 1081948 w 1248639"/>
                <a:gd name="connsiteY8" fmla="*/ 1120426 h 112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8639" h="1120425">
                  <a:moveTo>
                    <a:pt x="1081853" y="1120426"/>
                  </a:moveTo>
                  <a:lnTo>
                    <a:pt x="166691" y="1120426"/>
                  </a:lnTo>
                  <a:cubicBezTo>
                    <a:pt x="136973" y="1120426"/>
                    <a:pt x="111922" y="1094804"/>
                    <a:pt x="108207" y="1060704"/>
                  </a:cubicBezTo>
                  <a:lnTo>
                    <a:pt x="480" y="76962"/>
                  </a:lnTo>
                  <a:cubicBezTo>
                    <a:pt x="-3997" y="36100"/>
                    <a:pt x="23435" y="0"/>
                    <a:pt x="58963" y="0"/>
                  </a:cubicBezTo>
                  <a:lnTo>
                    <a:pt x="1189676" y="0"/>
                  </a:lnTo>
                  <a:cubicBezTo>
                    <a:pt x="1225204" y="0"/>
                    <a:pt x="1252636" y="36100"/>
                    <a:pt x="1248159" y="76962"/>
                  </a:cubicBezTo>
                  <a:lnTo>
                    <a:pt x="1140432" y="1060704"/>
                  </a:lnTo>
                  <a:cubicBezTo>
                    <a:pt x="1136717" y="1094899"/>
                    <a:pt x="1111571" y="1120426"/>
                    <a:pt x="1081948" y="1120426"/>
                  </a:cubicBezTo>
                  <a:close/>
                </a:path>
              </a:pathLst>
            </a:custGeom>
            <a:solidFill>
              <a:srgbClr val="F27F5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" name="Graphic 3">
            <a:extLst>
              <a:ext uri="{FF2B5EF4-FFF2-40B4-BE49-F238E27FC236}">
                <a16:creationId xmlns="" xmlns:a16="http://schemas.microsoft.com/office/drawing/2014/main" id="{BFDEFC1E-D2AB-4D4A-A39B-41C4EC8D959B}"/>
              </a:ext>
            </a:extLst>
          </p:cNvPr>
          <p:cNvGrpSpPr/>
          <p:nvPr/>
        </p:nvGrpSpPr>
        <p:grpSpPr>
          <a:xfrm>
            <a:off x="10000066" y="4497889"/>
            <a:ext cx="1888988" cy="2060906"/>
            <a:chOff x="7427430" y="1286044"/>
            <a:chExt cx="3928628" cy="4286176"/>
          </a:xfrm>
        </p:grpSpPr>
        <p:sp>
          <p:nvSpPr>
            <p:cNvPr id="9" name="Freeform: Shape 8">
              <a:extLst>
                <a:ext uri="{FF2B5EF4-FFF2-40B4-BE49-F238E27FC236}">
                  <a16:creationId xmlns="" xmlns:a16="http://schemas.microsoft.com/office/drawing/2014/main" id="{63D1BA24-5BF4-8234-43CF-2D1BE6DC5430}"/>
                </a:ext>
              </a:extLst>
            </p:cNvPr>
            <p:cNvSpPr/>
            <p:nvPr/>
          </p:nvSpPr>
          <p:spPr>
            <a:xfrm>
              <a:off x="8042443" y="2298667"/>
              <a:ext cx="904225" cy="1742454"/>
            </a:xfrm>
            <a:custGeom>
              <a:avLst/>
              <a:gdLst>
                <a:gd name="connsiteX0" fmla="*/ 903913 w 904225"/>
                <a:gd name="connsiteY0" fmla="*/ 1533526 h 1742454"/>
                <a:gd name="connsiteX1" fmla="*/ 850858 w 904225"/>
                <a:gd name="connsiteY1" fmla="*/ 1742218 h 1742454"/>
                <a:gd name="connsiteX2" fmla="*/ 839143 w 904225"/>
                <a:gd name="connsiteY2" fmla="*/ 1708024 h 1742454"/>
                <a:gd name="connsiteX3" fmla="*/ 809044 w 904225"/>
                <a:gd name="connsiteY3" fmla="*/ 1380554 h 1742454"/>
                <a:gd name="connsiteX4" fmla="*/ 627402 w 904225"/>
                <a:gd name="connsiteY4" fmla="*/ 798672 h 1742454"/>
                <a:gd name="connsiteX5" fmla="*/ 579110 w 904225"/>
                <a:gd name="connsiteY5" fmla="*/ 827819 h 1742454"/>
                <a:gd name="connsiteX6" fmla="*/ 413947 w 904225"/>
                <a:gd name="connsiteY6" fmla="*/ 828104 h 1742454"/>
                <a:gd name="connsiteX7" fmla="*/ 318125 w 904225"/>
                <a:gd name="connsiteY7" fmla="*/ 708851 h 1742454"/>
                <a:gd name="connsiteX8" fmla="*/ 185251 w 904225"/>
                <a:gd name="connsiteY8" fmla="*/ 584645 h 1742454"/>
                <a:gd name="connsiteX9" fmla="*/ 148676 w 904225"/>
                <a:gd name="connsiteY9" fmla="*/ 423387 h 1742454"/>
                <a:gd name="connsiteX10" fmla="*/ 90573 w 904225"/>
                <a:gd name="connsiteY10" fmla="*/ 260319 h 1742454"/>
                <a:gd name="connsiteX11" fmla="*/ 15516 w 904225"/>
                <a:gd name="connsiteY11" fmla="*/ 120873 h 1742454"/>
                <a:gd name="connsiteX12" fmla="*/ 561 w 904225"/>
                <a:gd name="connsiteY12" fmla="*/ 57151 h 1742454"/>
                <a:gd name="connsiteX13" fmla="*/ 101051 w 904225"/>
                <a:gd name="connsiteY13" fmla="*/ 4954 h 1742454"/>
                <a:gd name="connsiteX14" fmla="*/ 306886 w 904225"/>
                <a:gd name="connsiteY14" fmla="*/ 29433 h 1742454"/>
                <a:gd name="connsiteX15" fmla="*/ 488623 w 904225"/>
                <a:gd name="connsiteY15" fmla="*/ 178214 h 1742454"/>
                <a:gd name="connsiteX16" fmla="*/ 736463 w 904225"/>
                <a:gd name="connsiteY16" fmla="*/ 355283 h 1742454"/>
                <a:gd name="connsiteX17" fmla="*/ 766753 w 904225"/>
                <a:gd name="connsiteY17" fmla="*/ 653130 h 1742454"/>
                <a:gd name="connsiteX18" fmla="*/ 680456 w 904225"/>
                <a:gd name="connsiteY18" fmla="*/ 756476 h 1742454"/>
                <a:gd name="connsiteX19" fmla="*/ 821236 w 904225"/>
                <a:gd name="connsiteY19" fmla="*/ 1082517 h 1742454"/>
                <a:gd name="connsiteX20" fmla="*/ 881434 w 904225"/>
                <a:gd name="connsiteY20" fmla="*/ 1369315 h 1742454"/>
                <a:gd name="connsiteX21" fmla="*/ 903913 w 904225"/>
                <a:gd name="connsiteY21" fmla="*/ 1533716 h 1742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4225" h="1742454">
                  <a:moveTo>
                    <a:pt x="903913" y="1533526"/>
                  </a:moveTo>
                  <a:cubicBezTo>
                    <a:pt x="903627" y="1575531"/>
                    <a:pt x="912676" y="1749743"/>
                    <a:pt x="850858" y="1742218"/>
                  </a:cubicBezTo>
                  <a:cubicBezTo>
                    <a:pt x="835428" y="1739837"/>
                    <a:pt x="828760" y="1719263"/>
                    <a:pt x="839143" y="1708024"/>
                  </a:cubicBezTo>
                  <a:cubicBezTo>
                    <a:pt x="841714" y="1597915"/>
                    <a:pt x="833333" y="1488092"/>
                    <a:pt x="809044" y="1380554"/>
                  </a:cubicBezTo>
                  <a:cubicBezTo>
                    <a:pt x="770563" y="1178624"/>
                    <a:pt x="737797" y="974313"/>
                    <a:pt x="627402" y="798672"/>
                  </a:cubicBezTo>
                  <a:cubicBezTo>
                    <a:pt x="618353" y="816388"/>
                    <a:pt x="595969" y="820484"/>
                    <a:pt x="579110" y="827819"/>
                  </a:cubicBezTo>
                  <a:cubicBezTo>
                    <a:pt x="526628" y="850107"/>
                    <a:pt x="465667" y="854965"/>
                    <a:pt x="413947" y="828104"/>
                  </a:cubicBezTo>
                  <a:cubicBezTo>
                    <a:pt x="364417" y="805340"/>
                    <a:pt x="345462" y="751904"/>
                    <a:pt x="318125" y="708851"/>
                  </a:cubicBezTo>
                  <a:cubicBezTo>
                    <a:pt x="281644" y="659798"/>
                    <a:pt x="217351" y="638366"/>
                    <a:pt x="185251" y="584645"/>
                  </a:cubicBezTo>
                  <a:cubicBezTo>
                    <a:pt x="151438" y="537401"/>
                    <a:pt x="159915" y="477203"/>
                    <a:pt x="148676" y="423387"/>
                  </a:cubicBezTo>
                  <a:cubicBezTo>
                    <a:pt x="135245" y="367190"/>
                    <a:pt x="116767" y="311945"/>
                    <a:pt x="90573" y="260319"/>
                  </a:cubicBezTo>
                  <a:cubicBezTo>
                    <a:pt x="65713" y="213742"/>
                    <a:pt x="37519" y="168879"/>
                    <a:pt x="15516" y="120873"/>
                  </a:cubicBezTo>
                  <a:cubicBezTo>
                    <a:pt x="6848" y="100871"/>
                    <a:pt x="-2391" y="79344"/>
                    <a:pt x="561" y="57151"/>
                  </a:cubicBezTo>
                  <a:cubicBezTo>
                    <a:pt x="5515" y="8669"/>
                    <a:pt x="59331" y="-9810"/>
                    <a:pt x="101051" y="4954"/>
                  </a:cubicBezTo>
                  <a:cubicBezTo>
                    <a:pt x="168869" y="22480"/>
                    <a:pt x="240496" y="6668"/>
                    <a:pt x="306886" y="29433"/>
                  </a:cubicBezTo>
                  <a:cubicBezTo>
                    <a:pt x="394230" y="51150"/>
                    <a:pt x="420614" y="131922"/>
                    <a:pt x="488623" y="178214"/>
                  </a:cubicBezTo>
                  <a:cubicBezTo>
                    <a:pt x="569490" y="229172"/>
                    <a:pt x="689410" y="269177"/>
                    <a:pt x="736463" y="355283"/>
                  </a:cubicBezTo>
                  <a:cubicBezTo>
                    <a:pt x="782850" y="429483"/>
                    <a:pt x="781040" y="567786"/>
                    <a:pt x="766753" y="653130"/>
                  </a:cubicBezTo>
                  <a:cubicBezTo>
                    <a:pt x="756847" y="703232"/>
                    <a:pt x="729701" y="735998"/>
                    <a:pt x="680456" y="756476"/>
                  </a:cubicBezTo>
                  <a:cubicBezTo>
                    <a:pt x="746655" y="855155"/>
                    <a:pt x="786184" y="969741"/>
                    <a:pt x="821236" y="1082517"/>
                  </a:cubicBezTo>
                  <a:cubicBezTo>
                    <a:pt x="846763" y="1176910"/>
                    <a:pt x="863241" y="1273398"/>
                    <a:pt x="881434" y="1369315"/>
                  </a:cubicBezTo>
                  <a:cubicBezTo>
                    <a:pt x="891530" y="1423798"/>
                    <a:pt x="902484" y="1478185"/>
                    <a:pt x="903913" y="1533716"/>
                  </a:cubicBezTo>
                  <a:close/>
                </a:path>
              </a:pathLst>
            </a:custGeom>
            <a:solidFill>
              <a:srgbClr val="3D5107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="" xmlns:a16="http://schemas.microsoft.com/office/drawing/2014/main" id="{B77645D0-E014-B6A9-19CE-C02351CDC289}"/>
                </a:ext>
              </a:extLst>
            </p:cNvPr>
            <p:cNvSpPr/>
            <p:nvPr/>
          </p:nvSpPr>
          <p:spPr>
            <a:xfrm>
              <a:off x="9205258" y="1889411"/>
              <a:ext cx="1003193" cy="2152449"/>
            </a:xfrm>
            <a:custGeom>
              <a:avLst/>
              <a:gdLst>
                <a:gd name="connsiteX0" fmla="*/ 995541 w 1003193"/>
                <a:gd name="connsiteY0" fmla="*/ 382015 h 2152449"/>
                <a:gd name="connsiteX1" fmla="*/ 953916 w 1003193"/>
                <a:gd name="connsiteY1" fmla="*/ 594041 h 2152449"/>
                <a:gd name="connsiteX2" fmla="*/ 718268 w 1003193"/>
                <a:gd name="connsiteY2" fmla="*/ 687386 h 2152449"/>
                <a:gd name="connsiteX3" fmla="*/ 595871 w 1003193"/>
                <a:gd name="connsiteY3" fmla="*/ 672242 h 2152449"/>
                <a:gd name="connsiteX4" fmla="*/ 411848 w 1003193"/>
                <a:gd name="connsiteY4" fmla="*/ 926369 h 2152449"/>
                <a:gd name="connsiteX5" fmla="*/ 242399 w 1003193"/>
                <a:gd name="connsiteY5" fmla="*/ 1213833 h 2152449"/>
                <a:gd name="connsiteX6" fmla="*/ 112287 w 1003193"/>
                <a:gd name="connsiteY6" fmla="*/ 1569687 h 2152449"/>
                <a:gd name="connsiteX7" fmla="*/ 55804 w 1003193"/>
                <a:gd name="connsiteY7" fmla="*/ 1994502 h 2152449"/>
                <a:gd name="connsiteX8" fmla="*/ 10655 w 1003193"/>
                <a:gd name="connsiteY8" fmla="*/ 2146807 h 2152449"/>
                <a:gd name="connsiteX9" fmla="*/ 6084 w 1003193"/>
                <a:gd name="connsiteY9" fmla="*/ 1860581 h 2152449"/>
                <a:gd name="connsiteX10" fmla="*/ 86665 w 1003193"/>
                <a:gd name="connsiteY10" fmla="*/ 1425288 h 2152449"/>
                <a:gd name="connsiteX11" fmla="*/ 203441 w 1003193"/>
                <a:gd name="connsiteY11" fmla="*/ 1156874 h 2152449"/>
                <a:gd name="connsiteX12" fmla="*/ 351841 w 1003193"/>
                <a:gd name="connsiteY12" fmla="*/ 908081 h 2152449"/>
                <a:gd name="connsiteX13" fmla="*/ 539198 w 1003193"/>
                <a:gd name="connsiteY13" fmla="*/ 611663 h 2152449"/>
                <a:gd name="connsiteX14" fmla="*/ 471475 w 1003193"/>
                <a:gd name="connsiteY14" fmla="*/ 365060 h 2152449"/>
                <a:gd name="connsiteX15" fmla="*/ 712934 w 1003193"/>
                <a:gd name="connsiteY15" fmla="*/ 114267 h 2152449"/>
                <a:gd name="connsiteX16" fmla="*/ 832949 w 1003193"/>
                <a:gd name="connsiteY16" fmla="*/ 31781 h 2152449"/>
                <a:gd name="connsiteX17" fmla="*/ 867620 w 1003193"/>
                <a:gd name="connsiteY17" fmla="*/ 3968 h 2152449"/>
                <a:gd name="connsiteX18" fmla="*/ 914007 w 1003193"/>
                <a:gd name="connsiteY18" fmla="*/ 40829 h 2152449"/>
                <a:gd name="connsiteX19" fmla="*/ 995636 w 1003193"/>
                <a:gd name="connsiteY19" fmla="*/ 382110 h 2152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03193" h="2152449">
                  <a:moveTo>
                    <a:pt x="995541" y="382015"/>
                  </a:moveTo>
                  <a:cubicBezTo>
                    <a:pt x="1005256" y="453262"/>
                    <a:pt x="1016686" y="543368"/>
                    <a:pt x="953916" y="594041"/>
                  </a:cubicBezTo>
                  <a:cubicBezTo>
                    <a:pt x="881907" y="648810"/>
                    <a:pt x="807041" y="703579"/>
                    <a:pt x="718268" y="687386"/>
                  </a:cubicBezTo>
                  <a:cubicBezTo>
                    <a:pt x="687883" y="677290"/>
                    <a:pt x="589585" y="714628"/>
                    <a:pt x="595871" y="672242"/>
                  </a:cubicBezTo>
                  <a:cubicBezTo>
                    <a:pt x="525863" y="782160"/>
                    <a:pt x="475095" y="812259"/>
                    <a:pt x="411848" y="926369"/>
                  </a:cubicBezTo>
                  <a:cubicBezTo>
                    <a:pt x="357366" y="1023428"/>
                    <a:pt x="292024" y="1114106"/>
                    <a:pt x="242399" y="1213833"/>
                  </a:cubicBezTo>
                  <a:cubicBezTo>
                    <a:pt x="187344" y="1327657"/>
                    <a:pt x="139529" y="1445957"/>
                    <a:pt x="112287" y="1569687"/>
                  </a:cubicBezTo>
                  <a:cubicBezTo>
                    <a:pt x="82855" y="1709800"/>
                    <a:pt x="67520" y="1852008"/>
                    <a:pt x="55804" y="1994502"/>
                  </a:cubicBezTo>
                  <a:cubicBezTo>
                    <a:pt x="52280" y="2015934"/>
                    <a:pt x="43326" y="2185193"/>
                    <a:pt x="10655" y="2146807"/>
                  </a:cubicBezTo>
                  <a:cubicBezTo>
                    <a:pt x="-7632" y="2053271"/>
                    <a:pt x="2369" y="1955354"/>
                    <a:pt x="6084" y="1860581"/>
                  </a:cubicBezTo>
                  <a:cubicBezTo>
                    <a:pt x="17037" y="1713515"/>
                    <a:pt x="37135" y="1564829"/>
                    <a:pt x="86665" y="1425288"/>
                  </a:cubicBezTo>
                  <a:cubicBezTo>
                    <a:pt x="120003" y="1333467"/>
                    <a:pt x="158579" y="1243551"/>
                    <a:pt x="203441" y="1156874"/>
                  </a:cubicBezTo>
                  <a:cubicBezTo>
                    <a:pt x="248114" y="1071244"/>
                    <a:pt x="303645" y="991805"/>
                    <a:pt x="351841" y="908081"/>
                  </a:cubicBezTo>
                  <a:cubicBezTo>
                    <a:pt x="413944" y="795495"/>
                    <a:pt x="469189" y="719390"/>
                    <a:pt x="539198" y="611663"/>
                  </a:cubicBezTo>
                  <a:cubicBezTo>
                    <a:pt x="477762" y="561466"/>
                    <a:pt x="463188" y="442403"/>
                    <a:pt x="471475" y="365060"/>
                  </a:cubicBezTo>
                  <a:cubicBezTo>
                    <a:pt x="489668" y="239521"/>
                    <a:pt x="614350" y="173798"/>
                    <a:pt x="712934" y="114267"/>
                  </a:cubicBezTo>
                  <a:cubicBezTo>
                    <a:pt x="754177" y="88645"/>
                    <a:pt x="794563" y="61308"/>
                    <a:pt x="832949" y="31781"/>
                  </a:cubicBezTo>
                  <a:cubicBezTo>
                    <a:pt x="844855" y="22827"/>
                    <a:pt x="854952" y="11588"/>
                    <a:pt x="867620" y="3968"/>
                  </a:cubicBezTo>
                  <a:cubicBezTo>
                    <a:pt x="894385" y="-10034"/>
                    <a:pt x="913435" y="15588"/>
                    <a:pt x="914007" y="40829"/>
                  </a:cubicBezTo>
                  <a:cubicBezTo>
                    <a:pt x="916959" y="159892"/>
                    <a:pt x="974300" y="266762"/>
                    <a:pt x="995636" y="382110"/>
                  </a:cubicBezTo>
                  <a:close/>
                </a:path>
              </a:pathLst>
            </a:custGeom>
            <a:solidFill>
              <a:srgbClr val="3D5107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="" xmlns:a16="http://schemas.microsoft.com/office/drawing/2014/main" id="{1B4A3E7F-E054-9E0D-4DE8-17C3D506E4DE}"/>
                </a:ext>
              </a:extLst>
            </p:cNvPr>
            <p:cNvSpPr/>
            <p:nvPr/>
          </p:nvSpPr>
          <p:spPr>
            <a:xfrm>
              <a:off x="8337705" y="1490362"/>
              <a:ext cx="854062" cy="2500683"/>
            </a:xfrm>
            <a:custGeom>
              <a:avLst/>
              <a:gdLst>
                <a:gd name="connsiteX0" fmla="*/ 845633 w 854062"/>
                <a:gd name="connsiteY0" fmla="*/ 1790333 h 2500683"/>
                <a:gd name="connsiteX1" fmla="*/ 850681 w 854062"/>
                <a:gd name="connsiteY1" fmla="*/ 2174095 h 2500683"/>
                <a:gd name="connsiteX2" fmla="*/ 831155 w 854062"/>
                <a:gd name="connsiteY2" fmla="*/ 2391456 h 2500683"/>
                <a:gd name="connsiteX3" fmla="*/ 803342 w 854062"/>
                <a:gd name="connsiteY3" fmla="*/ 2496421 h 2500683"/>
                <a:gd name="connsiteX4" fmla="*/ 796294 w 854062"/>
                <a:gd name="connsiteY4" fmla="*/ 2500422 h 2500683"/>
                <a:gd name="connsiteX5" fmla="*/ 786673 w 854062"/>
                <a:gd name="connsiteY5" fmla="*/ 2361071 h 2500683"/>
                <a:gd name="connsiteX6" fmla="*/ 785340 w 854062"/>
                <a:gd name="connsiteY6" fmla="*/ 1910253 h 2500683"/>
                <a:gd name="connsiteX7" fmla="*/ 708378 w 854062"/>
                <a:gd name="connsiteY7" fmla="*/ 1453624 h 2500683"/>
                <a:gd name="connsiteX8" fmla="*/ 551596 w 854062"/>
                <a:gd name="connsiteY8" fmla="*/ 1059194 h 2500683"/>
                <a:gd name="connsiteX9" fmla="*/ 507496 w 854062"/>
                <a:gd name="connsiteY9" fmla="*/ 1004330 h 2500683"/>
                <a:gd name="connsiteX10" fmla="*/ 468157 w 854062"/>
                <a:gd name="connsiteY10" fmla="*/ 1031190 h 2500683"/>
                <a:gd name="connsiteX11" fmla="*/ 325568 w 854062"/>
                <a:gd name="connsiteY11" fmla="*/ 1032238 h 2500683"/>
                <a:gd name="connsiteX12" fmla="*/ 66678 w 854062"/>
                <a:gd name="connsiteY12" fmla="*/ 870408 h 2500683"/>
                <a:gd name="connsiteX13" fmla="*/ 3 w 854062"/>
                <a:gd name="connsiteY13" fmla="*/ 565132 h 2500683"/>
                <a:gd name="connsiteX14" fmla="*/ 124019 w 854062"/>
                <a:gd name="connsiteY14" fmla="*/ 175845 h 2500683"/>
                <a:gd name="connsiteX15" fmla="*/ 324806 w 854062"/>
                <a:gd name="connsiteY15" fmla="*/ 49734 h 2500683"/>
                <a:gd name="connsiteX16" fmla="*/ 421866 w 854062"/>
                <a:gd name="connsiteY16" fmla="*/ 243378 h 2500683"/>
                <a:gd name="connsiteX17" fmla="*/ 574361 w 854062"/>
                <a:gd name="connsiteY17" fmla="*/ 499981 h 2500683"/>
                <a:gd name="connsiteX18" fmla="*/ 509019 w 854062"/>
                <a:gd name="connsiteY18" fmla="*/ 886220 h 2500683"/>
                <a:gd name="connsiteX19" fmla="*/ 597983 w 854062"/>
                <a:gd name="connsiteY19" fmla="*/ 1000329 h 2500683"/>
                <a:gd name="connsiteX20" fmla="*/ 776005 w 854062"/>
                <a:gd name="connsiteY20" fmla="*/ 1431431 h 2500683"/>
                <a:gd name="connsiteX21" fmla="*/ 845442 w 854062"/>
                <a:gd name="connsiteY21" fmla="*/ 1790238 h 2500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54062" h="2500683">
                  <a:moveTo>
                    <a:pt x="845633" y="1790333"/>
                  </a:moveTo>
                  <a:cubicBezTo>
                    <a:pt x="855539" y="1917968"/>
                    <a:pt x="856015" y="2046270"/>
                    <a:pt x="850681" y="2174095"/>
                  </a:cubicBezTo>
                  <a:cubicBezTo>
                    <a:pt x="847824" y="2246771"/>
                    <a:pt x="842300" y="2319542"/>
                    <a:pt x="831155" y="2391456"/>
                  </a:cubicBezTo>
                  <a:cubicBezTo>
                    <a:pt x="824487" y="2426889"/>
                    <a:pt x="819630" y="2464036"/>
                    <a:pt x="803342" y="2496421"/>
                  </a:cubicBezTo>
                  <a:cubicBezTo>
                    <a:pt x="801818" y="2498803"/>
                    <a:pt x="799246" y="2500612"/>
                    <a:pt x="796294" y="2500422"/>
                  </a:cubicBezTo>
                  <a:cubicBezTo>
                    <a:pt x="777529" y="2507280"/>
                    <a:pt x="788578" y="2376978"/>
                    <a:pt x="786673" y="2361071"/>
                  </a:cubicBezTo>
                  <a:cubicBezTo>
                    <a:pt x="789912" y="2210862"/>
                    <a:pt x="795246" y="2060367"/>
                    <a:pt x="785340" y="1910253"/>
                  </a:cubicBezTo>
                  <a:cubicBezTo>
                    <a:pt x="777529" y="1755662"/>
                    <a:pt x="747621" y="1603072"/>
                    <a:pt x="708378" y="1453624"/>
                  </a:cubicBezTo>
                  <a:cubicBezTo>
                    <a:pt x="674278" y="1315893"/>
                    <a:pt x="626463" y="1180352"/>
                    <a:pt x="551596" y="1059194"/>
                  </a:cubicBezTo>
                  <a:cubicBezTo>
                    <a:pt x="537880" y="1040144"/>
                    <a:pt x="522735" y="1022237"/>
                    <a:pt x="507496" y="1004330"/>
                  </a:cubicBezTo>
                  <a:cubicBezTo>
                    <a:pt x="501114" y="1019951"/>
                    <a:pt x="485778" y="1031667"/>
                    <a:pt x="468157" y="1031190"/>
                  </a:cubicBezTo>
                  <a:cubicBezTo>
                    <a:pt x="420532" y="1029000"/>
                    <a:pt x="373098" y="1030524"/>
                    <a:pt x="325568" y="1032238"/>
                  </a:cubicBezTo>
                  <a:cubicBezTo>
                    <a:pt x="206982" y="1038144"/>
                    <a:pt x="120114" y="972326"/>
                    <a:pt x="66678" y="870408"/>
                  </a:cubicBezTo>
                  <a:cubicBezTo>
                    <a:pt x="13815" y="778397"/>
                    <a:pt x="194" y="669717"/>
                    <a:pt x="3" y="565132"/>
                  </a:cubicBezTo>
                  <a:cubicBezTo>
                    <a:pt x="-473" y="425781"/>
                    <a:pt x="50676" y="292622"/>
                    <a:pt x="124019" y="175845"/>
                  </a:cubicBezTo>
                  <a:cubicBezTo>
                    <a:pt x="164405" y="113266"/>
                    <a:pt x="251464" y="-93998"/>
                    <a:pt x="324806" y="49734"/>
                  </a:cubicBezTo>
                  <a:cubicBezTo>
                    <a:pt x="356143" y="114695"/>
                    <a:pt x="382813" y="182322"/>
                    <a:pt x="421866" y="243378"/>
                  </a:cubicBezTo>
                  <a:cubicBezTo>
                    <a:pt x="478444" y="325007"/>
                    <a:pt x="558073" y="397397"/>
                    <a:pt x="574361" y="499981"/>
                  </a:cubicBezTo>
                  <a:cubicBezTo>
                    <a:pt x="594650" y="602851"/>
                    <a:pt x="557407" y="774492"/>
                    <a:pt x="509019" y="886220"/>
                  </a:cubicBezTo>
                  <a:cubicBezTo>
                    <a:pt x="541214" y="922129"/>
                    <a:pt x="568646" y="962134"/>
                    <a:pt x="597983" y="1000329"/>
                  </a:cubicBezTo>
                  <a:cubicBezTo>
                    <a:pt x="683517" y="1131203"/>
                    <a:pt x="738668" y="1280460"/>
                    <a:pt x="776005" y="1431431"/>
                  </a:cubicBezTo>
                  <a:cubicBezTo>
                    <a:pt x="805723" y="1549446"/>
                    <a:pt x="833346" y="1668985"/>
                    <a:pt x="845442" y="1790238"/>
                  </a:cubicBezTo>
                  <a:close/>
                </a:path>
              </a:pathLst>
            </a:custGeom>
            <a:solidFill>
              <a:srgbClr val="3D5107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="" xmlns:a16="http://schemas.microsoft.com/office/drawing/2014/main" id="{7F24D7F1-3B93-4C33-ACB2-312A4D8027EE}"/>
                </a:ext>
              </a:extLst>
            </p:cNvPr>
            <p:cNvSpPr/>
            <p:nvPr/>
          </p:nvSpPr>
          <p:spPr>
            <a:xfrm>
              <a:off x="8940891" y="1286044"/>
              <a:ext cx="670974" cy="2791240"/>
            </a:xfrm>
            <a:custGeom>
              <a:avLst/>
              <a:gdLst>
                <a:gd name="connsiteX0" fmla="*/ 667643 w 670974"/>
                <a:gd name="connsiteY0" fmla="*/ 769355 h 2791240"/>
                <a:gd name="connsiteX1" fmla="*/ 448854 w 670974"/>
                <a:gd name="connsiteY1" fmla="*/ 949949 h 2791240"/>
                <a:gd name="connsiteX2" fmla="*/ 453807 w 670974"/>
                <a:gd name="connsiteY2" fmla="*/ 968809 h 2791240"/>
                <a:gd name="connsiteX3" fmla="*/ 476095 w 670974"/>
                <a:gd name="connsiteY3" fmla="*/ 1172549 h 2791240"/>
                <a:gd name="connsiteX4" fmla="*/ 507433 w 670974"/>
                <a:gd name="connsiteY4" fmla="*/ 1826059 h 2791240"/>
                <a:gd name="connsiteX5" fmla="*/ 436185 w 670974"/>
                <a:gd name="connsiteY5" fmla="*/ 2470140 h 2791240"/>
                <a:gd name="connsiteX6" fmla="*/ 395228 w 670974"/>
                <a:gd name="connsiteY6" fmla="*/ 2726362 h 2791240"/>
                <a:gd name="connsiteX7" fmla="*/ 357604 w 670974"/>
                <a:gd name="connsiteY7" fmla="*/ 2791132 h 2791240"/>
                <a:gd name="connsiteX8" fmla="*/ 335697 w 670974"/>
                <a:gd name="connsiteY8" fmla="*/ 2762271 h 2791240"/>
                <a:gd name="connsiteX9" fmla="*/ 361129 w 670974"/>
                <a:gd name="connsiteY9" fmla="*/ 2631207 h 2791240"/>
                <a:gd name="connsiteX10" fmla="*/ 438281 w 670974"/>
                <a:gd name="connsiteY10" fmla="*/ 2037133 h 2791240"/>
                <a:gd name="connsiteX11" fmla="*/ 415421 w 670974"/>
                <a:gd name="connsiteY11" fmla="*/ 1012624 h 2791240"/>
                <a:gd name="connsiteX12" fmla="*/ 416945 w 670974"/>
                <a:gd name="connsiteY12" fmla="*/ 1006909 h 2791240"/>
                <a:gd name="connsiteX13" fmla="*/ 415040 w 670974"/>
                <a:gd name="connsiteY13" fmla="*/ 976048 h 2791240"/>
                <a:gd name="connsiteX14" fmla="*/ 415040 w 670974"/>
                <a:gd name="connsiteY14" fmla="*/ 958236 h 2791240"/>
                <a:gd name="connsiteX15" fmla="*/ 413707 w 670974"/>
                <a:gd name="connsiteY15" fmla="*/ 958427 h 2791240"/>
                <a:gd name="connsiteX16" fmla="*/ 395228 w 670974"/>
                <a:gd name="connsiteY16" fmla="*/ 961951 h 2791240"/>
                <a:gd name="connsiteX17" fmla="*/ 273499 w 670974"/>
                <a:gd name="connsiteY17" fmla="*/ 967190 h 2791240"/>
                <a:gd name="connsiteX18" fmla="*/ 163866 w 670974"/>
                <a:gd name="connsiteY18" fmla="*/ 934805 h 2791240"/>
                <a:gd name="connsiteX19" fmla="*/ 30421 w 670974"/>
                <a:gd name="connsiteY19" fmla="*/ 773451 h 2791240"/>
                <a:gd name="connsiteX20" fmla="*/ 9656 w 670974"/>
                <a:gd name="connsiteY20" fmla="*/ 573807 h 2791240"/>
                <a:gd name="connsiteX21" fmla="*/ 124052 w 670974"/>
                <a:gd name="connsiteY21" fmla="*/ 335111 h 2791240"/>
                <a:gd name="connsiteX22" fmla="*/ 180059 w 670974"/>
                <a:gd name="connsiteY22" fmla="*/ 20595 h 2791240"/>
                <a:gd name="connsiteX23" fmla="*/ 187107 w 670974"/>
                <a:gd name="connsiteY23" fmla="*/ 10022 h 2791240"/>
                <a:gd name="connsiteX24" fmla="*/ 201490 w 670974"/>
                <a:gd name="connsiteY24" fmla="*/ 1640 h 2791240"/>
                <a:gd name="connsiteX25" fmla="*/ 239208 w 670974"/>
                <a:gd name="connsiteY25" fmla="*/ 12213 h 2791240"/>
                <a:gd name="connsiteX26" fmla="*/ 290644 w 670974"/>
                <a:gd name="connsiteY26" fmla="*/ 91175 h 2791240"/>
                <a:gd name="connsiteX27" fmla="*/ 412373 w 670974"/>
                <a:gd name="connsiteY27" fmla="*/ 182615 h 2791240"/>
                <a:gd name="connsiteX28" fmla="*/ 527721 w 670974"/>
                <a:gd name="connsiteY28" fmla="*/ 347398 h 2791240"/>
                <a:gd name="connsiteX29" fmla="*/ 561344 w 670974"/>
                <a:gd name="connsiteY29" fmla="*/ 488844 h 2791240"/>
                <a:gd name="connsiteX30" fmla="*/ 667643 w 670974"/>
                <a:gd name="connsiteY30" fmla="*/ 769641 h 2791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70974" h="2791240">
                  <a:moveTo>
                    <a:pt x="667643" y="769355"/>
                  </a:moveTo>
                  <a:cubicBezTo>
                    <a:pt x="644402" y="862796"/>
                    <a:pt x="549914" y="922041"/>
                    <a:pt x="448854" y="949949"/>
                  </a:cubicBezTo>
                  <a:cubicBezTo>
                    <a:pt x="451235" y="957474"/>
                    <a:pt x="452854" y="964618"/>
                    <a:pt x="453807" y="968809"/>
                  </a:cubicBezTo>
                  <a:cubicBezTo>
                    <a:pt x="467618" y="1035865"/>
                    <a:pt x="470476" y="1104540"/>
                    <a:pt x="476095" y="1172549"/>
                  </a:cubicBezTo>
                  <a:cubicBezTo>
                    <a:pt x="492478" y="1390004"/>
                    <a:pt x="509909" y="1607746"/>
                    <a:pt x="507433" y="1826059"/>
                  </a:cubicBezTo>
                  <a:cubicBezTo>
                    <a:pt x="505147" y="2042562"/>
                    <a:pt x="471047" y="2256875"/>
                    <a:pt x="436185" y="2470140"/>
                  </a:cubicBezTo>
                  <a:cubicBezTo>
                    <a:pt x="422089" y="2555388"/>
                    <a:pt x="410945" y="2641304"/>
                    <a:pt x="395228" y="2726362"/>
                  </a:cubicBezTo>
                  <a:cubicBezTo>
                    <a:pt x="388084" y="2750175"/>
                    <a:pt x="392657" y="2793704"/>
                    <a:pt x="357604" y="2791132"/>
                  </a:cubicBezTo>
                  <a:cubicBezTo>
                    <a:pt x="344270" y="2789322"/>
                    <a:pt x="332935" y="2775892"/>
                    <a:pt x="335697" y="2762271"/>
                  </a:cubicBezTo>
                  <a:cubicBezTo>
                    <a:pt x="343983" y="2718552"/>
                    <a:pt x="351794" y="2674832"/>
                    <a:pt x="361129" y="2631207"/>
                  </a:cubicBezTo>
                  <a:cubicBezTo>
                    <a:pt x="401515" y="2435373"/>
                    <a:pt x="422089" y="2236206"/>
                    <a:pt x="438281" y="2037133"/>
                  </a:cubicBezTo>
                  <a:cubicBezTo>
                    <a:pt x="461522" y="1695471"/>
                    <a:pt x="416469" y="1354191"/>
                    <a:pt x="415421" y="1012624"/>
                  </a:cubicBezTo>
                  <a:cubicBezTo>
                    <a:pt x="416469" y="1011100"/>
                    <a:pt x="417041" y="1009195"/>
                    <a:pt x="416945" y="1006909"/>
                  </a:cubicBezTo>
                  <a:cubicBezTo>
                    <a:pt x="416469" y="996527"/>
                    <a:pt x="415802" y="986335"/>
                    <a:pt x="415040" y="976048"/>
                  </a:cubicBezTo>
                  <a:cubicBezTo>
                    <a:pt x="414945" y="970143"/>
                    <a:pt x="414850" y="964142"/>
                    <a:pt x="415040" y="958236"/>
                  </a:cubicBezTo>
                  <a:cubicBezTo>
                    <a:pt x="414564" y="958331"/>
                    <a:pt x="414088" y="958427"/>
                    <a:pt x="413707" y="958427"/>
                  </a:cubicBezTo>
                  <a:cubicBezTo>
                    <a:pt x="407610" y="959760"/>
                    <a:pt x="401324" y="960903"/>
                    <a:pt x="395228" y="961951"/>
                  </a:cubicBezTo>
                  <a:cubicBezTo>
                    <a:pt x="352080" y="969190"/>
                    <a:pt x="309789" y="970904"/>
                    <a:pt x="273499" y="967190"/>
                  </a:cubicBezTo>
                  <a:cubicBezTo>
                    <a:pt x="235303" y="963284"/>
                    <a:pt x="195775" y="957760"/>
                    <a:pt x="163866" y="934805"/>
                  </a:cubicBezTo>
                  <a:cubicBezTo>
                    <a:pt x="111955" y="895276"/>
                    <a:pt x="61377" y="830697"/>
                    <a:pt x="30421" y="773451"/>
                  </a:cubicBezTo>
                  <a:cubicBezTo>
                    <a:pt x="-2536" y="712682"/>
                    <a:pt x="-7489" y="640101"/>
                    <a:pt x="9656" y="573807"/>
                  </a:cubicBezTo>
                  <a:cubicBezTo>
                    <a:pt x="32040" y="487415"/>
                    <a:pt x="96048" y="419312"/>
                    <a:pt x="124052" y="335111"/>
                  </a:cubicBezTo>
                  <a:cubicBezTo>
                    <a:pt x="157675" y="233384"/>
                    <a:pt x="159294" y="124703"/>
                    <a:pt x="180059" y="20595"/>
                  </a:cubicBezTo>
                  <a:cubicBezTo>
                    <a:pt x="181678" y="16404"/>
                    <a:pt x="184059" y="12880"/>
                    <a:pt x="187107" y="10022"/>
                  </a:cubicBezTo>
                  <a:cubicBezTo>
                    <a:pt x="191107" y="5927"/>
                    <a:pt x="196061" y="3069"/>
                    <a:pt x="201490" y="1640"/>
                  </a:cubicBezTo>
                  <a:cubicBezTo>
                    <a:pt x="214634" y="-2360"/>
                    <a:pt x="230065" y="878"/>
                    <a:pt x="239208" y="12213"/>
                  </a:cubicBezTo>
                  <a:cubicBezTo>
                    <a:pt x="257687" y="37550"/>
                    <a:pt x="269308" y="67649"/>
                    <a:pt x="290644" y="91175"/>
                  </a:cubicBezTo>
                  <a:cubicBezTo>
                    <a:pt x="324457" y="130037"/>
                    <a:pt x="371035" y="153278"/>
                    <a:pt x="412373" y="182615"/>
                  </a:cubicBezTo>
                  <a:cubicBezTo>
                    <a:pt x="468666" y="222049"/>
                    <a:pt x="514957" y="278627"/>
                    <a:pt x="527721" y="347398"/>
                  </a:cubicBezTo>
                  <a:cubicBezTo>
                    <a:pt x="538294" y="394737"/>
                    <a:pt x="538579" y="444839"/>
                    <a:pt x="561344" y="488844"/>
                  </a:cubicBezTo>
                  <a:cubicBezTo>
                    <a:pt x="604016" y="577617"/>
                    <a:pt x="688789" y="664199"/>
                    <a:pt x="667643" y="769641"/>
                  </a:cubicBezTo>
                  <a:close/>
                </a:path>
              </a:pathLst>
            </a:custGeom>
            <a:solidFill>
              <a:srgbClr val="4D671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="" xmlns:a16="http://schemas.microsoft.com/office/drawing/2014/main" id="{029829FD-F49E-A86E-1F12-B9AE0C27E97E}"/>
                </a:ext>
              </a:extLst>
            </p:cNvPr>
            <p:cNvSpPr/>
            <p:nvPr/>
          </p:nvSpPr>
          <p:spPr>
            <a:xfrm>
              <a:off x="9553376" y="1368909"/>
              <a:ext cx="1680921" cy="2726594"/>
            </a:xfrm>
            <a:custGeom>
              <a:avLst/>
              <a:gdLst>
                <a:gd name="connsiteX0" fmla="*/ 1680884 w 1680921"/>
                <a:gd name="connsiteY0" fmla="*/ 1310377 h 2726594"/>
                <a:gd name="connsiteX1" fmla="*/ 1677741 w 1680921"/>
                <a:gd name="connsiteY1" fmla="*/ 1329427 h 2726594"/>
                <a:gd name="connsiteX2" fmla="*/ 1674027 w 1680921"/>
                <a:gd name="connsiteY2" fmla="*/ 1338952 h 2726594"/>
                <a:gd name="connsiteX3" fmla="*/ 1666121 w 1680921"/>
                <a:gd name="connsiteY3" fmla="*/ 1351144 h 2726594"/>
                <a:gd name="connsiteX4" fmla="*/ 1657930 w 1680921"/>
                <a:gd name="connsiteY4" fmla="*/ 1359050 h 2726594"/>
                <a:gd name="connsiteX5" fmla="*/ 1515435 w 1680921"/>
                <a:gd name="connsiteY5" fmla="*/ 1353526 h 2726594"/>
                <a:gd name="connsiteX6" fmla="*/ 1334937 w 1680921"/>
                <a:gd name="connsiteY6" fmla="*/ 1335238 h 2726594"/>
                <a:gd name="connsiteX7" fmla="*/ 1011563 w 1680921"/>
                <a:gd name="connsiteY7" fmla="*/ 1301805 h 2726594"/>
                <a:gd name="connsiteX8" fmla="*/ 901168 w 1680921"/>
                <a:gd name="connsiteY8" fmla="*/ 1210651 h 2726594"/>
                <a:gd name="connsiteX9" fmla="*/ 634563 w 1680921"/>
                <a:gd name="connsiteY9" fmla="*/ 1490590 h 2726594"/>
                <a:gd name="connsiteX10" fmla="*/ 537123 w 1680921"/>
                <a:gd name="connsiteY10" fmla="*/ 1624988 h 2726594"/>
                <a:gd name="connsiteX11" fmla="*/ 378341 w 1680921"/>
                <a:gd name="connsiteY11" fmla="*/ 1883592 h 2726594"/>
                <a:gd name="connsiteX12" fmla="*/ 366530 w 1680921"/>
                <a:gd name="connsiteY12" fmla="*/ 1908452 h 2726594"/>
                <a:gd name="connsiteX13" fmla="*/ 300617 w 1680921"/>
                <a:gd name="connsiteY13" fmla="*/ 2060852 h 2726594"/>
                <a:gd name="connsiteX14" fmla="*/ 132310 w 1680921"/>
                <a:gd name="connsiteY14" fmla="*/ 2581584 h 2726594"/>
                <a:gd name="connsiteX15" fmla="*/ 122690 w 1680921"/>
                <a:gd name="connsiteY15" fmla="*/ 2643592 h 2726594"/>
                <a:gd name="connsiteX16" fmla="*/ 106212 w 1680921"/>
                <a:gd name="connsiteY16" fmla="*/ 2662642 h 2726594"/>
                <a:gd name="connsiteX17" fmla="*/ 78684 w 1680921"/>
                <a:gd name="connsiteY17" fmla="*/ 2630352 h 2726594"/>
                <a:gd name="connsiteX18" fmla="*/ 81828 w 1680921"/>
                <a:gd name="connsiteY18" fmla="*/ 2700361 h 2726594"/>
                <a:gd name="connsiteX19" fmla="*/ 59158 w 1680921"/>
                <a:gd name="connsiteY19" fmla="*/ 2726364 h 2726594"/>
                <a:gd name="connsiteX20" fmla="*/ 29631 w 1680921"/>
                <a:gd name="connsiteY20" fmla="*/ 2703885 h 2726594"/>
                <a:gd name="connsiteX21" fmla="*/ 7628 w 1680921"/>
                <a:gd name="connsiteY21" fmla="*/ 2136004 h 2726594"/>
                <a:gd name="connsiteX22" fmla="*/ 7628 w 1680921"/>
                <a:gd name="connsiteY22" fmla="*/ 2135814 h 2726594"/>
                <a:gd name="connsiteX23" fmla="*/ 90495 w 1680921"/>
                <a:gd name="connsiteY23" fmla="*/ 1604033 h 2726594"/>
                <a:gd name="connsiteX24" fmla="*/ 160885 w 1680921"/>
                <a:gd name="connsiteY24" fmla="*/ 1375052 h 2726594"/>
                <a:gd name="connsiteX25" fmla="*/ 160885 w 1680921"/>
                <a:gd name="connsiteY25" fmla="*/ 1375052 h 2726594"/>
                <a:gd name="connsiteX26" fmla="*/ 200795 w 1680921"/>
                <a:gd name="connsiteY26" fmla="*/ 1266848 h 2726594"/>
                <a:gd name="connsiteX27" fmla="*/ 210987 w 1680921"/>
                <a:gd name="connsiteY27" fmla="*/ 1239702 h 2726594"/>
                <a:gd name="connsiteX28" fmla="*/ 220512 w 1680921"/>
                <a:gd name="connsiteY28" fmla="*/ 1213699 h 2726594"/>
                <a:gd name="connsiteX29" fmla="*/ 231656 w 1680921"/>
                <a:gd name="connsiteY29" fmla="*/ 1183600 h 2726594"/>
                <a:gd name="connsiteX30" fmla="*/ 243657 w 1680921"/>
                <a:gd name="connsiteY30" fmla="*/ 1151596 h 2726594"/>
                <a:gd name="connsiteX31" fmla="*/ 245658 w 1680921"/>
                <a:gd name="connsiteY31" fmla="*/ 1146166 h 2726594"/>
                <a:gd name="connsiteX32" fmla="*/ 245658 w 1680921"/>
                <a:gd name="connsiteY32" fmla="*/ 1146166 h 2726594"/>
                <a:gd name="connsiteX33" fmla="*/ 245753 w 1680921"/>
                <a:gd name="connsiteY33" fmla="*/ 1145785 h 2726594"/>
                <a:gd name="connsiteX34" fmla="*/ 336812 w 1680921"/>
                <a:gd name="connsiteY34" fmla="*/ 946713 h 2726594"/>
                <a:gd name="connsiteX35" fmla="*/ 242800 w 1680921"/>
                <a:gd name="connsiteY35" fmla="*/ 712207 h 2726594"/>
                <a:gd name="connsiteX36" fmla="*/ 242800 w 1680921"/>
                <a:gd name="connsiteY36" fmla="*/ 712207 h 2726594"/>
                <a:gd name="connsiteX37" fmla="*/ 353957 w 1680921"/>
                <a:gd name="connsiteY37" fmla="*/ 398168 h 2726594"/>
                <a:gd name="connsiteX38" fmla="*/ 585224 w 1680921"/>
                <a:gd name="connsiteY38" fmla="*/ 252436 h 2726594"/>
                <a:gd name="connsiteX39" fmla="*/ 724479 w 1680921"/>
                <a:gd name="connsiteY39" fmla="*/ 152042 h 2726594"/>
                <a:gd name="connsiteX40" fmla="*/ 858306 w 1680921"/>
                <a:gd name="connsiteY40" fmla="*/ 34599 h 2726594"/>
                <a:gd name="connsiteX41" fmla="*/ 891929 w 1680921"/>
                <a:gd name="connsiteY41" fmla="*/ 5262 h 2726594"/>
                <a:gd name="connsiteX42" fmla="*/ 938030 w 1680921"/>
                <a:gd name="connsiteY42" fmla="*/ 9262 h 2726594"/>
                <a:gd name="connsiteX43" fmla="*/ 952222 w 1680921"/>
                <a:gd name="connsiteY43" fmla="*/ 33646 h 2726594"/>
                <a:gd name="connsiteX44" fmla="*/ 952318 w 1680921"/>
                <a:gd name="connsiteY44" fmla="*/ 34313 h 2726594"/>
                <a:gd name="connsiteX45" fmla="*/ 945745 w 1680921"/>
                <a:gd name="connsiteY45" fmla="*/ 86034 h 2726594"/>
                <a:gd name="connsiteX46" fmla="*/ 947650 w 1680921"/>
                <a:gd name="connsiteY46" fmla="*/ 205382 h 2726594"/>
                <a:gd name="connsiteX47" fmla="*/ 1015659 w 1680921"/>
                <a:gd name="connsiteY47" fmla="*/ 507801 h 2726594"/>
                <a:gd name="connsiteX48" fmla="*/ 982988 w 1680921"/>
                <a:gd name="connsiteY48" fmla="*/ 604765 h 2726594"/>
                <a:gd name="connsiteX49" fmla="*/ 906216 w 1680921"/>
                <a:gd name="connsiteY49" fmla="*/ 793456 h 2726594"/>
                <a:gd name="connsiteX50" fmla="*/ 654851 w 1680921"/>
                <a:gd name="connsiteY50" fmla="*/ 982432 h 2726594"/>
                <a:gd name="connsiteX51" fmla="*/ 581890 w 1680921"/>
                <a:gd name="connsiteY51" fmla="*/ 989575 h 2726594"/>
                <a:gd name="connsiteX52" fmla="*/ 500452 w 1680921"/>
                <a:gd name="connsiteY52" fmla="*/ 985480 h 2726594"/>
                <a:gd name="connsiteX53" fmla="*/ 412059 w 1680921"/>
                <a:gd name="connsiteY53" fmla="*/ 974050 h 2726594"/>
                <a:gd name="connsiteX54" fmla="*/ 389771 w 1680921"/>
                <a:gd name="connsiteY54" fmla="*/ 1004244 h 2726594"/>
                <a:gd name="connsiteX55" fmla="*/ 337574 w 1680921"/>
                <a:gd name="connsiteY55" fmla="*/ 1136070 h 2726594"/>
                <a:gd name="connsiteX56" fmla="*/ 324429 w 1680921"/>
                <a:gd name="connsiteY56" fmla="*/ 1167883 h 2726594"/>
                <a:gd name="connsiteX57" fmla="*/ 321858 w 1680921"/>
                <a:gd name="connsiteY57" fmla="*/ 1173979 h 2726594"/>
                <a:gd name="connsiteX58" fmla="*/ 306141 w 1680921"/>
                <a:gd name="connsiteY58" fmla="*/ 1211794 h 2726594"/>
                <a:gd name="connsiteX59" fmla="*/ 281281 w 1680921"/>
                <a:gd name="connsiteY59" fmla="*/ 1273135 h 2726594"/>
                <a:gd name="connsiteX60" fmla="*/ 270803 w 1680921"/>
                <a:gd name="connsiteY60" fmla="*/ 1299138 h 2726594"/>
                <a:gd name="connsiteX61" fmla="*/ 248515 w 1680921"/>
                <a:gd name="connsiteY61" fmla="*/ 1356574 h 2726594"/>
                <a:gd name="connsiteX62" fmla="*/ 170410 w 1680921"/>
                <a:gd name="connsiteY62" fmla="*/ 1596413 h 2726594"/>
                <a:gd name="connsiteX63" fmla="*/ 170410 w 1680921"/>
                <a:gd name="connsiteY63" fmla="*/ 1596604 h 2726594"/>
                <a:gd name="connsiteX64" fmla="*/ 165267 w 1680921"/>
                <a:gd name="connsiteY64" fmla="*/ 1616511 h 2726594"/>
                <a:gd name="connsiteX65" fmla="*/ 138502 w 1680921"/>
                <a:gd name="connsiteY65" fmla="*/ 1733192 h 2726594"/>
                <a:gd name="connsiteX66" fmla="*/ 138502 w 1680921"/>
                <a:gd name="connsiteY66" fmla="*/ 1733192 h 2726594"/>
                <a:gd name="connsiteX67" fmla="*/ 99449 w 1680921"/>
                <a:gd name="connsiteY67" fmla="*/ 1947028 h 2726594"/>
                <a:gd name="connsiteX68" fmla="*/ 93543 w 1680921"/>
                <a:gd name="connsiteY68" fmla="*/ 1998940 h 2726594"/>
                <a:gd name="connsiteX69" fmla="*/ 76970 w 1680921"/>
                <a:gd name="connsiteY69" fmla="*/ 2610635 h 2726594"/>
                <a:gd name="connsiteX70" fmla="*/ 77351 w 1680921"/>
                <a:gd name="connsiteY70" fmla="*/ 2615112 h 2726594"/>
                <a:gd name="connsiteX71" fmla="*/ 204224 w 1680921"/>
                <a:gd name="connsiteY71" fmla="*/ 2100286 h 2726594"/>
                <a:gd name="connsiteX72" fmla="*/ 279757 w 1680921"/>
                <a:gd name="connsiteY72" fmla="*/ 1922644 h 2726594"/>
                <a:gd name="connsiteX73" fmla="*/ 324811 w 1680921"/>
                <a:gd name="connsiteY73" fmla="*/ 1831204 h 2726594"/>
                <a:gd name="connsiteX74" fmla="*/ 477211 w 1680921"/>
                <a:gd name="connsiteY74" fmla="*/ 1587841 h 2726594"/>
                <a:gd name="connsiteX75" fmla="*/ 618085 w 1680921"/>
                <a:gd name="connsiteY75" fmla="*/ 1397341 h 2726594"/>
                <a:gd name="connsiteX76" fmla="*/ 618085 w 1680921"/>
                <a:gd name="connsiteY76" fmla="*/ 1397341 h 2726594"/>
                <a:gd name="connsiteX77" fmla="*/ 869641 w 1680921"/>
                <a:gd name="connsiteY77" fmla="*/ 1144833 h 2726594"/>
                <a:gd name="connsiteX78" fmla="*/ 863068 w 1680921"/>
                <a:gd name="connsiteY78" fmla="*/ 1136546 h 2726594"/>
                <a:gd name="connsiteX79" fmla="*/ 854876 w 1680921"/>
                <a:gd name="connsiteY79" fmla="*/ 1122259 h 2726594"/>
                <a:gd name="connsiteX80" fmla="*/ 854876 w 1680921"/>
                <a:gd name="connsiteY80" fmla="*/ 1122259 h 2726594"/>
                <a:gd name="connsiteX81" fmla="*/ 848971 w 1680921"/>
                <a:gd name="connsiteY81" fmla="*/ 1104161 h 2726594"/>
                <a:gd name="connsiteX82" fmla="*/ 846114 w 1680921"/>
                <a:gd name="connsiteY82" fmla="*/ 1076539 h 2726594"/>
                <a:gd name="connsiteX83" fmla="*/ 858306 w 1680921"/>
                <a:gd name="connsiteY83" fmla="*/ 1006530 h 2726594"/>
                <a:gd name="connsiteX84" fmla="*/ 1028898 w 1680921"/>
                <a:gd name="connsiteY84" fmla="*/ 786121 h 2726594"/>
                <a:gd name="connsiteX85" fmla="*/ 1191205 w 1680921"/>
                <a:gd name="connsiteY85" fmla="*/ 766500 h 2726594"/>
                <a:gd name="connsiteX86" fmla="*/ 1348272 w 1680921"/>
                <a:gd name="connsiteY86" fmla="*/ 886896 h 2726594"/>
                <a:gd name="connsiteX87" fmla="*/ 1541249 w 1680921"/>
                <a:gd name="connsiteY87" fmla="*/ 996529 h 2726594"/>
                <a:gd name="connsiteX88" fmla="*/ 1628687 w 1680921"/>
                <a:gd name="connsiteY88" fmla="*/ 1181409 h 2726594"/>
                <a:gd name="connsiteX89" fmla="*/ 1673360 w 1680921"/>
                <a:gd name="connsiteY89" fmla="*/ 1276468 h 2726594"/>
                <a:gd name="connsiteX90" fmla="*/ 1680884 w 1680921"/>
                <a:gd name="connsiteY90" fmla="*/ 1310187 h 2726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1680921" h="2726594">
                  <a:moveTo>
                    <a:pt x="1680884" y="1310377"/>
                  </a:moveTo>
                  <a:cubicBezTo>
                    <a:pt x="1680789" y="1316854"/>
                    <a:pt x="1679741" y="1323331"/>
                    <a:pt x="1677741" y="1329427"/>
                  </a:cubicBezTo>
                  <a:cubicBezTo>
                    <a:pt x="1676789" y="1332761"/>
                    <a:pt x="1675551" y="1335904"/>
                    <a:pt x="1674027" y="1338952"/>
                  </a:cubicBezTo>
                  <a:cubicBezTo>
                    <a:pt x="1671836" y="1343239"/>
                    <a:pt x="1669264" y="1347334"/>
                    <a:pt x="1666121" y="1351144"/>
                  </a:cubicBezTo>
                  <a:cubicBezTo>
                    <a:pt x="1663740" y="1354097"/>
                    <a:pt x="1660977" y="1356669"/>
                    <a:pt x="1657930" y="1359050"/>
                  </a:cubicBezTo>
                  <a:cubicBezTo>
                    <a:pt x="1616972" y="1388959"/>
                    <a:pt x="1559156" y="1358479"/>
                    <a:pt x="1515435" y="1353526"/>
                  </a:cubicBezTo>
                  <a:cubicBezTo>
                    <a:pt x="1456285" y="1340953"/>
                    <a:pt x="1395611" y="1332380"/>
                    <a:pt x="1334937" y="1335238"/>
                  </a:cubicBezTo>
                  <a:cubicBezTo>
                    <a:pt x="1227971" y="1346572"/>
                    <a:pt x="1099574" y="1385815"/>
                    <a:pt x="1011563" y="1301805"/>
                  </a:cubicBezTo>
                  <a:cubicBezTo>
                    <a:pt x="977845" y="1267324"/>
                    <a:pt x="940221" y="1238273"/>
                    <a:pt x="901168" y="1210651"/>
                  </a:cubicBezTo>
                  <a:cubicBezTo>
                    <a:pt x="803346" y="1295423"/>
                    <a:pt x="714478" y="1389340"/>
                    <a:pt x="634563" y="1490590"/>
                  </a:cubicBezTo>
                  <a:cubicBezTo>
                    <a:pt x="600464" y="1534120"/>
                    <a:pt x="567888" y="1578792"/>
                    <a:pt x="537123" y="1624988"/>
                  </a:cubicBezTo>
                  <a:cubicBezTo>
                    <a:pt x="481687" y="1709570"/>
                    <a:pt x="424823" y="1793485"/>
                    <a:pt x="378341" y="1883592"/>
                  </a:cubicBezTo>
                  <a:cubicBezTo>
                    <a:pt x="374245" y="1891879"/>
                    <a:pt x="370435" y="1900165"/>
                    <a:pt x="366530" y="1908452"/>
                  </a:cubicBezTo>
                  <a:cubicBezTo>
                    <a:pt x="343098" y="1958554"/>
                    <a:pt x="322334" y="2009893"/>
                    <a:pt x="300617" y="2060852"/>
                  </a:cubicBezTo>
                  <a:cubicBezTo>
                    <a:pt x="226417" y="2227921"/>
                    <a:pt x="154027" y="2398513"/>
                    <a:pt x="132310" y="2581584"/>
                  </a:cubicBezTo>
                  <a:cubicBezTo>
                    <a:pt x="129262" y="2602253"/>
                    <a:pt x="126024" y="2622922"/>
                    <a:pt x="122690" y="2643592"/>
                  </a:cubicBezTo>
                  <a:cubicBezTo>
                    <a:pt x="121356" y="2652640"/>
                    <a:pt x="116213" y="2661308"/>
                    <a:pt x="106212" y="2662642"/>
                  </a:cubicBezTo>
                  <a:cubicBezTo>
                    <a:pt x="88495" y="2665404"/>
                    <a:pt x="81256" y="2646259"/>
                    <a:pt x="78684" y="2630352"/>
                  </a:cubicBezTo>
                  <a:cubicBezTo>
                    <a:pt x="80303" y="2653783"/>
                    <a:pt x="80970" y="2677024"/>
                    <a:pt x="81828" y="2700361"/>
                  </a:cubicBezTo>
                  <a:cubicBezTo>
                    <a:pt x="82495" y="2713219"/>
                    <a:pt x="71445" y="2724649"/>
                    <a:pt x="59158" y="2726364"/>
                  </a:cubicBezTo>
                  <a:cubicBezTo>
                    <a:pt x="45156" y="2728269"/>
                    <a:pt x="31631" y="2718172"/>
                    <a:pt x="29631" y="2703885"/>
                  </a:cubicBezTo>
                  <a:cubicBezTo>
                    <a:pt x="-1897" y="2516147"/>
                    <a:pt x="-6565" y="2325552"/>
                    <a:pt x="7628" y="2136004"/>
                  </a:cubicBezTo>
                  <a:lnTo>
                    <a:pt x="7628" y="2135814"/>
                  </a:lnTo>
                  <a:cubicBezTo>
                    <a:pt x="20772" y="1956744"/>
                    <a:pt x="50681" y="1778436"/>
                    <a:pt x="90495" y="1604033"/>
                  </a:cubicBezTo>
                  <a:cubicBezTo>
                    <a:pt x="108974" y="1526119"/>
                    <a:pt x="133834" y="1450395"/>
                    <a:pt x="160885" y="1375052"/>
                  </a:cubicBezTo>
                  <a:lnTo>
                    <a:pt x="160885" y="1375052"/>
                  </a:lnTo>
                  <a:cubicBezTo>
                    <a:pt x="173839" y="1338857"/>
                    <a:pt x="187270" y="1302853"/>
                    <a:pt x="200795" y="1266848"/>
                  </a:cubicBezTo>
                  <a:cubicBezTo>
                    <a:pt x="204224" y="1257799"/>
                    <a:pt x="207653" y="1248751"/>
                    <a:pt x="210987" y="1239702"/>
                  </a:cubicBezTo>
                  <a:cubicBezTo>
                    <a:pt x="214130" y="1231034"/>
                    <a:pt x="217368" y="1222366"/>
                    <a:pt x="220512" y="1213699"/>
                  </a:cubicBezTo>
                  <a:cubicBezTo>
                    <a:pt x="224227" y="1203697"/>
                    <a:pt x="228036" y="1193601"/>
                    <a:pt x="231656" y="1183600"/>
                  </a:cubicBezTo>
                  <a:cubicBezTo>
                    <a:pt x="235751" y="1172932"/>
                    <a:pt x="239752" y="1162264"/>
                    <a:pt x="243657" y="1151596"/>
                  </a:cubicBezTo>
                  <a:cubicBezTo>
                    <a:pt x="244420" y="1149786"/>
                    <a:pt x="245181" y="1147976"/>
                    <a:pt x="245658" y="1146166"/>
                  </a:cubicBezTo>
                  <a:lnTo>
                    <a:pt x="245658" y="1146166"/>
                  </a:lnTo>
                  <a:cubicBezTo>
                    <a:pt x="245658" y="1146166"/>
                    <a:pt x="245753" y="1145976"/>
                    <a:pt x="245753" y="1145785"/>
                  </a:cubicBezTo>
                  <a:cubicBezTo>
                    <a:pt x="270613" y="1079301"/>
                    <a:pt x="300427" y="1007673"/>
                    <a:pt x="336812" y="946713"/>
                  </a:cubicBezTo>
                  <a:cubicBezTo>
                    <a:pt x="280805" y="882991"/>
                    <a:pt x="246325" y="801266"/>
                    <a:pt x="242800" y="712207"/>
                  </a:cubicBezTo>
                  <a:lnTo>
                    <a:pt x="242800" y="712207"/>
                  </a:lnTo>
                  <a:cubicBezTo>
                    <a:pt x="238228" y="596002"/>
                    <a:pt x="276614" y="476083"/>
                    <a:pt x="353957" y="398168"/>
                  </a:cubicBezTo>
                  <a:cubicBezTo>
                    <a:pt x="415393" y="327874"/>
                    <a:pt x="502547" y="291298"/>
                    <a:pt x="585224" y="252436"/>
                  </a:cubicBezTo>
                  <a:cubicBezTo>
                    <a:pt x="636468" y="226242"/>
                    <a:pt x="681236" y="189666"/>
                    <a:pt x="724479" y="152042"/>
                  </a:cubicBezTo>
                  <a:cubicBezTo>
                    <a:pt x="772295" y="110323"/>
                    <a:pt x="813824" y="74699"/>
                    <a:pt x="858306" y="34599"/>
                  </a:cubicBezTo>
                  <a:cubicBezTo>
                    <a:pt x="869641" y="24979"/>
                    <a:pt x="879451" y="13453"/>
                    <a:pt x="891929" y="5262"/>
                  </a:cubicBezTo>
                  <a:cubicBezTo>
                    <a:pt x="906693" y="-3501"/>
                    <a:pt x="925457" y="-739"/>
                    <a:pt x="938030" y="9262"/>
                  </a:cubicBezTo>
                  <a:cubicBezTo>
                    <a:pt x="945555" y="15168"/>
                    <a:pt x="950889" y="23550"/>
                    <a:pt x="952222" y="33646"/>
                  </a:cubicBezTo>
                  <a:cubicBezTo>
                    <a:pt x="952318" y="33837"/>
                    <a:pt x="952318" y="34123"/>
                    <a:pt x="952318" y="34313"/>
                  </a:cubicBezTo>
                  <a:cubicBezTo>
                    <a:pt x="954318" y="51649"/>
                    <a:pt x="947841" y="68794"/>
                    <a:pt x="945745" y="86034"/>
                  </a:cubicBezTo>
                  <a:cubicBezTo>
                    <a:pt x="938411" y="125658"/>
                    <a:pt x="939745" y="165949"/>
                    <a:pt x="947650" y="205382"/>
                  </a:cubicBezTo>
                  <a:cubicBezTo>
                    <a:pt x="969463" y="305680"/>
                    <a:pt x="1023755" y="403121"/>
                    <a:pt x="1015659" y="507801"/>
                  </a:cubicBezTo>
                  <a:cubicBezTo>
                    <a:pt x="1009944" y="541519"/>
                    <a:pt x="997466" y="574000"/>
                    <a:pt x="982988" y="604765"/>
                  </a:cubicBezTo>
                  <a:cubicBezTo>
                    <a:pt x="946888" y="663630"/>
                    <a:pt x="931553" y="730305"/>
                    <a:pt x="906216" y="793456"/>
                  </a:cubicBezTo>
                  <a:cubicBezTo>
                    <a:pt x="863640" y="895945"/>
                    <a:pt x="762198" y="961572"/>
                    <a:pt x="654851" y="982432"/>
                  </a:cubicBezTo>
                  <a:cubicBezTo>
                    <a:pt x="630658" y="987099"/>
                    <a:pt x="606084" y="989575"/>
                    <a:pt x="581890" y="989575"/>
                  </a:cubicBezTo>
                  <a:cubicBezTo>
                    <a:pt x="554744" y="989766"/>
                    <a:pt x="527598" y="987956"/>
                    <a:pt x="500452" y="985480"/>
                  </a:cubicBezTo>
                  <a:cubicBezTo>
                    <a:pt x="476162" y="983575"/>
                    <a:pt x="436539" y="974716"/>
                    <a:pt x="412059" y="974050"/>
                  </a:cubicBezTo>
                  <a:cubicBezTo>
                    <a:pt x="399582" y="974812"/>
                    <a:pt x="393581" y="994147"/>
                    <a:pt x="389771" y="1004244"/>
                  </a:cubicBezTo>
                  <a:cubicBezTo>
                    <a:pt x="367387" y="1056060"/>
                    <a:pt x="357291" y="1089874"/>
                    <a:pt x="337574" y="1136070"/>
                  </a:cubicBezTo>
                  <a:cubicBezTo>
                    <a:pt x="333097" y="1146643"/>
                    <a:pt x="328811" y="1157215"/>
                    <a:pt x="324429" y="1167883"/>
                  </a:cubicBezTo>
                  <a:cubicBezTo>
                    <a:pt x="323477" y="1169884"/>
                    <a:pt x="322715" y="1171979"/>
                    <a:pt x="321858" y="1173979"/>
                  </a:cubicBezTo>
                  <a:cubicBezTo>
                    <a:pt x="316619" y="1186552"/>
                    <a:pt x="311380" y="1199221"/>
                    <a:pt x="306141" y="1211794"/>
                  </a:cubicBezTo>
                  <a:cubicBezTo>
                    <a:pt x="297855" y="1232272"/>
                    <a:pt x="289473" y="1252656"/>
                    <a:pt x="281281" y="1273135"/>
                  </a:cubicBezTo>
                  <a:cubicBezTo>
                    <a:pt x="277757" y="1281802"/>
                    <a:pt x="274233" y="1290470"/>
                    <a:pt x="270803" y="1299138"/>
                  </a:cubicBezTo>
                  <a:cubicBezTo>
                    <a:pt x="263184" y="1318188"/>
                    <a:pt x="255659" y="1337428"/>
                    <a:pt x="248515" y="1356574"/>
                  </a:cubicBezTo>
                  <a:cubicBezTo>
                    <a:pt x="218511" y="1435250"/>
                    <a:pt x="191365" y="1514879"/>
                    <a:pt x="170410" y="1596413"/>
                  </a:cubicBezTo>
                  <a:lnTo>
                    <a:pt x="170410" y="1596604"/>
                  </a:lnTo>
                  <a:cubicBezTo>
                    <a:pt x="168600" y="1603176"/>
                    <a:pt x="166981" y="1609939"/>
                    <a:pt x="165267" y="1616511"/>
                  </a:cubicBezTo>
                  <a:cubicBezTo>
                    <a:pt x="156027" y="1655373"/>
                    <a:pt x="146978" y="1694235"/>
                    <a:pt x="138502" y="1733192"/>
                  </a:cubicBezTo>
                  <a:lnTo>
                    <a:pt x="138502" y="1733192"/>
                  </a:lnTo>
                  <a:cubicBezTo>
                    <a:pt x="122690" y="1804058"/>
                    <a:pt x="108784" y="1875019"/>
                    <a:pt x="99449" y="1947028"/>
                  </a:cubicBezTo>
                  <a:cubicBezTo>
                    <a:pt x="97163" y="1964269"/>
                    <a:pt x="95162" y="1981509"/>
                    <a:pt x="93543" y="1998940"/>
                  </a:cubicBezTo>
                  <a:cubicBezTo>
                    <a:pt x="71827" y="2201536"/>
                    <a:pt x="62302" y="2407467"/>
                    <a:pt x="76970" y="2610635"/>
                  </a:cubicBezTo>
                  <a:lnTo>
                    <a:pt x="77351" y="2615112"/>
                  </a:lnTo>
                  <a:cubicBezTo>
                    <a:pt x="70778" y="2436232"/>
                    <a:pt x="138787" y="2263830"/>
                    <a:pt x="204224" y="2100286"/>
                  </a:cubicBezTo>
                  <a:cubicBezTo>
                    <a:pt x="229370" y="2041135"/>
                    <a:pt x="253182" y="1981223"/>
                    <a:pt x="279757" y="1922644"/>
                  </a:cubicBezTo>
                  <a:cubicBezTo>
                    <a:pt x="293759" y="1891783"/>
                    <a:pt x="308713" y="1861208"/>
                    <a:pt x="324811" y="1831204"/>
                  </a:cubicBezTo>
                  <a:cubicBezTo>
                    <a:pt x="372054" y="1747956"/>
                    <a:pt x="426251" y="1668803"/>
                    <a:pt x="477211" y="1587841"/>
                  </a:cubicBezTo>
                  <a:cubicBezTo>
                    <a:pt x="519787" y="1521070"/>
                    <a:pt x="567031" y="1457729"/>
                    <a:pt x="618085" y="1397341"/>
                  </a:cubicBezTo>
                  <a:lnTo>
                    <a:pt x="618085" y="1397341"/>
                  </a:lnTo>
                  <a:cubicBezTo>
                    <a:pt x="694761" y="1306472"/>
                    <a:pt x="779725" y="1222747"/>
                    <a:pt x="869641" y="1144833"/>
                  </a:cubicBezTo>
                  <a:cubicBezTo>
                    <a:pt x="867164" y="1142261"/>
                    <a:pt x="864973" y="1139404"/>
                    <a:pt x="863068" y="1136546"/>
                  </a:cubicBezTo>
                  <a:cubicBezTo>
                    <a:pt x="859734" y="1131974"/>
                    <a:pt x="857068" y="1127212"/>
                    <a:pt x="854876" y="1122259"/>
                  </a:cubicBezTo>
                  <a:lnTo>
                    <a:pt x="854876" y="1122259"/>
                  </a:lnTo>
                  <a:cubicBezTo>
                    <a:pt x="852305" y="1116353"/>
                    <a:pt x="850305" y="1110352"/>
                    <a:pt x="848971" y="1104161"/>
                  </a:cubicBezTo>
                  <a:cubicBezTo>
                    <a:pt x="846971" y="1095208"/>
                    <a:pt x="846018" y="1085968"/>
                    <a:pt x="846114" y="1076539"/>
                  </a:cubicBezTo>
                  <a:cubicBezTo>
                    <a:pt x="846209" y="1052917"/>
                    <a:pt x="851924" y="1028533"/>
                    <a:pt x="858306" y="1006530"/>
                  </a:cubicBezTo>
                  <a:cubicBezTo>
                    <a:pt x="884785" y="915661"/>
                    <a:pt x="942507" y="828889"/>
                    <a:pt x="1028898" y="786121"/>
                  </a:cubicBezTo>
                  <a:cubicBezTo>
                    <a:pt x="1078428" y="760880"/>
                    <a:pt x="1137388" y="747355"/>
                    <a:pt x="1191205" y="766500"/>
                  </a:cubicBezTo>
                  <a:cubicBezTo>
                    <a:pt x="1256546" y="787169"/>
                    <a:pt x="1295789" y="847177"/>
                    <a:pt x="1348272" y="886896"/>
                  </a:cubicBezTo>
                  <a:cubicBezTo>
                    <a:pt x="1411423" y="925377"/>
                    <a:pt x="1488384" y="941855"/>
                    <a:pt x="1541249" y="996529"/>
                  </a:cubicBezTo>
                  <a:cubicBezTo>
                    <a:pt x="1591255" y="1046249"/>
                    <a:pt x="1607733" y="1116544"/>
                    <a:pt x="1628687" y="1181409"/>
                  </a:cubicBezTo>
                  <a:cubicBezTo>
                    <a:pt x="1640308" y="1214556"/>
                    <a:pt x="1657167" y="1245322"/>
                    <a:pt x="1673360" y="1276468"/>
                  </a:cubicBezTo>
                  <a:cubicBezTo>
                    <a:pt x="1678694" y="1286660"/>
                    <a:pt x="1681266" y="1298471"/>
                    <a:pt x="1680884" y="1310187"/>
                  </a:cubicBezTo>
                  <a:close/>
                </a:path>
              </a:pathLst>
            </a:custGeom>
            <a:solidFill>
              <a:srgbClr val="6D912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="" xmlns:a16="http://schemas.microsoft.com/office/drawing/2014/main" id="{9A5FD000-51E8-F753-91F1-EC5312A7401E}"/>
                </a:ext>
              </a:extLst>
            </p:cNvPr>
            <p:cNvSpPr/>
            <p:nvPr/>
          </p:nvSpPr>
          <p:spPr>
            <a:xfrm>
              <a:off x="7524529" y="2749646"/>
              <a:ext cx="1306334" cy="1278339"/>
            </a:xfrm>
            <a:custGeom>
              <a:avLst/>
              <a:gdLst>
                <a:gd name="connsiteX0" fmla="*/ 1279524 w 1306334"/>
                <a:gd name="connsiteY0" fmla="*/ 1276571 h 1278339"/>
                <a:gd name="connsiteX1" fmla="*/ 1266570 w 1306334"/>
                <a:gd name="connsiteY1" fmla="*/ 1253616 h 1278339"/>
                <a:gd name="connsiteX2" fmla="*/ 1265331 w 1306334"/>
                <a:gd name="connsiteY2" fmla="*/ 1248948 h 1278339"/>
                <a:gd name="connsiteX3" fmla="*/ 1237995 w 1306334"/>
                <a:gd name="connsiteY3" fmla="*/ 1146840 h 1278339"/>
                <a:gd name="connsiteX4" fmla="*/ 1180083 w 1306334"/>
                <a:gd name="connsiteY4" fmla="*/ 1004346 h 1278339"/>
                <a:gd name="connsiteX5" fmla="*/ 1180083 w 1306334"/>
                <a:gd name="connsiteY5" fmla="*/ 1004346 h 1278339"/>
                <a:gd name="connsiteX6" fmla="*/ 948625 w 1306334"/>
                <a:gd name="connsiteY6" fmla="*/ 647254 h 1278339"/>
                <a:gd name="connsiteX7" fmla="*/ 739171 w 1306334"/>
                <a:gd name="connsiteY7" fmla="*/ 464469 h 1278339"/>
                <a:gd name="connsiteX8" fmla="*/ 692688 w 1306334"/>
                <a:gd name="connsiteY8" fmla="*/ 549051 h 1278339"/>
                <a:gd name="connsiteX9" fmla="*/ 362647 w 1306334"/>
                <a:gd name="connsiteY9" fmla="*/ 733741 h 1278339"/>
                <a:gd name="connsiteX10" fmla="*/ 135857 w 1306334"/>
                <a:gd name="connsiteY10" fmla="*/ 775746 h 1278339"/>
                <a:gd name="connsiteX11" fmla="*/ 30796 w 1306334"/>
                <a:gd name="connsiteY11" fmla="*/ 809465 h 1278339"/>
                <a:gd name="connsiteX12" fmla="*/ 24700 w 1306334"/>
                <a:gd name="connsiteY12" fmla="*/ 804036 h 1278339"/>
                <a:gd name="connsiteX13" fmla="*/ 20033 w 1306334"/>
                <a:gd name="connsiteY13" fmla="*/ 797749 h 1278339"/>
                <a:gd name="connsiteX14" fmla="*/ 13746 w 1306334"/>
                <a:gd name="connsiteY14" fmla="*/ 778985 h 1278339"/>
                <a:gd name="connsiteX15" fmla="*/ 13175 w 1306334"/>
                <a:gd name="connsiteY15" fmla="*/ 774699 h 1278339"/>
                <a:gd name="connsiteX16" fmla="*/ 12985 w 1306334"/>
                <a:gd name="connsiteY16" fmla="*/ 765840 h 1278339"/>
                <a:gd name="connsiteX17" fmla="*/ 9841 w 1306334"/>
                <a:gd name="connsiteY17" fmla="*/ 695736 h 1278339"/>
                <a:gd name="connsiteX18" fmla="*/ 88899 w 1306334"/>
                <a:gd name="connsiteY18" fmla="*/ 325976 h 1278339"/>
                <a:gd name="connsiteX19" fmla="*/ 186244 w 1306334"/>
                <a:gd name="connsiteY19" fmla="*/ 191769 h 1278339"/>
                <a:gd name="connsiteX20" fmla="*/ 209199 w 1306334"/>
                <a:gd name="connsiteY20" fmla="*/ 139667 h 1278339"/>
                <a:gd name="connsiteX21" fmla="*/ 305878 w 1306334"/>
                <a:gd name="connsiteY21" fmla="*/ 30987 h 1278339"/>
                <a:gd name="connsiteX22" fmla="*/ 546956 w 1306334"/>
                <a:gd name="connsiteY22" fmla="*/ 11079 h 1278339"/>
                <a:gd name="connsiteX23" fmla="*/ 685449 w 1306334"/>
                <a:gd name="connsiteY23" fmla="*/ 100424 h 1278339"/>
                <a:gd name="connsiteX24" fmla="*/ 687259 w 1306334"/>
                <a:gd name="connsiteY24" fmla="*/ 102710 h 1278339"/>
                <a:gd name="connsiteX25" fmla="*/ 687355 w 1306334"/>
                <a:gd name="connsiteY25" fmla="*/ 102710 h 1278339"/>
                <a:gd name="connsiteX26" fmla="*/ 718692 w 1306334"/>
                <a:gd name="connsiteY26" fmla="*/ 154240 h 1278339"/>
                <a:gd name="connsiteX27" fmla="*/ 744028 w 1306334"/>
                <a:gd name="connsiteY27" fmla="*/ 308259 h 1278339"/>
                <a:gd name="connsiteX28" fmla="*/ 744028 w 1306334"/>
                <a:gd name="connsiteY28" fmla="*/ 308450 h 1278339"/>
                <a:gd name="connsiteX29" fmla="*/ 745743 w 1306334"/>
                <a:gd name="connsiteY29" fmla="*/ 337406 h 1278339"/>
                <a:gd name="connsiteX30" fmla="*/ 746219 w 1306334"/>
                <a:gd name="connsiteY30" fmla="*/ 345312 h 1278339"/>
                <a:gd name="connsiteX31" fmla="*/ 747933 w 1306334"/>
                <a:gd name="connsiteY31" fmla="*/ 377792 h 1278339"/>
                <a:gd name="connsiteX32" fmla="*/ 782223 w 1306334"/>
                <a:gd name="connsiteY32" fmla="*/ 403700 h 1278339"/>
                <a:gd name="connsiteX33" fmla="*/ 1128362 w 1306334"/>
                <a:gd name="connsiteY33" fmla="*/ 776889 h 1278339"/>
                <a:gd name="connsiteX34" fmla="*/ 1128457 w 1306334"/>
                <a:gd name="connsiteY34" fmla="*/ 776889 h 1278339"/>
                <a:gd name="connsiteX35" fmla="*/ 1247615 w 1306334"/>
                <a:gd name="connsiteY35" fmla="*/ 1020634 h 1278339"/>
                <a:gd name="connsiteX36" fmla="*/ 1247710 w 1306334"/>
                <a:gd name="connsiteY36" fmla="*/ 1020825 h 1278339"/>
                <a:gd name="connsiteX37" fmla="*/ 1254759 w 1306334"/>
                <a:gd name="connsiteY37" fmla="*/ 1040065 h 1278339"/>
                <a:gd name="connsiteX38" fmla="*/ 1302193 w 1306334"/>
                <a:gd name="connsiteY38" fmla="*/ 1212468 h 1278339"/>
                <a:gd name="connsiteX39" fmla="*/ 1279619 w 1306334"/>
                <a:gd name="connsiteY39" fmla="*/ 1276380 h 1278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306334" h="1278339">
                  <a:moveTo>
                    <a:pt x="1279524" y="1276571"/>
                  </a:moveTo>
                  <a:cubicBezTo>
                    <a:pt x="1271713" y="1271904"/>
                    <a:pt x="1268856" y="1262284"/>
                    <a:pt x="1266570" y="1253616"/>
                  </a:cubicBezTo>
                  <a:cubicBezTo>
                    <a:pt x="1266094" y="1251996"/>
                    <a:pt x="1265808" y="1250472"/>
                    <a:pt x="1265331" y="1248948"/>
                  </a:cubicBezTo>
                  <a:cubicBezTo>
                    <a:pt x="1256569" y="1214754"/>
                    <a:pt x="1248758" y="1180368"/>
                    <a:pt x="1237995" y="1146840"/>
                  </a:cubicBezTo>
                  <a:cubicBezTo>
                    <a:pt x="1220850" y="1098072"/>
                    <a:pt x="1201514" y="1050543"/>
                    <a:pt x="1180083" y="1004346"/>
                  </a:cubicBezTo>
                  <a:lnTo>
                    <a:pt x="1180083" y="1004346"/>
                  </a:lnTo>
                  <a:cubicBezTo>
                    <a:pt x="1120266" y="874521"/>
                    <a:pt x="1043208" y="754696"/>
                    <a:pt x="948625" y="647254"/>
                  </a:cubicBezTo>
                  <a:cubicBezTo>
                    <a:pt x="886808" y="577722"/>
                    <a:pt x="813942" y="519619"/>
                    <a:pt x="739171" y="464469"/>
                  </a:cubicBezTo>
                  <a:cubicBezTo>
                    <a:pt x="729550" y="495235"/>
                    <a:pt x="712786" y="524001"/>
                    <a:pt x="692688" y="549051"/>
                  </a:cubicBezTo>
                  <a:cubicBezTo>
                    <a:pt x="611059" y="651159"/>
                    <a:pt x="490663" y="713643"/>
                    <a:pt x="362647" y="733741"/>
                  </a:cubicBezTo>
                  <a:cubicBezTo>
                    <a:pt x="287590" y="750124"/>
                    <a:pt x="206818" y="743742"/>
                    <a:pt x="135857" y="775746"/>
                  </a:cubicBezTo>
                  <a:cubicBezTo>
                    <a:pt x="101852" y="789081"/>
                    <a:pt x="68991" y="836897"/>
                    <a:pt x="30796" y="809465"/>
                  </a:cubicBezTo>
                  <a:cubicBezTo>
                    <a:pt x="28510" y="807846"/>
                    <a:pt x="26510" y="806036"/>
                    <a:pt x="24700" y="804036"/>
                  </a:cubicBezTo>
                  <a:cubicBezTo>
                    <a:pt x="22890" y="802131"/>
                    <a:pt x="21366" y="800035"/>
                    <a:pt x="20033" y="797749"/>
                  </a:cubicBezTo>
                  <a:cubicBezTo>
                    <a:pt x="16699" y="792034"/>
                    <a:pt x="14699" y="785748"/>
                    <a:pt x="13746" y="778985"/>
                  </a:cubicBezTo>
                  <a:cubicBezTo>
                    <a:pt x="13556" y="777651"/>
                    <a:pt x="13270" y="776127"/>
                    <a:pt x="13175" y="774699"/>
                  </a:cubicBezTo>
                  <a:cubicBezTo>
                    <a:pt x="12985" y="771746"/>
                    <a:pt x="12794" y="768793"/>
                    <a:pt x="12985" y="765840"/>
                  </a:cubicBezTo>
                  <a:cubicBezTo>
                    <a:pt x="12413" y="742599"/>
                    <a:pt x="11460" y="719073"/>
                    <a:pt x="9841" y="695736"/>
                  </a:cubicBezTo>
                  <a:cubicBezTo>
                    <a:pt x="-6542" y="551052"/>
                    <a:pt x="-14829" y="442467"/>
                    <a:pt x="88899" y="325976"/>
                  </a:cubicBezTo>
                  <a:cubicBezTo>
                    <a:pt x="124141" y="283399"/>
                    <a:pt x="160908" y="241203"/>
                    <a:pt x="186244" y="191769"/>
                  </a:cubicBezTo>
                  <a:cubicBezTo>
                    <a:pt x="193388" y="174528"/>
                    <a:pt x="200817" y="156812"/>
                    <a:pt x="209199" y="139667"/>
                  </a:cubicBezTo>
                  <a:cubicBezTo>
                    <a:pt x="230916" y="94709"/>
                    <a:pt x="258825" y="52894"/>
                    <a:pt x="305878" y="30987"/>
                  </a:cubicBezTo>
                  <a:cubicBezTo>
                    <a:pt x="378840" y="-9018"/>
                    <a:pt x="467708" y="-3970"/>
                    <a:pt x="546956" y="11079"/>
                  </a:cubicBezTo>
                  <a:cubicBezTo>
                    <a:pt x="604772" y="27843"/>
                    <a:pt x="652112" y="59371"/>
                    <a:pt x="685449" y="100424"/>
                  </a:cubicBezTo>
                  <a:cubicBezTo>
                    <a:pt x="686116" y="101186"/>
                    <a:pt x="686688" y="101853"/>
                    <a:pt x="687259" y="102710"/>
                  </a:cubicBezTo>
                  <a:lnTo>
                    <a:pt x="687355" y="102710"/>
                  </a:lnTo>
                  <a:cubicBezTo>
                    <a:pt x="699832" y="118712"/>
                    <a:pt x="710405" y="135857"/>
                    <a:pt x="718692" y="154240"/>
                  </a:cubicBezTo>
                  <a:cubicBezTo>
                    <a:pt x="733455" y="186816"/>
                    <a:pt x="740504" y="255396"/>
                    <a:pt x="744028" y="308259"/>
                  </a:cubicBezTo>
                  <a:lnTo>
                    <a:pt x="744028" y="308450"/>
                  </a:lnTo>
                  <a:cubicBezTo>
                    <a:pt x="744695" y="318927"/>
                    <a:pt x="745266" y="328643"/>
                    <a:pt x="745743" y="337406"/>
                  </a:cubicBezTo>
                  <a:lnTo>
                    <a:pt x="746219" y="345312"/>
                  </a:lnTo>
                  <a:cubicBezTo>
                    <a:pt x="746981" y="362076"/>
                    <a:pt x="747553" y="374172"/>
                    <a:pt x="747933" y="377792"/>
                  </a:cubicBezTo>
                  <a:cubicBezTo>
                    <a:pt x="759554" y="386269"/>
                    <a:pt x="770984" y="394937"/>
                    <a:pt x="782223" y="403700"/>
                  </a:cubicBezTo>
                  <a:cubicBezTo>
                    <a:pt x="924432" y="512952"/>
                    <a:pt x="1038827" y="632967"/>
                    <a:pt x="1128362" y="776889"/>
                  </a:cubicBezTo>
                  <a:lnTo>
                    <a:pt x="1128457" y="776889"/>
                  </a:lnTo>
                  <a:cubicBezTo>
                    <a:pt x="1174653" y="851184"/>
                    <a:pt x="1214182" y="931956"/>
                    <a:pt x="1247615" y="1020634"/>
                  </a:cubicBezTo>
                  <a:cubicBezTo>
                    <a:pt x="1247710" y="1020729"/>
                    <a:pt x="1247710" y="1020825"/>
                    <a:pt x="1247710" y="1020825"/>
                  </a:cubicBezTo>
                  <a:cubicBezTo>
                    <a:pt x="1250091" y="1027206"/>
                    <a:pt x="1252472" y="1033588"/>
                    <a:pt x="1254759" y="1040065"/>
                  </a:cubicBezTo>
                  <a:cubicBezTo>
                    <a:pt x="1275809" y="1095977"/>
                    <a:pt x="1295049" y="1152936"/>
                    <a:pt x="1302193" y="1212468"/>
                  </a:cubicBezTo>
                  <a:cubicBezTo>
                    <a:pt x="1304194" y="1233804"/>
                    <a:pt x="1318290" y="1289430"/>
                    <a:pt x="1279619" y="1276380"/>
                  </a:cubicBezTo>
                  <a:close/>
                </a:path>
              </a:pathLst>
            </a:custGeom>
            <a:solidFill>
              <a:srgbClr val="6D912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="" xmlns:a16="http://schemas.microsoft.com/office/drawing/2014/main" id="{5FEDE8EF-1196-A7A2-5319-A0FC9905F6FD}"/>
                </a:ext>
              </a:extLst>
            </p:cNvPr>
            <p:cNvSpPr/>
            <p:nvPr/>
          </p:nvSpPr>
          <p:spPr>
            <a:xfrm>
              <a:off x="8174669" y="1609149"/>
              <a:ext cx="837108" cy="2368762"/>
            </a:xfrm>
            <a:custGeom>
              <a:avLst/>
              <a:gdLst>
                <a:gd name="connsiteX0" fmla="*/ 835694 w 837108"/>
                <a:gd name="connsiteY0" fmla="*/ 2061023 h 2368762"/>
                <a:gd name="connsiteX1" fmla="*/ 827027 w 837108"/>
                <a:gd name="connsiteY1" fmla="*/ 2346392 h 2368762"/>
                <a:gd name="connsiteX2" fmla="*/ 823979 w 837108"/>
                <a:gd name="connsiteY2" fmla="*/ 2366299 h 2368762"/>
                <a:gd name="connsiteX3" fmla="*/ 807596 w 837108"/>
                <a:gd name="connsiteY3" fmla="*/ 2365156 h 2368762"/>
                <a:gd name="connsiteX4" fmla="*/ 796547 w 837108"/>
                <a:gd name="connsiteY4" fmla="*/ 2323723 h 2368762"/>
                <a:gd name="connsiteX5" fmla="*/ 784545 w 837108"/>
                <a:gd name="connsiteY5" fmla="*/ 2189896 h 2368762"/>
                <a:gd name="connsiteX6" fmla="*/ 768067 w 837108"/>
                <a:gd name="connsiteY6" fmla="*/ 1779178 h 2368762"/>
                <a:gd name="connsiteX7" fmla="*/ 702535 w 837108"/>
                <a:gd name="connsiteY7" fmla="*/ 1458662 h 2368762"/>
                <a:gd name="connsiteX8" fmla="*/ 543087 w 837108"/>
                <a:gd name="connsiteY8" fmla="*/ 987746 h 2368762"/>
                <a:gd name="connsiteX9" fmla="*/ 275148 w 837108"/>
                <a:gd name="connsiteY9" fmla="*/ 976030 h 2368762"/>
                <a:gd name="connsiteX10" fmla="*/ 207997 w 837108"/>
                <a:gd name="connsiteY10" fmla="*/ 903926 h 2368762"/>
                <a:gd name="connsiteX11" fmla="*/ 174850 w 837108"/>
                <a:gd name="connsiteY11" fmla="*/ 827536 h 2368762"/>
                <a:gd name="connsiteX12" fmla="*/ 156657 w 837108"/>
                <a:gd name="connsiteY12" fmla="*/ 768100 h 2368762"/>
                <a:gd name="connsiteX13" fmla="*/ 55216 w 837108"/>
                <a:gd name="connsiteY13" fmla="*/ 689518 h 2368762"/>
                <a:gd name="connsiteX14" fmla="*/ 8639 w 837108"/>
                <a:gd name="connsiteY14" fmla="*/ 472825 h 2368762"/>
                <a:gd name="connsiteX15" fmla="*/ 182184 w 837108"/>
                <a:gd name="connsiteY15" fmla="*/ 181074 h 2368762"/>
                <a:gd name="connsiteX16" fmla="*/ 201520 w 837108"/>
                <a:gd name="connsiteY16" fmla="*/ 54201 h 2368762"/>
                <a:gd name="connsiteX17" fmla="*/ 220189 w 837108"/>
                <a:gd name="connsiteY17" fmla="*/ 5338 h 2368762"/>
                <a:gd name="connsiteX18" fmla="*/ 230000 w 837108"/>
                <a:gd name="connsiteY18" fmla="*/ 1242 h 2368762"/>
                <a:gd name="connsiteX19" fmla="*/ 231143 w 837108"/>
                <a:gd name="connsiteY19" fmla="*/ 1051 h 2368762"/>
                <a:gd name="connsiteX20" fmla="*/ 272005 w 837108"/>
                <a:gd name="connsiteY20" fmla="*/ 18387 h 2368762"/>
                <a:gd name="connsiteX21" fmla="*/ 337537 w 837108"/>
                <a:gd name="connsiteY21" fmla="*/ 121924 h 2368762"/>
                <a:gd name="connsiteX22" fmla="*/ 648052 w 837108"/>
                <a:gd name="connsiteY22" fmla="*/ 306328 h 2368762"/>
                <a:gd name="connsiteX23" fmla="*/ 692153 w 837108"/>
                <a:gd name="connsiteY23" fmla="*/ 383671 h 2368762"/>
                <a:gd name="connsiteX24" fmla="*/ 739873 w 837108"/>
                <a:gd name="connsiteY24" fmla="*/ 500733 h 2368762"/>
                <a:gd name="connsiteX25" fmla="*/ 733873 w 837108"/>
                <a:gd name="connsiteY25" fmla="*/ 865731 h 2368762"/>
                <a:gd name="connsiteX26" fmla="*/ 604428 w 837108"/>
                <a:gd name="connsiteY26" fmla="*/ 953551 h 2368762"/>
                <a:gd name="connsiteX27" fmla="*/ 745302 w 837108"/>
                <a:gd name="connsiteY27" fmla="*/ 1351220 h 2368762"/>
                <a:gd name="connsiteX28" fmla="*/ 823693 w 837108"/>
                <a:gd name="connsiteY28" fmla="*/ 1700502 h 2368762"/>
                <a:gd name="connsiteX29" fmla="*/ 835885 w 837108"/>
                <a:gd name="connsiteY29" fmla="*/ 2060833 h 2368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37108" h="2368762">
                  <a:moveTo>
                    <a:pt x="835694" y="2061023"/>
                  </a:moveTo>
                  <a:cubicBezTo>
                    <a:pt x="835123" y="2155702"/>
                    <a:pt x="827313" y="2252095"/>
                    <a:pt x="827027" y="2346392"/>
                  </a:cubicBezTo>
                  <a:cubicBezTo>
                    <a:pt x="828170" y="2353441"/>
                    <a:pt x="830932" y="2361251"/>
                    <a:pt x="823979" y="2366299"/>
                  </a:cubicBezTo>
                  <a:cubicBezTo>
                    <a:pt x="819121" y="2370014"/>
                    <a:pt x="811977" y="2369443"/>
                    <a:pt x="807596" y="2365156"/>
                  </a:cubicBezTo>
                  <a:cubicBezTo>
                    <a:pt x="798547" y="2353822"/>
                    <a:pt x="799786" y="2337439"/>
                    <a:pt x="796547" y="2323723"/>
                  </a:cubicBezTo>
                  <a:cubicBezTo>
                    <a:pt x="789975" y="2279431"/>
                    <a:pt x="787212" y="2234664"/>
                    <a:pt x="784545" y="2189896"/>
                  </a:cubicBezTo>
                  <a:cubicBezTo>
                    <a:pt x="776925" y="2053117"/>
                    <a:pt x="780259" y="1915862"/>
                    <a:pt x="768067" y="1779178"/>
                  </a:cubicBezTo>
                  <a:cubicBezTo>
                    <a:pt x="756256" y="1670593"/>
                    <a:pt x="730158" y="1564199"/>
                    <a:pt x="702535" y="1458662"/>
                  </a:cubicBezTo>
                  <a:cubicBezTo>
                    <a:pt x="660625" y="1300452"/>
                    <a:pt x="644528" y="1119382"/>
                    <a:pt x="543087" y="987746"/>
                  </a:cubicBezTo>
                  <a:cubicBezTo>
                    <a:pt x="463743" y="1007368"/>
                    <a:pt x="346110" y="1019845"/>
                    <a:pt x="275148" y="976030"/>
                  </a:cubicBezTo>
                  <a:cubicBezTo>
                    <a:pt x="248192" y="956980"/>
                    <a:pt x="226571" y="931168"/>
                    <a:pt x="207997" y="903926"/>
                  </a:cubicBezTo>
                  <a:cubicBezTo>
                    <a:pt x="193234" y="880399"/>
                    <a:pt x="181517" y="854682"/>
                    <a:pt x="174850" y="827536"/>
                  </a:cubicBezTo>
                  <a:cubicBezTo>
                    <a:pt x="168278" y="808105"/>
                    <a:pt x="173231" y="782673"/>
                    <a:pt x="156657" y="768100"/>
                  </a:cubicBezTo>
                  <a:cubicBezTo>
                    <a:pt x="124082" y="740382"/>
                    <a:pt x="84553" y="721046"/>
                    <a:pt x="55216" y="689518"/>
                  </a:cubicBezTo>
                  <a:cubicBezTo>
                    <a:pt x="733" y="632464"/>
                    <a:pt x="-10411" y="547024"/>
                    <a:pt x="8639" y="472825"/>
                  </a:cubicBezTo>
                  <a:cubicBezTo>
                    <a:pt x="33595" y="358429"/>
                    <a:pt x="136941" y="284992"/>
                    <a:pt x="182184" y="181074"/>
                  </a:cubicBezTo>
                  <a:cubicBezTo>
                    <a:pt x="193995" y="139926"/>
                    <a:pt x="197615" y="96778"/>
                    <a:pt x="201520" y="54201"/>
                  </a:cubicBezTo>
                  <a:cubicBezTo>
                    <a:pt x="200567" y="36103"/>
                    <a:pt x="204473" y="15148"/>
                    <a:pt x="220189" y="5338"/>
                  </a:cubicBezTo>
                  <a:cubicBezTo>
                    <a:pt x="223047" y="3623"/>
                    <a:pt x="226285" y="2194"/>
                    <a:pt x="230000" y="1242"/>
                  </a:cubicBezTo>
                  <a:cubicBezTo>
                    <a:pt x="230381" y="1147"/>
                    <a:pt x="230762" y="1051"/>
                    <a:pt x="231143" y="1051"/>
                  </a:cubicBezTo>
                  <a:cubicBezTo>
                    <a:pt x="246859" y="-2854"/>
                    <a:pt x="263814" y="4385"/>
                    <a:pt x="272005" y="18387"/>
                  </a:cubicBezTo>
                  <a:cubicBezTo>
                    <a:pt x="284769" y="58106"/>
                    <a:pt x="310867" y="90491"/>
                    <a:pt x="337537" y="121924"/>
                  </a:cubicBezTo>
                  <a:cubicBezTo>
                    <a:pt x="417261" y="228889"/>
                    <a:pt x="565852" y="203743"/>
                    <a:pt x="648052" y="306328"/>
                  </a:cubicBezTo>
                  <a:cubicBezTo>
                    <a:pt x="666912" y="329378"/>
                    <a:pt x="681009" y="356143"/>
                    <a:pt x="692153" y="383671"/>
                  </a:cubicBezTo>
                  <a:cubicBezTo>
                    <a:pt x="706821" y="421485"/>
                    <a:pt x="714632" y="469110"/>
                    <a:pt x="739873" y="500733"/>
                  </a:cubicBezTo>
                  <a:cubicBezTo>
                    <a:pt x="833599" y="630178"/>
                    <a:pt x="842743" y="742001"/>
                    <a:pt x="733873" y="865731"/>
                  </a:cubicBezTo>
                  <a:cubicBezTo>
                    <a:pt x="691296" y="911641"/>
                    <a:pt x="657673" y="922595"/>
                    <a:pt x="604428" y="953551"/>
                  </a:cubicBezTo>
                  <a:cubicBezTo>
                    <a:pt x="684914" y="1069090"/>
                    <a:pt x="710632" y="1215298"/>
                    <a:pt x="745302" y="1351220"/>
                  </a:cubicBezTo>
                  <a:cubicBezTo>
                    <a:pt x="775402" y="1466568"/>
                    <a:pt x="806262" y="1582297"/>
                    <a:pt x="823693" y="1700502"/>
                  </a:cubicBezTo>
                  <a:cubicBezTo>
                    <a:pt x="840362" y="1819755"/>
                    <a:pt x="837409" y="1940818"/>
                    <a:pt x="835885" y="2060833"/>
                  </a:cubicBezTo>
                  <a:close/>
                </a:path>
              </a:pathLst>
            </a:custGeom>
            <a:solidFill>
              <a:srgbClr val="6D912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="" xmlns:a16="http://schemas.microsoft.com/office/drawing/2014/main" id="{509A98DF-0B51-76A8-EB73-0EFA44141497}"/>
                </a:ext>
              </a:extLst>
            </p:cNvPr>
            <p:cNvSpPr/>
            <p:nvPr/>
          </p:nvSpPr>
          <p:spPr>
            <a:xfrm>
              <a:off x="9431178" y="2442735"/>
              <a:ext cx="756722" cy="1628484"/>
            </a:xfrm>
            <a:custGeom>
              <a:avLst/>
              <a:gdLst>
                <a:gd name="connsiteX0" fmla="*/ 684372 w 756722"/>
                <a:gd name="connsiteY0" fmla="*/ 606312 h 1628484"/>
                <a:gd name="connsiteX1" fmla="*/ 611887 w 756722"/>
                <a:gd name="connsiteY1" fmla="*/ 751949 h 1628484"/>
                <a:gd name="connsiteX2" fmla="*/ 278321 w 756722"/>
                <a:gd name="connsiteY2" fmla="*/ 854438 h 1628484"/>
                <a:gd name="connsiteX3" fmla="*/ 71819 w 756722"/>
                <a:gd name="connsiteY3" fmla="*/ 1597960 h 1628484"/>
                <a:gd name="connsiteX4" fmla="*/ 1 w 756722"/>
                <a:gd name="connsiteY4" fmla="*/ 1593007 h 1628484"/>
                <a:gd name="connsiteX5" fmla="*/ 36863 w 756722"/>
                <a:gd name="connsiteY5" fmla="*/ 1202196 h 1628484"/>
                <a:gd name="connsiteX6" fmla="*/ 153258 w 756722"/>
                <a:gd name="connsiteY6" fmla="*/ 827768 h 1628484"/>
                <a:gd name="connsiteX7" fmla="*/ 107252 w 756722"/>
                <a:gd name="connsiteY7" fmla="*/ 625267 h 1628484"/>
                <a:gd name="connsiteX8" fmla="*/ 111729 w 756722"/>
                <a:gd name="connsiteY8" fmla="*/ 399715 h 1628484"/>
                <a:gd name="connsiteX9" fmla="*/ 177737 w 756722"/>
                <a:gd name="connsiteY9" fmla="*/ 256268 h 1628484"/>
                <a:gd name="connsiteX10" fmla="*/ 415481 w 756722"/>
                <a:gd name="connsiteY10" fmla="*/ 109774 h 1628484"/>
                <a:gd name="connsiteX11" fmla="*/ 587312 w 756722"/>
                <a:gd name="connsiteY11" fmla="*/ 51195 h 1628484"/>
                <a:gd name="connsiteX12" fmla="*/ 660559 w 756722"/>
                <a:gd name="connsiteY12" fmla="*/ 3379 h 1628484"/>
                <a:gd name="connsiteX13" fmla="*/ 679705 w 756722"/>
                <a:gd name="connsiteY13" fmla="*/ 46 h 1628484"/>
                <a:gd name="connsiteX14" fmla="*/ 705327 w 756722"/>
                <a:gd name="connsiteY14" fmla="*/ 14809 h 1628484"/>
                <a:gd name="connsiteX15" fmla="*/ 712756 w 756722"/>
                <a:gd name="connsiteY15" fmla="*/ 67387 h 1628484"/>
                <a:gd name="connsiteX16" fmla="*/ 709327 w 756722"/>
                <a:gd name="connsiteY16" fmla="*/ 168733 h 1628484"/>
                <a:gd name="connsiteX17" fmla="*/ 752666 w 756722"/>
                <a:gd name="connsiteY17" fmla="*/ 381046 h 1628484"/>
                <a:gd name="connsiteX18" fmla="*/ 684181 w 756722"/>
                <a:gd name="connsiteY18" fmla="*/ 606312 h 1628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56722" h="1628484">
                  <a:moveTo>
                    <a:pt x="684372" y="606312"/>
                  </a:moveTo>
                  <a:cubicBezTo>
                    <a:pt x="656464" y="652984"/>
                    <a:pt x="645510" y="708611"/>
                    <a:pt x="611887" y="751949"/>
                  </a:cubicBezTo>
                  <a:cubicBezTo>
                    <a:pt x="536830" y="859201"/>
                    <a:pt x="394526" y="848628"/>
                    <a:pt x="278321" y="854438"/>
                  </a:cubicBezTo>
                  <a:cubicBezTo>
                    <a:pt x="86202" y="848628"/>
                    <a:pt x="88393" y="1453561"/>
                    <a:pt x="71819" y="1597960"/>
                  </a:cubicBezTo>
                  <a:cubicBezTo>
                    <a:pt x="66390" y="1640918"/>
                    <a:pt x="-285" y="1637870"/>
                    <a:pt x="1" y="1593007"/>
                  </a:cubicBezTo>
                  <a:cubicBezTo>
                    <a:pt x="10097" y="1462514"/>
                    <a:pt x="23147" y="1332307"/>
                    <a:pt x="36863" y="1202196"/>
                  </a:cubicBezTo>
                  <a:cubicBezTo>
                    <a:pt x="52960" y="1080562"/>
                    <a:pt x="63056" y="918541"/>
                    <a:pt x="153258" y="827768"/>
                  </a:cubicBezTo>
                  <a:cubicBezTo>
                    <a:pt x="126207" y="763665"/>
                    <a:pt x="113348" y="694418"/>
                    <a:pt x="107252" y="625267"/>
                  </a:cubicBezTo>
                  <a:cubicBezTo>
                    <a:pt x="100680" y="550305"/>
                    <a:pt x="94774" y="473819"/>
                    <a:pt x="111729" y="399715"/>
                  </a:cubicBezTo>
                  <a:cubicBezTo>
                    <a:pt x="123159" y="348089"/>
                    <a:pt x="144686" y="297797"/>
                    <a:pt x="177737" y="256268"/>
                  </a:cubicBezTo>
                  <a:cubicBezTo>
                    <a:pt x="241173" y="186736"/>
                    <a:pt x="327947" y="141587"/>
                    <a:pt x="415481" y="109774"/>
                  </a:cubicBezTo>
                  <a:cubicBezTo>
                    <a:pt x="472441" y="89200"/>
                    <a:pt x="532829" y="78246"/>
                    <a:pt x="587312" y="51195"/>
                  </a:cubicBezTo>
                  <a:cubicBezTo>
                    <a:pt x="614363" y="39193"/>
                    <a:pt x="636461" y="19286"/>
                    <a:pt x="660559" y="3379"/>
                  </a:cubicBezTo>
                  <a:cubicBezTo>
                    <a:pt x="667703" y="808"/>
                    <a:pt x="674085" y="-240"/>
                    <a:pt x="679705" y="46"/>
                  </a:cubicBezTo>
                  <a:lnTo>
                    <a:pt x="705327" y="14809"/>
                  </a:lnTo>
                  <a:cubicBezTo>
                    <a:pt x="714281" y="28144"/>
                    <a:pt x="716376" y="48623"/>
                    <a:pt x="712756" y="67387"/>
                  </a:cubicBezTo>
                  <a:cubicBezTo>
                    <a:pt x="709613" y="101106"/>
                    <a:pt x="707613" y="134920"/>
                    <a:pt x="709327" y="168733"/>
                  </a:cubicBezTo>
                  <a:cubicBezTo>
                    <a:pt x="714566" y="241219"/>
                    <a:pt x="740284" y="309894"/>
                    <a:pt x="752666" y="381046"/>
                  </a:cubicBezTo>
                  <a:cubicBezTo>
                    <a:pt x="770097" y="463342"/>
                    <a:pt x="728377" y="540018"/>
                    <a:pt x="684181" y="606312"/>
                  </a:cubicBezTo>
                  <a:close/>
                </a:path>
              </a:pathLst>
            </a:custGeom>
            <a:solidFill>
              <a:srgbClr val="4D671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="" xmlns:a16="http://schemas.microsoft.com/office/drawing/2014/main" id="{B8929386-2329-E6B9-85AC-E02005B66E6B}"/>
                </a:ext>
              </a:extLst>
            </p:cNvPr>
            <p:cNvSpPr/>
            <p:nvPr/>
          </p:nvSpPr>
          <p:spPr>
            <a:xfrm>
              <a:off x="9635186" y="3195404"/>
              <a:ext cx="12157" cy="13600"/>
            </a:xfrm>
            <a:custGeom>
              <a:avLst/>
              <a:gdLst>
                <a:gd name="connsiteX0" fmla="*/ 875 w 12157"/>
                <a:gd name="connsiteY0" fmla="*/ 13187 h 13600"/>
                <a:gd name="connsiteX1" fmla="*/ 7066 w 12157"/>
                <a:gd name="connsiteY1" fmla="*/ 1091 h 13600"/>
                <a:gd name="connsiteX2" fmla="*/ 11067 w 12157"/>
                <a:gd name="connsiteY2" fmla="*/ 614 h 13600"/>
                <a:gd name="connsiteX3" fmla="*/ 11543 w 12157"/>
                <a:gd name="connsiteY3" fmla="*/ 4615 h 13600"/>
                <a:gd name="connsiteX4" fmla="*/ 875 w 12157"/>
                <a:gd name="connsiteY4" fmla="*/ 13187 h 1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57" h="13600">
                  <a:moveTo>
                    <a:pt x="875" y="13187"/>
                  </a:moveTo>
                  <a:cubicBezTo>
                    <a:pt x="-2554" y="8996"/>
                    <a:pt x="5066" y="4615"/>
                    <a:pt x="7066" y="1091"/>
                  </a:cubicBezTo>
                  <a:cubicBezTo>
                    <a:pt x="8114" y="-52"/>
                    <a:pt x="9734" y="-434"/>
                    <a:pt x="11067" y="614"/>
                  </a:cubicBezTo>
                  <a:cubicBezTo>
                    <a:pt x="12210" y="1472"/>
                    <a:pt x="12591" y="3472"/>
                    <a:pt x="11543" y="4615"/>
                  </a:cubicBezTo>
                  <a:cubicBezTo>
                    <a:pt x="8019" y="6996"/>
                    <a:pt x="5828" y="15569"/>
                    <a:pt x="875" y="13187"/>
                  </a:cubicBezTo>
                  <a:close/>
                </a:path>
              </a:pathLst>
            </a:custGeom>
            <a:solidFill>
              <a:srgbClr val="0D3A17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="" xmlns:a16="http://schemas.microsoft.com/office/drawing/2014/main" id="{6DFF97DF-D4C3-D1AB-EDD4-F5CF5EDE2C91}"/>
                </a:ext>
              </a:extLst>
            </p:cNvPr>
            <p:cNvSpPr/>
            <p:nvPr/>
          </p:nvSpPr>
          <p:spPr>
            <a:xfrm>
              <a:off x="9600832" y="2442781"/>
              <a:ext cx="535672" cy="864821"/>
            </a:xfrm>
            <a:custGeom>
              <a:avLst/>
              <a:gdLst>
                <a:gd name="connsiteX0" fmla="*/ 535673 w 535672"/>
                <a:gd name="connsiteY0" fmla="*/ 14764 h 864821"/>
                <a:gd name="connsiteX1" fmla="*/ 526052 w 535672"/>
                <a:gd name="connsiteY1" fmla="*/ 24479 h 864821"/>
                <a:gd name="connsiteX2" fmla="*/ 153910 w 535672"/>
                <a:gd name="connsiteY2" fmla="*/ 513874 h 864821"/>
                <a:gd name="connsiteX3" fmla="*/ 42659 w 535672"/>
                <a:gd name="connsiteY3" fmla="*/ 785146 h 864821"/>
                <a:gd name="connsiteX4" fmla="*/ 9035 w 535672"/>
                <a:gd name="connsiteY4" fmla="*/ 860774 h 864821"/>
                <a:gd name="connsiteX5" fmla="*/ 3892 w 535672"/>
                <a:gd name="connsiteY5" fmla="*/ 864775 h 864821"/>
                <a:gd name="connsiteX6" fmla="*/ 368 w 535672"/>
                <a:gd name="connsiteY6" fmla="*/ 858393 h 864821"/>
                <a:gd name="connsiteX7" fmla="*/ 19798 w 535672"/>
                <a:gd name="connsiteY7" fmla="*/ 789051 h 864821"/>
                <a:gd name="connsiteX8" fmla="*/ 97047 w 535672"/>
                <a:gd name="connsiteY8" fmla="*/ 581120 h 864821"/>
                <a:gd name="connsiteX9" fmla="*/ 509860 w 535672"/>
                <a:gd name="connsiteY9" fmla="*/ 0 h 864821"/>
                <a:gd name="connsiteX10" fmla="*/ 535482 w 535672"/>
                <a:gd name="connsiteY10" fmla="*/ 14764 h 864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5672" h="864821">
                  <a:moveTo>
                    <a:pt x="535673" y="14764"/>
                  </a:moveTo>
                  <a:cubicBezTo>
                    <a:pt x="532434" y="18002"/>
                    <a:pt x="529291" y="21241"/>
                    <a:pt x="526052" y="24479"/>
                  </a:cubicBezTo>
                  <a:cubicBezTo>
                    <a:pt x="382987" y="171640"/>
                    <a:pt x="247541" y="330136"/>
                    <a:pt x="153910" y="513874"/>
                  </a:cubicBezTo>
                  <a:cubicBezTo>
                    <a:pt x="109619" y="601218"/>
                    <a:pt x="79139" y="694468"/>
                    <a:pt x="42659" y="785146"/>
                  </a:cubicBezTo>
                  <a:cubicBezTo>
                    <a:pt x="32086" y="810578"/>
                    <a:pt x="22085" y="836486"/>
                    <a:pt x="9035" y="860774"/>
                  </a:cubicBezTo>
                  <a:cubicBezTo>
                    <a:pt x="8750" y="863156"/>
                    <a:pt x="6368" y="865156"/>
                    <a:pt x="3892" y="864775"/>
                  </a:cubicBezTo>
                  <a:cubicBezTo>
                    <a:pt x="844" y="864394"/>
                    <a:pt x="-775" y="860965"/>
                    <a:pt x="368" y="858393"/>
                  </a:cubicBezTo>
                  <a:cubicBezTo>
                    <a:pt x="3606" y="834485"/>
                    <a:pt x="12083" y="811816"/>
                    <a:pt x="19798" y="789051"/>
                  </a:cubicBezTo>
                  <a:cubicBezTo>
                    <a:pt x="44373" y="719328"/>
                    <a:pt x="68948" y="649510"/>
                    <a:pt x="97047" y="581120"/>
                  </a:cubicBezTo>
                  <a:cubicBezTo>
                    <a:pt x="188677" y="358997"/>
                    <a:pt x="343648" y="171355"/>
                    <a:pt x="509860" y="0"/>
                  </a:cubicBezTo>
                  <a:lnTo>
                    <a:pt x="535482" y="14764"/>
                  </a:lnTo>
                  <a:close/>
                </a:path>
              </a:pathLst>
            </a:custGeom>
            <a:solidFill>
              <a:srgbClr val="627F2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="" xmlns:a16="http://schemas.microsoft.com/office/drawing/2014/main" id="{1A5BDB27-A21D-45D2-8113-441C8FCD41B7}"/>
                </a:ext>
              </a:extLst>
            </p:cNvPr>
            <p:cNvSpPr/>
            <p:nvPr/>
          </p:nvSpPr>
          <p:spPr>
            <a:xfrm>
              <a:off x="9913042" y="1378267"/>
              <a:ext cx="592651" cy="953895"/>
            </a:xfrm>
            <a:custGeom>
              <a:avLst/>
              <a:gdLst>
                <a:gd name="connsiteX0" fmla="*/ 592652 w 592651"/>
                <a:gd name="connsiteY0" fmla="*/ 24289 h 953895"/>
                <a:gd name="connsiteX1" fmla="*/ 369671 w 592651"/>
                <a:gd name="connsiteY1" fmla="*/ 333089 h 953895"/>
                <a:gd name="connsiteX2" fmla="*/ 208508 w 592651"/>
                <a:gd name="connsiteY2" fmla="*/ 587121 h 953895"/>
                <a:gd name="connsiteX3" fmla="*/ 156502 w 592651"/>
                <a:gd name="connsiteY3" fmla="*/ 677894 h 953895"/>
                <a:gd name="connsiteX4" fmla="*/ 11817 w 592651"/>
                <a:gd name="connsiteY4" fmla="*/ 950309 h 953895"/>
                <a:gd name="connsiteX5" fmla="*/ 6 w 592651"/>
                <a:gd name="connsiteY5" fmla="*/ 941927 h 953895"/>
                <a:gd name="connsiteX6" fmla="*/ 121259 w 592651"/>
                <a:gd name="connsiteY6" fmla="*/ 694087 h 953895"/>
                <a:gd name="connsiteX7" fmla="*/ 205556 w 592651"/>
                <a:gd name="connsiteY7" fmla="*/ 545116 h 953895"/>
                <a:gd name="connsiteX8" fmla="*/ 270612 w 592651"/>
                <a:gd name="connsiteY8" fmla="*/ 441198 h 953895"/>
                <a:gd name="connsiteX9" fmla="*/ 578364 w 592651"/>
                <a:gd name="connsiteY9" fmla="*/ 0 h 953895"/>
                <a:gd name="connsiteX10" fmla="*/ 592556 w 592651"/>
                <a:gd name="connsiteY10" fmla="*/ 24384 h 953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92651" h="953895">
                  <a:moveTo>
                    <a:pt x="592652" y="24289"/>
                  </a:moveTo>
                  <a:cubicBezTo>
                    <a:pt x="512832" y="123253"/>
                    <a:pt x="440442" y="227552"/>
                    <a:pt x="369671" y="333089"/>
                  </a:cubicBezTo>
                  <a:cubicBezTo>
                    <a:pt x="315569" y="417481"/>
                    <a:pt x="259944" y="501206"/>
                    <a:pt x="208508" y="587121"/>
                  </a:cubicBezTo>
                  <a:cubicBezTo>
                    <a:pt x="190601" y="617125"/>
                    <a:pt x="173170" y="647224"/>
                    <a:pt x="156502" y="677894"/>
                  </a:cubicBezTo>
                  <a:cubicBezTo>
                    <a:pt x="105352" y="774287"/>
                    <a:pt x="70205" y="857822"/>
                    <a:pt x="11817" y="950309"/>
                  </a:cubicBezTo>
                  <a:cubicBezTo>
                    <a:pt x="9817" y="958501"/>
                    <a:pt x="-280" y="951357"/>
                    <a:pt x="6" y="941927"/>
                  </a:cubicBezTo>
                  <a:cubicBezTo>
                    <a:pt x="42392" y="851154"/>
                    <a:pt x="78206" y="785051"/>
                    <a:pt x="121259" y="694087"/>
                  </a:cubicBezTo>
                  <a:cubicBezTo>
                    <a:pt x="146215" y="642652"/>
                    <a:pt x="175362" y="593503"/>
                    <a:pt x="205556" y="545116"/>
                  </a:cubicBezTo>
                  <a:cubicBezTo>
                    <a:pt x="226987" y="510350"/>
                    <a:pt x="249180" y="475869"/>
                    <a:pt x="270612" y="441198"/>
                  </a:cubicBezTo>
                  <a:cubicBezTo>
                    <a:pt x="367004" y="290036"/>
                    <a:pt x="465207" y="138970"/>
                    <a:pt x="578364" y="0"/>
                  </a:cubicBezTo>
                  <a:cubicBezTo>
                    <a:pt x="585889" y="5905"/>
                    <a:pt x="591223" y="14288"/>
                    <a:pt x="592556" y="24384"/>
                  </a:cubicBezTo>
                  <a:close/>
                </a:path>
              </a:pathLst>
            </a:custGeom>
            <a:solidFill>
              <a:srgbClr val="627F2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="" xmlns:a16="http://schemas.microsoft.com/office/drawing/2014/main" id="{55C2D003-E221-4724-DF12-55144D80DA2C}"/>
                </a:ext>
              </a:extLst>
            </p:cNvPr>
            <p:cNvSpPr/>
            <p:nvPr/>
          </p:nvSpPr>
          <p:spPr>
            <a:xfrm>
              <a:off x="7427430" y="2117279"/>
              <a:ext cx="1369168" cy="1896356"/>
            </a:xfrm>
            <a:custGeom>
              <a:avLst/>
              <a:gdLst>
                <a:gd name="connsiteX0" fmla="*/ 1368431 w 1369168"/>
                <a:gd name="connsiteY0" fmla="*/ 1874077 h 1896356"/>
                <a:gd name="connsiteX1" fmla="*/ 1318329 w 1369168"/>
                <a:gd name="connsiteY1" fmla="*/ 1880649 h 1896356"/>
                <a:gd name="connsiteX2" fmla="*/ 1216221 w 1369168"/>
                <a:gd name="connsiteY2" fmla="*/ 1360012 h 1896356"/>
                <a:gd name="connsiteX3" fmla="*/ 1040770 w 1369168"/>
                <a:gd name="connsiteY3" fmla="*/ 733648 h 1896356"/>
                <a:gd name="connsiteX4" fmla="*/ 945235 w 1369168"/>
                <a:gd name="connsiteY4" fmla="*/ 526956 h 1896356"/>
                <a:gd name="connsiteX5" fmla="*/ 780738 w 1369168"/>
                <a:gd name="connsiteY5" fmla="*/ 733077 h 1896356"/>
                <a:gd name="connsiteX6" fmla="*/ 646530 w 1369168"/>
                <a:gd name="connsiteY6" fmla="*/ 741459 h 1896356"/>
                <a:gd name="connsiteX7" fmla="*/ 263435 w 1369168"/>
                <a:gd name="connsiteY7" fmla="*/ 753175 h 1896356"/>
                <a:gd name="connsiteX8" fmla="*/ 82269 w 1369168"/>
                <a:gd name="connsiteY8" fmla="*/ 633731 h 1896356"/>
                <a:gd name="connsiteX9" fmla="*/ 3784 w 1369168"/>
                <a:gd name="connsiteY9" fmla="*/ 604585 h 1896356"/>
                <a:gd name="connsiteX10" fmla="*/ 1974 w 1369168"/>
                <a:gd name="connsiteY10" fmla="*/ 599632 h 1896356"/>
                <a:gd name="connsiteX11" fmla="*/ 2355 w 1369168"/>
                <a:gd name="connsiteY11" fmla="*/ 568104 h 1896356"/>
                <a:gd name="connsiteX12" fmla="*/ 17500 w 1369168"/>
                <a:gd name="connsiteY12" fmla="*/ 529813 h 1896356"/>
                <a:gd name="connsiteX13" fmla="*/ 60838 w 1369168"/>
                <a:gd name="connsiteY13" fmla="*/ 430753 h 1896356"/>
                <a:gd name="connsiteX14" fmla="*/ 330872 w 1369168"/>
                <a:gd name="connsiteY14" fmla="*/ 95188 h 1896356"/>
                <a:gd name="connsiteX15" fmla="*/ 605383 w 1369168"/>
                <a:gd name="connsiteY15" fmla="*/ 20321 h 1896356"/>
                <a:gd name="connsiteX16" fmla="*/ 720635 w 1369168"/>
                <a:gd name="connsiteY16" fmla="*/ 223 h 1896356"/>
                <a:gd name="connsiteX17" fmla="*/ 950759 w 1369168"/>
                <a:gd name="connsiteY17" fmla="*/ 118238 h 1896356"/>
                <a:gd name="connsiteX18" fmla="*/ 934281 w 1369168"/>
                <a:gd name="connsiteY18" fmla="*/ 215679 h 1896356"/>
                <a:gd name="connsiteX19" fmla="*/ 882941 w 1369168"/>
                <a:gd name="connsiteY19" fmla="*/ 267495 h 1896356"/>
                <a:gd name="connsiteX20" fmla="*/ 869987 w 1369168"/>
                <a:gd name="connsiteY20" fmla="*/ 355696 h 1896356"/>
                <a:gd name="connsiteX21" fmla="*/ 869606 w 1369168"/>
                <a:gd name="connsiteY21" fmla="*/ 372365 h 1896356"/>
                <a:gd name="connsiteX22" fmla="*/ 926852 w 1369168"/>
                <a:gd name="connsiteY22" fmla="*/ 410370 h 1896356"/>
                <a:gd name="connsiteX23" fmla="*/ 1110970 w 1369168"/>
                <a:gd name="connsiteY23" fmla="*/ 737268 h 1896356"/>
                <a:gd name="connsiteX24" fmla="*/ 1258512 w 1369168"/>
                <a:gd name="connsiteY24" fmla="*/ 1211803 h 1896356"/>
                <a:gd name="connsiteX25" fmla="*/ 1332140 w 1369168"/>
                <a:gd name="connsiteY25" fmla="*/ 1596613 h 1896356"/>
                <a:gd name="connsiteX26" fmla="*/ 1368335 w 1369168"/>
                <a:gd name="connsiteY26" fmla="*/ 1874172 h 1896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69168" h="1896356">
                  <a:moveTo>
                    <a:pt x="1368431" y="1874077"/>
                  </a:moveTo>
                  <a:cubicBezTo>
                    <a:pt x="1365573" y="1899508"/>
                    <a:pt x="1327759" y="1905128"/>
                    <a:pt x="1318329" y="1880649"/>
                  </a:cubicBezTo>
                  <a:cubicBezTo>
                    <a:pt x="1304327" y="1704151"/>
                    <a:pt x="1245653" y="1534510"/>
                    <a:pt x="1216221" y="1360012"/>
                  </a:cubicBezTo>
                  <a:cubicBezTo>
                    <a:pt x="1179264" y="1145605"/>
                    <a:pt x="1121161" y="935674"/>
                    <a:pt x="1040770" y="733648"/>
                  </a:cubicBezTo>
                  <a:cubicBezTo>
                    <a:pt x="1013243" y="662973"/>
                    <a:pt x="989621" y="589059"/>
                    <a:pt x="945235" y="526956"/>
                  </a:cubicBezTo>
                  <a:cubicBezTo>
                    <a:pt x="966856" y="630778"/>
                    <a:pt x="877512" y="716884"/>
                    <a:pt x="780738" y="733077"/>
                  </a:cubicBezTo>
                  <a:cubicBezTo>
                    <a:pt x="736066" y="738792"/>
                    <a:pt x="690631" y="728886"/>
                    <a:pt x="646530" y="741459"/>
                  </a:cubicBezTo>
                  <a:cubicBezTo>
                    <a:pt x="521848" y="767081"/>
                    <a:pt x="384212" y="820516"/>
                    <a:pt x="263435" y="753175"/>
                  </a:cubicBezTo>
                  <a:cubicBezTo>
                    <a:pt x="199713" y="718504"/>
                    <a:pt x="147706" y="664973"/>
                    <a:pt x="82269" y="633731"/>
                  </a:cubicBezTo>
                  <a:cubicBezTo>
                    <a:pt x="55028" y="626873"/>
                    <a:pt x="17214" y="636874"/>
                    <a:pt x="3784" y="604585"/>
                  </a:cubicBezTo>
                  <a:cubicBezTo>
                    <a:pt x="3117" y="602870"/>
                    <a:pt x="2450" y="601251"/>
                    <a:pt x="1974" y="599632"/>
                  </a:cubicBezTo>
                  <a:cubicBezTo>
                    <a:pt x="-1074" y="589154"/>
                    <a:pt x="-312" y="578581"/>
                    <a:pt x="2355" y="568104"/>
                  </a:cubicBezTo>
                  <a:cubicBezTo>
                    <a:pt x="5784" y="554864"/>
                    <a:pt x="12166" y="541720"/>
                    <a:pt x="17500" y="529813"/>
                  </a:cubicBezTo>
                  <a:cubicBezTo>
                    <a:pt x="32263" y="496952"/>
                    <a:pt x="48265" y="464472"/>
                    <a:pt x="60838" y="430753"/>
                  </a:cubicBezTo>
                  <a:cubicBezTo>
                    <a:pt x="125703" y="187771"/>
                    <a:pt x="182092" y="252350"/>
                    <a:pt x="330872" y="95188"/>
                  </a:cubicBezTo>
                  <a:cubicBezTo>
                    <a:pt x="404310" y="17178"/>
                    <a:pt x="506037" y="17464"/>
                    <a:pt x="605383" y="20321"/>
                  </a:cubicBezTo>
                  <a:cubicBezTo>
                    <a:pt x="644340" y="17368"/>
                    <a:pt x="681106" y="128"/>
                    <a:pt x="720635" y="223"/>
                  </a:cubicBezTo>
                  <a:cubicBezTo>
                    <a:pt x="809694" y="-3206"/>
                    <a:pt x="911326" y="32704"/>
                    <a:pt x="950759" y="118238"/>
                  </a:cubicBezTo>
                  <a:cubicBezTo>
                    <a:pt x="965618" y="150528"/>
                    <a:pt x="959712" y="190628"/>
                    <a:pt x="934281" y="215679"/>
                  </a:cubicBezTo>
                  <a:cubicBezTo>
                    <a:pt x="918374" y="234062"/>
                    <a:pt x="894562" y="245397"/>
                    <a:pt x="882941" y="267495"/>
                  </a:cubicBezTo>
                  <a:cubicBezTo>
                    <a:pt x="867225" y="294736"/>
                    <a:pt x="869796" y="325502"/>
                    <a:pt x="869987" y="355696"/>
                  </a:cubicBezTo>
                  <a:cubicBezTo>
                    <a:pt x="869987" y="361221"/>
                    <a:pt x="869892" y="366841"/>
                    <a:pt x="869606" y="372365"/>
                  </a:cubicBezTo>
                  <a:cubicBezTo>
                    <a:pt x="890847" y="384081"/>
                    <a:pt x="909802" y="396749"/>
                    <a:pt x="926852" y="410370"/>
                  </a:cubicBezTo>
                  <a:cubicBezTo>
                    <a:pt x="1030578" y="493142"/>
                    <a:pt x="1063154" y="608585"/>
                    <a:pt x="1110970" y="737268"/>
                  </a:cubicBezTo>
                  <a:cubicBezTo>
                    <a:pt x="1170501" y="892049"/>
                    <a:pt x="1223555" y="1049593"/>
                    <a:pt x="1258512" y="1211803"/>
                  </a:cubicBezTo>
                  <a:cubicBezTo>
                    <a:pt x="1286420" y="1339343"/>
                    <a:pt x="1305947" y="1468597"/>
                    <a:pt x="1332140" y="1596613"/>
                  </a:cubicBezTo>
                  <a:cubicBezTo>
                    <a:pt x="1352429" y="1688054"/>
                    <a:pt x="1373669" y="1780065"/>
                    <a:pt x="1368335" y="1874172"/>
                  </a:cubicBezTo>
                  <a:close/>
                </a:path>
              </a:pathLst>
            </a:custGeom>
            <a:solidFill>
              <a:srgbClr val="95B247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="" xmlns:a16="http://schemas.microsoft.com/office/drawing/2014/main" id="{AF4486A1-6D31-F7AC-E2BF-E4A4242F5FF3}"/>
                </a:ext>
              </a:extLst>
            </p:cNvPr>
            <p:cNvSpPr/>
            <p:nvPr/>
          </p:nvSpPr>
          <p:spPr>
            <a:xfrm>
              <a:off x="9793982" y="2785653"/>
              <a:ext cx="1562077" cy="1195507"/>
            </a:xfrm>
            <a:custGeom>
              <a:avLst/>
              <a:gdLst>
                <a:gd name="connsiteX0" fmla="*/ 1559341 w 1562077"/>
                <a:gd name="connsiteY0" fmla="*/ 643060 h 1195507"/>
                <a:gd name="connsiteX1" fmla="*/ 1543911 w 1562077"/>
                <a:gd name="connsiteY1" fmla="*/ 664968 h 1195507"/>
                <a:gd name="connsiteX2" fmla="*/ 1542483 w 1562077"/>
                <a:gd name="connsiteY2" fmla="*/ 666016 h 1195507"/>
                <a:gd name="connsiteX3" fmla="*/ 1477617 w 1562077"/>
                <a:gd name="connsiteY3" fmla="*/ 673826 h 1195507"/>
                <a:gd name="connsiteX4" fmla="*/ 1401989 w 1562077"/>
                <a:gd name="connsiteY4" fmla="*/ 667159 h 1195507"/>
                <a:gd name="connsiteX5" fmla="*/ 1226824 w 1562077"/>
                <a:gd name="connsiteY5" fmla="*/ 687447 h 1195507"/>
                <a:gd name="connsiteX6" fmla="*/ 856777 w 1562077"/>
                <a:gd name="connsiteY6" fmla="*/ 770219 h 1195507"/>
                <a:gd name="connsiteX7" fmla="*/ 764290 w 1562077"/>
                <a:gd name="connsiteY7" fmla="*/ 732500 h 1195507"/>
                <a:gd name="connsiteX8" fmla="*/ 592840 w 1562077"/>
                <a:gd name="connsiteY8" fmla="*/ 609342 h 1195507"/>
                <a:gd name="connsiteX9" fmla="*/ 468919 w 1562077"/>
                <a:gd name="connsiteY9" fmla="*/ 516092 h 1195507"/>
                <a:gd name="connsiteX10" fmla="*/ 454727 w 1562077"/>
                <a:gd name="connsiteY10" fmla="*/ 355977 h 1195507"/>
                <a:gd name="connsiteX11" fmla="*/ 407674 w 1562077"/>
                <a:gd name="connsiteY11" fmla="*/ 426081 h 1195507"/>
                <a:gd name="connsiteX12" fmla="*/ 262323 w 1562077"/>
                <a:gd name="connsiteY12" fmla="*/ 681732 h 1195507"/>
                <a:gd name="connsiteX13" fmla="*/ 108970 w 1562077"/>
                <a:gd name="connsiteY13" fmla="*/ 1055493 h 1195507"/>
                <a:gd name="connsiteX14" fmla="*/ 82395 w 1562077"/>
                <a:gd name="connsiteY14" fmla="*/ 1164744 h 1195507"/>
                <a:gd name="connsiteX15" fmla="*/ 30865 w 1562077"/>
                <a:gd name="connsiteY15" fmla="*/ 1194082 h 1195507"/>
                <a:gd name="connsiteX16" fmla="*/ 1433 w 1562077"/>
                <a:gd name="connsiteY16" fmla="*/ 1142551 h 1195507"/>
                <a:gd name="connsiteX17" fmla="*/ 78966 w 1562077"/>
                <a:gd name="connsiteY17" fmla="*/ 871184 h 1195507"/>
                <a:gd name="connsiteX18" fmla="*/ 205077 w 1562077"/>
                <a:gd name="connsiteY18" fmla="*/ 605627 h 1195507"/>
                <a:gd name="connsiteX19" fmla="*/ 421390 w 1562077"/>
                <a:gd name="connsiteY19" fmla="*/ 282158 h 1195507"/>
                <a:gd name="connsiteX20" fmla="*/ 433582 w 1562077"/>
                <a:gd name="connsiteY20" fmla="*/ 269585 h 1195507"/>
                <a:gd name="connsiteX21" fmla="*/ 435582 w 1562077"/>
                <a:gd name="connsiteY21" fmla="*/ 267394 h 1195507"/>
                <a:gd name="connsiteX22" fmla="*/ 441393 w 1562077"/>
                <a:gd name="connsiteY22" fmla="*/ 243582 h 1195507"/>
                <a:gd name="connsiteX23" fmla="*/ 529784 w 1562077"/>
                <a:gd name="connsiteY23" fmla="*/ 135949 h 1195507"/>
                <a:gd name="connsiteX24" fmla="*/ 783530 w 1562077"/>
                <a:gd name="connsiteY24" fmla="*/ 7647 h 1195507"/>
                <a:gd name="connsiteX25" fmla="*/ 1065566 w 1562077"/>
                <a:gd name="connsiteY25" fmla="*/ 61845 h 1195507"/>
                <a:gd name="connsiteX26" fmla="*/ 1250827 w 1562077"/>
                <a:gd name="connsiteY26" fmla="*/ 244820 h 1195507"/>
                <a:gd name="connsiteX27" fmla="*/ 1358269 w 1562077"/>
                <a:gd name="connsiteY27" fmla="*/ 316448 h 1195507"/>
                <a:gd name="connsiteX28" fmla="*/ 1537148 w 1562077"/>
                <a:gd name="connsiteY28" fmla="*/ 547334 h 1195507"/>
                <a:gd name="connsiteX29" fmla="*/ 1559437 w 1562077"/>
                <a:gd name="connsiteY29" fmla="*/ 643060 h 1195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562077" h="1195507">
                  <a:moveTo>
                    <a:pt x="1559341" y="643060"/>
                  </a:moveTo>
                  <a:cubicBezTo>
                    <a:pt x="1556865" y="650966"/>
                    <a:pt x="1551817" y="658396"/>
                    <a:pt x="1543911" y="664968"/>
                  </a:cubicBezTo>
                  <a:cubicBezTo>
                    <a:pt x="1543435" y="665349"/>
                    <a:pt x="1542958" y="665635"/>
                    <a:pt x="1542483" y="666016"/>
                  </a:cubicBezTo>
                  <a:cubicBezTo>
                    <a:pt x="1523622" y="679065"/>
                    <a:pt x="1499239" y="675255"/>
                    <a:pt x="1477617" y="673826"/>
                  </a:cubicBezTo>
                  <a:cubicBezTo>
                    <a:pt x="1452376" y="671826"/>
                    <a:pt x="1427229" y="668968"/>
                    <a:pt x="1401989" y="667159"/>
                  </a:cubicBezTo>
                  <a:cubicBezTo>
                    <a:pt x="1343124" y="664587"/>
                    <a:pt x="1283688" y="671826"/>
                    <a:pt x="1226824" y="687447"/>
                  </a:cubicBezTo>
                  <a:cubicBezTo>
                    <a:pt x="1100713" y="742978"/>
                    <a:pt x="1001748" y="807652"/>
                    <a:pt x="856777" y="770219"/>
                  </a:cubicBezTo>
                  <a:cubicBezTo>
                    <a:pt x="824202" y="762694"/>
                    <a:pt x="792960" y="749931"/>
                    <a:pt x="764290" y="732500"/>
                  </a:cubicBezTo>
                  <a:cubicBezTo>
                    <a:pt x="700187" y="694305"/>
                    <a:pt x="661324" y="635726"/>
                    <a:pt x="592840" y="609342"/>
                  </a:cubicBezTo>
                  <a:cubicBezTo>
                    <a:pt x="533880" y="596769"/>
                    <a:pt x="486160" y="580291"/>
                    <a:pt x="468919" y="516092"/>
                  </a:cubicBezTo>
                  <a:cubicBezTo>
                    <a:pt x="450631" y="464562"/>
                    <a:pt x="456918" y="409698"/>
                    <a:pt x="454727" y="355977"/>
                  </a:cubicBezTo>
                  <a:cubicBezTo>
                    <a:pt x="435392" y="385600"/>
                    <a:pt x="415294" y="412746"/>
                    <a:pt x="407674" y="426081"/>
                  </a:cubicBezTo>
                  <a:cubicBezTo>
                    <a:pt x="353476" y="507901"/>
                    <a:pt x="308899" y="595530"/>
                    <a:pt x="262323" y="681732"/>
                  </a:cubicBezTo>
                  <a:cubicBezTo>
                    <a:pt x="197838" y="800318"/>
                    <a:pt x="143736" y="924905"/>
                    <a:pt x="108970" y="1055493"/>
                  </a:cubicBezTo>
                  <a:cubicBezTo>
                    <a:pt x="99349" y="1091688"/>
                    <a:pt x="90587" y="1128169"/>
                    <a:pt x="82395" y="1164744"/>
                  </a:cubicBezTo>
                  <a:cubicBezTo>
                    <a:pt x="77442" y="1187033"/>
                    <a:pt x="52106" y="1199987"/>
                    <a:pt x="30865" y="1194082"/>
                  </a:cubicBezTo>
                  <a:cubicBezTo>
                    <a:pt x="8862" y="1188367"/>
                    <a:pt x="-4568" y="1164364"/>
                    <a:pt x="1433" y="1142551"/>
                  </a:cubicBezTo>
                  <a:cubicBezTo>
                    <a:pt x="22673" y="1050826"/>
                    <a:pt x="45629" y="959385"/>
                    <a:pt x="78966" y="871184"/>
                  </a:cubicBezTo>
                  <a:cubicBezTo>
                    <a:pt x="112685" y="778982"/>
                    <a:pt x="158309" y="691828"/>
                    <a:pt x="205077" y="605627"/>
                  </a:cubicBezTo>
                  <a:cubicBezTo>
                    <a:pt x="265656" y="490470"/>
                    <a:pt x="331284" y="377027"/>
                    <a:pt x="421390" y="282158"/>
                  </a:cubicBezTo>
                  <a:cubicBezTo>
                    <a:pt x="425009" y="278729"/>
                    <a:pt x="429105" y="274347"/>
                    <a:pt x="433582" y="269585"/>
                  </a:cubicBezTo>
                  <a:cubicBezTo>
                    <a:pt x="434249" y="268918"/>
                    <a:pt x="434916" y="268156"/>
                    <a:pt x="435582" y="267394"/>
                  </a:cubicBezTo>
                  <a:cubicBezTo>
                    <a:pt x="435773" y="259870"/>
                    <a:pt x="437963" y="251868"/>
                    <a:pt x="441393" y="243582"/>
                  </a:cubicBezTo>
                  <a:cubicBezTo>
                    <a:pt x="458537" y="202053"/>
                    <a:pt x="508924" y="154333"/>
                    <a:pt x="529784" y="135949"/>
                  </a:cubicBezTo>
                  <a:cubicBezTo>
                    <a:pt x="602175" y="73275"/>
                    <a:pt x="689423" y="27079"/>
                    <a:pt x="783530" y="7647"/>
                  </a:cubicBezTo>
                  <a:cubicBezTo>
                    <a:pt x="879352" y="-11783"/>
                    <a:pt x="984603" y="5647"/>
                    <a:pt x="1065566" y="61845"/>
                  </a:cubicBezTo>
                  <a:cubicBezTo>
                    <a:pt x="1139575" y="109660"/>
                    <a:pt x="1187105" y="185765"/>
                    <a:pt x="1250827" y="244820"/>
                  </a:cubicBezTo>
                  <a:cubicBezTo>
                    <a:pt x="1283879" y="272538"/>
                    <a:pt x="1322359" y="292731"/>
                    <a:pt x="1358269" y="316448"/>
                  </a:cubicBezTo>
                  <a:cubicBezTo>
                    <a:pt x="1444375" y="368359"/>
                    <a:pt x="1501525" y="455037"/>
                    <a:pt x="1537148" y="547334"/>
                  </a:cubicBezTo>
                  <a:cubicBezTo>
                    <a:pt x="1548198" y="575623"/>
                    <a:pt x="1569534" y="613247"/>
                    <a:pt x="1559437" y="643060"/>
                  </a:cubicBezTo>
                  <a:close/>
                </a:path>
              </a:pathLst>
            </a:custGeom>
            <a:solidFill>
              <a:srgbClr val="95B247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="" xmlns:a16="http://schemas.microsoft.com/office/drawing/2014/main" id="{7492DF1B-4AA4-12BD-AA87-89CAD8D71930}"/>
                </a:ext>
              </a:extLst>
            </p:cNvPr>
            <p:cNvSpPr/>
            <p:nvPr/>
          </p:nvSpPr>
          <p:spPr>
            <a:xfrm>
              <a:off x="7427430" y="2452473"/>
              <a:ext cx="926946" cy="264342"/>
            </a:xfrm>
            <a:custGeom>
              <a:avLst/>
              <a:gdLst>
                <a:gd name="connsiteX0" fmla="*/ 926946 w 926946"/>
                <a:gd name="connsiteY0" fmla="*/ 75176 h 264342"/>
                <a:gd name="connsiteX1" fmla="*/ 844841 w 926946"/>
                <a:gd name="connsiteY1" fmla="*/ 55935 h 264342"/>
                <a:gd name="connsiteX2" fmla="*/ 290010 w 926946"/>
                <a:gd name="connsiteY2" fmla="*/ 119086 h 264342"/>
                <a:gd name="connsiteX3" fmla="*/ 40455 w 926946"/>
                <a:gd name="connsiteY3" fmla="*/ 243102 h 264342"/>
                <a:gd name="connsiteX4" fmla="*/ 2450 w 926946"/>
                <a:gd name="connsiteY4" fmla="*/ 263866 h 264342"/>
                <a:gd name="connsiteX5" fmla="*/ 1974 w 926946"/>
                <a:gd name="connsiteY5" fmla="*/ 264342 h 264342"/>
                <a:gd name="connsiteX6" fmla="*/ 2355 w 926946"/>
                <a:gd name="connsiteY6" fmla="*/ 232815 h 264342"/>
                <a:gd name="connsiteX7" fmla="*/ 16452 w 926946"/>
                <a:gd name="connsiteY7" fmla="*/ 223956 h 264342"/>
                <a:gd name="connsiteX8" fmla="*/ 94557 w 926946"/>
                <a:gd name="connsiteY8" fmla="*/ 176331 h 264342"/>
                <a:gd name="connsiteX9" fmla="*/ 558710 w 926946"/>
                <a:gd name="connsiteY9" fmla="*/ 13263 h 264342"/>
                <a:gd name="connsiteX10" fmla="*/ 869987 w 926946"/>
                <a:gd name="connsiteY10" fmla="*/ 20407 h 264342"/>
                <a:gd name="connsiteX11" fmla="*/ 869606 w 926946"/>
                <a:gd name="connsiteY11" fmla="*/ 37076 h 264342"/>
                <a:gd name="connsiteX12" fmla="*/ 926852 w 926946"/>
                <a:gd name="connsiteY12" fmla="*/ 75081 h 26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6946" h="264342">
                  <a:moveTo>
                    <a:pt x="926946" y="75176"/>
                  </a:moveTo>
                  <a:cubicBezTo>
                    <a:pt x="896943" y="70890"/>
                    <a:pt x="852080" y="60031"/>
                    <a:pt x="844841" y="55935"/>
                  </a:cubicBezTo>
                  <a:cubicBezTo>
                    <a:pt x="709205" y="5167"/>
                    <a:pt x="427361" y="72414"/>
                    <a:pt x="290010" y="119086"/>
                  </a:cubicBezTo>
                  <a:cubicBezTo>
                    <a:pt x="202761" y="151376"/>
                    <a:pt x="122465" y="199763"/>
                    <a:pt x="40455" y="243102"/>
                  </a:cubicBezTo>
                  <a:cubicBezTo>
                    <a:pt x="27596" y="249769"/>
                    <a:pt x="15118" y="256913"/>
                    <a:pt x="2450" y="263866"/>
                  </a:cubicBezTo>
                  <a:cubicBezTo>
                    <a:pt x="2355" y="263961"/>
                    <a:pt x="2260" y="264247"/>
                    <a:pt x="1974" y="264342"/>
                  </a:cubicBezTo>
                  <a:cubicBezTo>
                    <a:pt x="-1074" y="253865"/>
                    <a:pt x="-312" y="243292"/>
                    <a:pt x="2355" y="232815"/>
                  </a:cubicBezTo>
                  <a:cubicBezTo>
                    <a:pt x="7879" y="229386"/>
                    <a:pt x="13118" y="226433"/>
                    <a:pt x="16452" y="223956"/>
                  </a:cubicBezTo>
                  <a:cubicBezTo>
                    <a:pt x="42931" y="208812"/>
                    <a:pt x="68363" y="191857"/>
                    <a:pt x="94557" y="176331"/>
                  </a:cubicBezTo>
                  <a:cubicBezTo>
                    <a:pt x="237908" y="94416"/>
                    <a:pt x="394404" y="34504"/>
                    <a:pt x="558710" y="13263"/>
                  </a:cubicBezTo>
                  <a:cubicBezTo>
                    <a:pt x="661580" y="-834"/>
                    <a:pt x="769498" y="-10359"/>
                    <a:pt x="869987" y="20407"/>
                  </a:cubicBezTo>
                  <a:cubicBezTo>
                    <a:pt x="869987" y="25932"/>
                    <a:pt x="869892" y="31551"/>
                    <a:pt x="869606" y="37076"/>
                  </a:cubicBezTo>
                  <a:cubicBezTo>
                    <a:pt x="890847" y="48792"/>
                    <a:pt x="909802" y="61460"/>
                    <a:pt x="926852" y="75081"/>
                  </a:cubicBezTo>
                  <a:close/>
                </a:path>
              </a:pathLst>
            </a:custGeom>
            <a:solidFill>
              <a:srgbClr val="87A03A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="" xmlns:a16="http://schemas.microsoft.com/office/drawing/2014/main" id="{DCE616E3-F51F-D950-F9C8-ED9CBE0C0D2B}"/>
                </a:ext>
              </a:extLst>
            </p:cNvPr>
            <p:cNvSpPr/>
            <p:nvPr/>
          </p:nvSpPr>
          <p:spPr>
            <a:xfrm>
              <a:off x="10227659" y="3028110"/>
              <a:ext cx="1125759" cy="423559"/>
            </a:xfrm>
            <a:custGeom>
              <a:avLst/>
              <a:gdLst>
                <a:gd name="connsiteX0" fmla="*/ 1125664 w 1125759"/>
                <a:gd name="connsiteY0" fmla="*/ 400604 h 423559"/>
                <a:gd name="connsiteX1" fmla="*/ 1110233 w 1125759"/>
                <a:gd name="connsiteY1" fmla="*/ 422511 h 423559"/>
                <a:gd name="connsiteX2" fmla="*/ 1108806 w 1125759"/>
                <a:gd name="connsiteY2" fmla="*/ 423559 h 423559"/>
                <a:gd name="connsiteX3" fmla="*/ 788003 w 1125759"/>
                <a:gd name="connsiteY3" fmla="*/ 237726 h 423559"/>
                <a:gd name="connsiteX4" fmla="*/ 174021 w 1125759"/>
                <a:gd name="connsiteY4" fmla="*/ 35320 h 423559"/>
                <a:gd name="connsiteX5" fmla="*/ 70104 w 1125759"/>
                <a:gd name="connsiteY5" fmla="*/ 29605 h 423559"/>
                <a:gd name="connsiteX6" fmla="*/ 10001 w 1125759"/>
                <a:gd name="connsiteY6" fmla="*/ 30558 h 423559"/>
                <a:gd name="connsiteX7" fmla="*/ 0 w 1125759"/>
                <a:gd name="connsiteY7" fmla="*/ 27129 h 423559"/>
                <a:gd name="connsiteX8" fmla="*/ 2000 w 1125759"/>
                <a:gd name="connsiteY8" fmla="*/ 24938 h 423559"/>
                <a:gd name="connsiteX9" fmla="*/ 7811 w 1125759"/>
                <a:gd name="connsiteY9" fmla="*/ 1125 h 423559"/>
                <a:gd name="connsiteX10" fmla="*/ 8287 w 1125759"/>
                <a:gd name="connsiteY10" fmla="*/ 1030 h 423559"/>
                <a:gd name="connsiteX11" fmla="*/ 162210 w 1125759"/>
                <a:gd name="connsiteY11" fmla="*/ 4364 h 423559"/>
                <a:gd name="connsiteX12" fmla="*/ 920496 w 1125759"/>
                <a:gd name="connsiteY12" fmla="*/ 268968 h 423559"/>
                <a:gd name="connsiteX13" fmla="*/ 1082706 w 1125759"/>
                <a:gd name="connsiteY13" fmla="*/ 366409 h 423559"/>
                <a:gd name="connsiteX14" fmla="*/ 1125759 w 1125759"/>
                <a:gd name="connsiteY14" fmla="*/ 400604 h 423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25759" h="423559">
                  <a:moveTo>
                    <a:pt x="1125664" y="400604"/>
                  </a:moveTo>
                  <a:cubicBezTo>
                    <a:pt x="1123187" y="408510"/>
                    <a:pt x="1118140" y="415939"/>
                    <a:pt x="1110233" y="422511"/>
                  </a:cubicBezTo>
                  <a:cubicBezTo>
                    <a:pt x="1109758" y="422892"/>
                    <a:pt x="1109281" y="423178"/>
                    <a:pt x="1108806" y="423559"/>
                  </a:cubicBezTo>
                  <a:cubicBezTo>
                    <a:pt x="1016222" y="342501"/>
                    <a:pt x="897445" y="291257"/>
                    <a:pt x="788003" y="237726"/>
                  </a:cubicBezTo>
                  <a:cubicBezTo>
                    <a:pt x="592455" y="146191"/>
                    <a:pt x="388239" y="68277"/>
                    <a:pt x="174021" y="35320"/>
                  </a:cubicBezTo>
                  <a:cubicBezTo>
                    <a:pt x="140303" y="30748"/>
                    <a:pt x="103155" y="29986"/>
                    <a:pt x="70104" y="29605"/>
                  </a:cubicBezTo>
                  <a:cubicBezTo>
                    <a:pt x="50102" y="29510"/>
                    <a:pt x="30003" y="29700"/>
                    <a:pt x="10001" y="30558"/>
                  </a:cubicBezTo>
                  <a:cubicBezTo>
                    <a:pt x="6286" y="30653"/>
                    <a:pt x="2762" y="29415"/>
                    <a:pt x="0" y="27129"/>
                  </a:cubicBezTo>
                  <a:cubicBezTo>
                    <a:pt x="667" y="26462"/>
                    <a:pt x="1333" y="25700"/>
                    <a:pt x="2000" y="24938"/>
                  </a:cubicBezTo>
                  <a:cubicBezTo>
                    <a:pt x="2191" y="17413"/>
                    <a:pt x="4381" y="9412"/>
                    <a:pt x="7811" y="1125"/>
                  </a:cubicBezTo>
                  <a:cubicBezTo>
                    <a:pt x="7905" y="1030"/>
                    <a:pt x="8191" y="1030"/>
                    <a:pt x="8287" y="1030"/>
                  </a:cubicBezTo>
                  <a:cubicBezTo>
                    <a:pt x="59627" y="-684"/>
                    <a:pt x="111061" y="-684"/>
                    <a:pt x="162210" y="4364"/>
                  </a:cubicBezTo>
                  <a:cubicBezTo>
                    <a:pt x="429577" y="41035"/>
                    <a:pt x="680370" y="150096"/>
                    <a:pt x="920496" y="268968"/>
                  </a:cubicBezTo>
                  <a:cubicBezTo>
                    <a:pt x="976788" y="297353"/>
                    <a:pt x="1031081" y="329928"/>
                    <a:pt x="1082706" y="366409"/>
                  </a:cubicBezTo>
                  <a:cubicBezTo>
                    <a:pt x="1097566" y="376982"/>
                    <a:pt x="1112139" y="388221"/>
                    <a:pt x="1125759" y="400604"/>
                  </a:cubicBezTo>
                  <a:close/>
                </a:path>
              </a:pathLst>
            </a:custGeom>
            <a:solidFill>
              <a:srgbClr val="87A03A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="" xmlns:a16="http://schemas.microsoft.com/office/drawing/2014/main" id="{F0CF4FA8-6317-9FCE-020B-E4D5E965A4BC}"/>
                </a:ext>
              </a:extLst>
            </p:cNvPr>
            <p:cNvSpPr/>
            <p:nvPr/>
          </p:nvSpPr>
          <p:spPr>
            <a:xfrm>
              <a:off x="8394763" y="1610391"/>
              <a:ext cx="355166" cy="959647"/>
            </a:xfrm>
            <a:custGeom>
              <a:avLst/>
              <a:gdLst>
                <a:gd name="connsiteX0" fmla="*/ 351281 w 355166"/>
                <a:gd name="connsiteY0" fmla="*/ 956786 h 959647"/>
                <a:gd name="connsiteX1" fmla="*/ 343757 w 355166"/>
                <a:gd name="connsiteY1" fmla="*/ 959072 h 959647"/>
                <a:gd name="connsiteX2" fmla="*/ 319754 w 355166"/>
                <a:gd name="connsiteY2" fmla="*/ 915162 h 959647"/>
                <a:gd name="connsiteX3" fmla="*/ 301085 w 355166"/>
                <a:gd name="connsiteY3" fmla="*/ 855726 h 959647"/>
                <a:gd name="connsiteX4" fmla="*/ 264604 w 355166"/>
                <a:gd name="connsiteY4" fmla="*/ 740188 h 959647"/>
                <a:gd name="connsiteX5" fmla="*/ 183546 w 355166"/>
                <a:gd name="connsiteY5" fmla="*/ 551879 h 959647"/>
                <a:gd name="connsiteX6" fmla="*/ 96393 w 355166"/>
                <a:gd name="connsiteY6" fmla="*/ 366998 h 959647"/>
                <a:gd name="connsiteX7" fmla="*/ 0 w 355166"/>
                <a:gd name="connsiteY7" fmla="*/ 4286 h 959647"/>
                <a:gd name="connsiteX8" fmla="*/ 9810 w 355166"/>
                <a:gd name="connsiteY8" fmla="*/ 191 h 959647"/>
                <a:gd name="connsiteX9" fmla="*/ 10953 w 355166"/>
                <a:gd name="connsiteY9" fmla="*/ 0 h 959647"/>
                <a:gd name="connsiteX10" fmla="*/ 65246 w 355166"/>
                <a:gd name="connsiteY10" fmla="*/ 195167 h 959647"/>
                <a:gd name="connsiteX11" fmla="*/ 130397 w 355166"/>
                <a:gd name="connsiteY11" fmla="*/ 383953 h 959647"/>
                <a:gd name="connsiteX12" fmla="*/ 222980 w 355166"/>
                <a:gd name="connsiteY12" fmla="*/ 571214 h 959647"/>
                <a:gd name="connsiteX13" fmla="*/ 298513 w 355166"/>
                <a:gd name="connsiteY13" fmla="*/ 757809 h 959647"/>
                <a:gd name="connsiteX14" fmla="*/ 331184 w 355166"/>
                <a:gd name="connsiteY14" fmla="*/ 861251 h 959647"/>
                <a:gd name="connsiteX15" fmla="*/ 348234 w 355166"/>
                <a:gd name="connsiteY15" fmla="*/ 915162 h 959647"/>
                <a:gd name="connsiteX16" fmla="*/ 351187 w 355166"/>
                <a:gd name="connsiteY16" fmla="*/ 956882 h 959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5166" h="959647">
                  <a:moveTo>
                    <a:pt x="351281" y="956786"/>
                  </a:moveTo>
                  <a:cubicBezTo>
                    <a:pt x="349567" y="959549"/>
                    <a:pt x="346614" y="960311"/>
                    <a:pt x="343757" y="959072"/>
                  </a:cubicBezTo>
                  <a:cubicBezTo>
                    <a:pt x="326707" y="951357"/>
                    <a:pt x="324898" y="931450"/>
                    <a:pt x="319754" y="915162"/>
                  </a:cubicBezTo>
                  <a:cubicBezTo>
                    <a:pt x="313372" y="895445"/>
                    <a:pt x="307276" y="875633"/>
                    <a:pt x="301085" y="855726"/>
                  </a:cubicBezTo>
                  <a:cubicBezTo>
                    <a:pt x="289084" y="817245"/>
                    <a:pt x="277273" y="778574"/>
                    <a:pt x="264604" y="740188"/>
                  </a:cubicBezTo>
                  <a:cubicBezTo>
                    <a:pt x="242982" y="674561"/>
                    <a:pt x="215741" y="612743"/>
                    <a:pt x="183546" y="551879"/>
                  </a:cubicBezTo>
                  <a:cubicBezTo>
                    <a:pt x="151543" y="491490"/>
                    <a:pt x="120967" y="430816"/>
                    <a:pt x="96393" y="366998"/>
                  </a:cubicBezTo>
                  <a:cubicBezTo>
                    <a:pt x="51149" y="249460"/>
                    <a:pt x="24955" y="127159"/>
                    <a:pt x="0" y="4286"/>
                  </a:cubicBezTo>
                  <a:cubicBezTo>
                    <a:pt x="2857" y="2572"/>
                    <a:pt x="6096" y="1143"/>
                    <a:pt x="9810" y="191"/>
                  </a:cubicBezTo>
                  <a:cubicBezTo>
                    <a:pt x="10191" y="95"/>
                    <a:pt x="10573" y="0"/>
                    <a:pt x="10953" y="0"/>
                  </a:cubicBezTo>
                  <a:cubicBezTo>
                    <a:pt x="28194" y="65151"/>
                    <a:pt x="46196" y="130397"/>
                    <a:pt x="65246" y="195167"/>
                  </a:cubicBezTo>
                  <a:cubicBezTo>
                    <a:pt x="84105" y="258890"/>
                    <a:pt x="105251" y="322326"/>
                    <a:pt x="130397" y="383953"/>
                  </a:cubicBezTo>
                  <a:cubicBezTo>
                    <a:pt x="156876" y="448532"/>
                    <a:pt x="190976" y="509111"/>
                    <a:pt x="222980" y="571214"/>
                  </a:cubicBezTo>
                  <a:cubicBezTo>
                    <a:pt x="254032" y="631222"/>
                    <a:pt x="277844" y="693515"/>
                    <a:pt x="298513" y="757809"/>
                  </a:cubicBezTo>
                  <a:cubicBezTo>
                    <a:pt x="309563" y="792194"/>
                    <a:pt x="320325" y="826770"/>
                    <a:pt x="331184" y="861251"/>
                  </a:cubicBezTo>
                  <a:cubicBezTo>
                    <a:pt x="336899" y="879158"/>
                    <a:pt x="342805" y="897160"/>
                    <a:pt x="348234" y="915162"/>
                  </a:cubicBezTo>
                  <a:cubicBezTo>
                    <a:pt x="352806" y="929831"/>
                    <a:pt x="359569" y="942689"/>
                    <a:pt x="351187" y="956882"/>
                  </a:cubicBezTo>
                  <a:close/>
                </a:path>
              </a:pathLst>
            </a:custGeom>
            <a:solidFill>
              <a:srgbClr val="627F2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="" xmlns:a16="http://schemas.microsoft.com/office/drawing/2014/main" id="{CA5E5169-D0D6-E2D5-E02C-C8C873C15918}"/>
                </a:ext>
              </a:extLst>
            </p:cNvPr>
            <p:cNvSpPr/>
            <p:nvPr/>
          </p:nvSpPr>
          <p:spPr>
            <a:xfrm>
              <a:off x="10399579" y="2358260"/>
              <a:ext cx="831538" cy="361793"/>
            </a:xfrm>
            <a:custGeom>
              <a:avLst/>
              <a:gdLst>
                <a:gd name="connsiteX0" fmla="*/ 831539 w 831538"/>
                <a:gd name="connsiteY0" fmla="*/ 340077 h 361793"/>
                <a:gd name="connsiteX1" fmla="*/ 827824 w 831538"/>
                <a:gd name="connsiteY1" fmla="*/ 349602 h 361793"/>
                <a:gd name="connsiteX2" fmla="*/ 819919 w 831538"/>
                <a:gd name="connsiteY2" fmla="*/ 361794 h 361793"/>
                <a:gd name="connsiteX3" fmla="*/ 674186 w 831538"/>
                <a:gd name="connsiteY3" fmla="*/ 256828 h 361793"/>
                <a:gd name="connsiteX4" fmla="*/ 600558 w 831538"/>
                <a:gd name="connsiteY4" fmla="*/ 171389 h 361793"/>
                <a:gd name="connsiteX5" fmla="*/ 510927 w 831538"/>
                <a:gd name="connsiteY5" fmla="*/ 119573 h 361793"/>
                <a:gd name="connsiteX6" fmla="*/ 413011 w 831538"/>
                <a:gd name="connsiteY6" fmla="*/ 81949 h 361793"/>
                <a:gd name="connsiteX7" fmla="*/ 312140 w 831538"/>
                <a:gd name="connsiteY7" fmla="*/ 38706 h 361793"/>
                <a:gd name="connsiteX8" fmla="*/ 197460 w 831538"/>
                <a:gd name="connsiteY8" fmla="*/ 32134 h 361793"/>
                <a:gd name="connsiteX9" fmla="*/ 87160 w 831538"/>
                <a:gd name="connsiteY9" fmla="*/ 73377 h 361793"/>
                <a:gd name="connsiteX10" fmla="*/ 2864 w 831538"/>
                <a:gd name="connsiteY10" fmla="*/ 114906 h 361793"/>
                <a:gd name="connsiteX11" fmla="*/ 7 w 831538"/>
                <a:gd name="connsiteY11" fmla="*/ 87283 h 361793"/>
                <a:gd name="connsiteX12" fmla="*/ 87922 w 831538"/>
                <a:gd name="connsiteY12" fmla="*/ 45183 h 361793"/>
                <a:gd name="connsiteX13" fmla="*/ 204793 w 831538"/>
                <a:gd name="connsiteY13" fmla="*/ 3844 h 361793"/>
                <a:gd name="connsiteX14" fmla="*/ 320522 w 831538"/>
                <a:gd name="connsiteY14" fmla="*/ 13846 h 361793"/>
                <a:gd name="connsiteX15" fmla="*/ 421393 w 831538"/>
                <a:gd name="connsiteY15" fmla="*/ 56803 h 361793"/>
                <a:gd name="connsiteX16" fmla="*/ 523691 w 831538"/>
                <a:gd name="connsiteY16" fmla="*/ 95761 h 361793"/>
                <a:gd name="connsiteX17" fmla="*/ 615607 w 831538"/>
                <a:gd name="connsiteY17" fmla="*/ 148529 h 361793"/>
                <a:gd name="connsiteX18" fmla="*/ 689521 w 831538"/>
                <a:gd name="connsiteY18" fmla="*/ 232159 h 361793"/>
                <a:gd name="connsiteX19" fmla="*/ 831444 w 831538"/>
                <a:gd name="connsiteY19" fmla="*/ 340077 h 361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31538" h="361793">
                  <a:moveTo>
                    <a:pt x="831539" y="340077"/>
                  </a:moveTo>
                  <a:cubicBezTo>
                    <a:pt x="830587" y="343411"/>
                    <a:pt x="829348" y="346554"/>
                    <a:pt x="827824" y="349602"/>
                  </a:cubicBezTo>
                  <a:cubicBezTo>
                    <a:pt x="825633" y="353888"/>
                    <a:pt x="823062" y="357984"/>
                    <a:pt x="819919" y="361794"/>
                  </a:cubicBezTo>
                  <a:cubicBezTo>
                    <a:pt x="762864" y="340648"/>
                    <a:pt x="713524" y="305025"/>
                    <a:pt x="674186" y="256828"/>
                  </a:cubicBezTo>
                  <a:cubicBezTo>
                    <a:pt x="650373" y="227682"/>
                    <a:pt x="629705" y="195868"/>
                    <a:pt x="600558" y="171389"/>
                  </a:cubicBezTo>
                  <a:cubicBezTo>
                    <a:pt x="573983" y="149005"/>
                    <a:pt x="542646" y="133099"/>
                    <a:pt x="510927" y="119573"/>
                  </a:cubicBezTo>
                  <a:cubicBezTo>
                    <a:pt x="478828" y="105857"/>
                    <a:pt x="445586" y="94617"/>
                    <a:pt x="413011" y="81949"/>
                  </a:cubicBezTo>
                  <a:cubicBezTo>
                    <a:pt x="378911" y="68614"/>
                    <a:pt x="346525" y="51184"/>
                    <a:pt x="312140" y="38706"/>
                  </a:cubicBezTo>
                  <a:cubicBezTo>
                    <a:pt x="274326" y="24894"/>
                    <a:pt x="236608" y="22418"/>
                    <a:pt x="197460" y="32134"/>
                  </a:cubicBezTo>
                  <a:cubicBezTo>
                    <a:pt x="159264" y="41373"/>
                    <a:pt x="123069" y="57756"/>
                    <a:pt x="87160" y="73377"/>
                  </a:cubicBezTo>
                  <a:cubicBezTo>
                    <a:pt x="58395" y="85855"/>
                    <a:pt x="29820" y="99190"/>
                    <a:pt x="2864" y="114906"/>
                  </a:cubicBezTo>
                  <a:cubicBezTo>
                    <a:pt x="863" y="105952"/>
                    <a:pt x="-89" y="96713"/>
                    <a:pt x="7" y="87283"/>
                  </a:cubicBezTo>
                  <a:cubicBezTo>
                    <a:pt x="28391" y="71377"/>
                    <a:pt x="58109" y="58137"/>
                    <a:pt x="87922" y="45183"/>
                  </a:cubicBezTo>
                  <a:cubicBezTo>
                    <a:pt x="125737" y="28705"/>
                    <a:pt x="164027" y="11560"/>
                    <a:pt x="204793" y="3844"/>
                  </a:cubicBezTo>
                  <a:cubicBezTo>
                    <a:pt x="244513" y="-3681"/>
                    <a:pt x="282708" y="-61"/>
                    <a:pt x="320522" y="13846"/>
                  </a:cubicBezTo>
                  <a:cubicBezTo>
                    <a:pt x="354908" y="26323"/>
                    <a:pt x="387388" y="43468"/>
                    <a:pt x="421393" y="56803"/>
                  </a:cubicBezTo>
                  <a:cubicBezTo>
                    <a:pt x="455492" y="70138"/>
                    <a:pt x="490068" y="81568"/>
                    <a:pt x="523691" y="95761"/>
                  </a:cubicBezTo>
                  <a:cubicBezTo>
                    <a:pt x="556266" y="109572"/>
                    <a:pt x="587890" y="126240"/>
                    <a:pt x="615607" y="148529"/>
                  </a:cubicBezTo>
                  <a:cubicBezTo>
                    <a:pt x="644944" y="172151"/>
                    <a:pt x="666471" y="202822"/>
                    <a:pt x="689521" y="232159"/>
                  </a:cubicBezTo>
                  <a:cubicBezTo>
                    <a:pt x="726764" y="279403"/>
                    <a:pt x="775913" y="317026"/>
                    <a:pt x="831444" y="340077"/>
                  </a:cubicBezTo>
                  <a:close/>
                </a:path>
              </a:pathLst>
            </a:custGeom>
            <a:solidFill>
              <a:srgbClr val="627F2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="" xmlns:a16="http://schemas.microsoft.com/office/drawing/2014/main" id="{E90EF667-BACF-D02F-6C7E-AB44020349D0}"/>
                </a:ext>
              </a:extLst>
            </p:cNvPr>
            <p:cNvSpPr/>
            <p:nvPr/>
          </p:nvSpPr>
          <p:spPr>
            <a:xfrm>
              <a:off x="9127998" y="1287494"/>
              <a:ext cx="226599" cy="960405"/>
            </a:xfrm>
            <a:custGeom>
              <a:avLst/>
              <a:gdLst>
                <a:gd name="connsiteX0" fmla="*/ 226600 w 226599"/>
                <a:gd name="connsiteY0" fmla="*/ 956882 h 960405"/>
                <a:gd name="connsiteX1" fmla="*/ 208121 w 226599"/>
                <a:gd name="connsiteY1" fmla="*/ 960406 h 960405"/>
                <a:gd name="connsiteX2" fmla="*/ 180213 w 226599"/>
                <a:gd name="connsiteY2" fmla="*/ 773811 h 960405"/>
                <a:gd name="connsiteX3" fmla="*/ 84011 w 226599"/>
                <a:gd name="connsiteY3" fmla="*/ 370808 h 960405"/>
                <a:gd name="connsiteX4" fmla="*/ 0 w 226599"/>
                <a:gd name="connsiteY4" fmla="*/ 8382 h 960405"/>
                <a:gd name="connsiteX5" fmla="*/ 14383 w 226599"/>
                <a:gd name="connsiteY5" fmla="*/ 0 h 960405"/>
                <a:gd name="connsiteX6" fmla="*/ 64675 w 226599"/>
                <a:gd name="connsiteY6" fmla="*/ 191834 h 960405"/>
                <a:gd name="connsiteX7" fmla="*/ 163925 w 226599"/>
                <a:gd name="connsiteY7" fmla="*/ 598742 h 960405"/>
                <a:gd name="connsiteX8" fmla="*/ 226600 w 226599"/>
                <a:gd name="connsiteY8" fmla="*/ 956882 h 960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6599" h="960405">
                  <a:moveTo>
                    <a:pt x="226600" y="956882"/>
                  </a:moveTo>
                  <a:cubicBezTo>
                    <a:pt x="220503" y="958215"/>
                    <a:pt x="214217" y="959358"/>
                    <a:pt x="208121" y="960406"/>
                  </a:cubicBezTo>
                  <a:cubicBezTo>
                    <a:pt x="202597" y="897731"/>
                    <a:pt x="192881" y="835438"/>
                    <a:pt x="180213" y="773811"/>
                  </a:cubicBezTo>
                  <a:cubicBezTo>
                    <a:pt x="152114" y="638651"/>
                    <a:pt x="116395" y="505016"/>
                    <a:pt x="84011" y="370808"/>
                  </a:cubicBezTo>
                  <a:cubicBezTo>
                    <a:pt x="54864" y="250317"/>
                    <a:pt x="25146" y="129826"/>
                    <a:pt x="0" y="8382"/>
                  </a:cubicBezTo>
                  <a:cubicBezTo>
                    <a:pt x="4000" y="4286"/>
                    <a:pt x="8954" y="1429"/>
                    <a:pt x="14383" y="0"/>
                  </a:cubicBezTo>
                  <a:cubicBezTo>
                    <a:pt x="32195" y="63722"/>
                    <a:pt x="48577" y="127635"/>
                    <a:pt x="64675" y="191834"/>
                  </a:cubicBezTo>
                  <a:cubicBezTo>
                    <a:pt x="98774" y="327184"/>
                    <a:pt x="132588" y="462725"/>
                    <a:pt x="163925" y="598742"/>
                  </a:cubicBezTo>
                  <a:cubicBezTo>
                    <a:pt x="191167" y="716661"/>
                    <a:pt x="216503" y="836009"/>
                    <a:pt x="226600" y="956882"/>
                  </a:cubicBezTo>
                  <a:close/>
                </a:path>
              </a:pathLst>
            </a:custGeom>
            <a:solidFill>
              <a:srgbClr val="41560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="" xmlns:a16="http://schemas.microsoft.com/office/drawing/2014/main" id="{404FDEF4-F529-4CB4-D944-1E8366A0D5EF}"/>
                </a:ext>
              </a:extLst>
            </p:cNvPr>
            <p:cNvSpPr/>
            <p:nvPr/>
          </p:nvSpPr>
          <p:spPr>
            <a:xfrm>
              <a:off x="8912232" y="2192034"/>
              <a:ext cx="990244" cy="1731504"/>
            </a:xfrm>
            <a:custGeom>
              <a:avLst/>
              <a:gdLst>
                <a:gd name="connsiteX0" fmla="*/ 101275 w 990244"/>
                <a:gd name="connsiteY0" fmla="*/ 267988 h 1731504"/>
                <a:gd name="connsiteX1" fmla="*/ 108895 w 990244"/>
                <a:gd name="connsiteY1" fmla="*/ 166927 h 1731504"/>
                <a:gd name="connsiteX2" fmla="*/ 164902 w 990244"/>
                <a:gd name="connsiteY2" fmla="*/ 44245 h 1731504"/>
                <a:gd name="connsiteX3" fmla="*/ 303110 w 990244"/>
                <a:gd name="connsiteY3" fmla="*/ 1383 h 1731504"/>
                <a:gd name="connsiteX4" fmla="*/ 481608 w 990244"/>
                <a:gd name="connsiteY4" fmla="*/ 46817 h 1731504"/>
                <a:gd name="connsiteX5" fmla="*/ 628770 w 990244"/>
                <a:gd name="connsiteY5" fmla="*/ 65677 h 1731504"/>
                <a:gd name="connsiteX6" fmla="*/ 739736 w 990244"/>
                <a:gd name="connsiteY6" fmla="*/ 131875 h 1731504"/>
                <a:gd name="connsiteX7" fmla="*/ 780979 w 990244"/>
                <a:gd name="connsiteY7" fmla="*/ 186644 h 1731504"/>
                <a:gd name="connsiteX8" fmla="*/ 825747 w 990244"/>
                <a:gd name="connsiteY8" fmla="*/ 262177 h 1731504"/>
                <a:gd name="connsiteX9" fmla="*/ 923759 w 990244"/>
                <a:gd name="connsiteY9" fmla="*/ 364381 h 1731504"/>
                <a:gd name="connsiteX10" fmla="*/ 947381 w 990244"/>
                <a:gd name="connsiteY10" fmla="*/ 388669 h 1731504"/>
                <a:gd name="connsiteX11" fmla="*/ 987767 w 990244"/>
                <a:gd name="connsiteY11" fmla="*/ 451915 h 1731504"/>
                <a:gd name="connsiteX12" fmla="*/ 987862 w 990244"/>
                <a:gd name="connsiteY12" fmla="*/ 485062 h 1731504"/>
                <a:gd name="connsiteX13" fmla="*/ 973670 w 990244"/>
                <a:gd name="connsiteY13" fmla="*/ 507637 h 1731504"/>
                <a:gd name="connsiteX14" fmla="*/ 914710 w 990244"/>
                <a:gd name="connsiteY14" fmla="*/ 529830 h 1731504"/>
                <a:gd name="connsiteX15" fmla="*/ 889755 w 990244"/>
                <a:gd name="connsiteY15" fmla="*/ 533449 h 1731504"/>
                <a:gd name="connsiteX16" fmla="*/ 801934 w 990244"/>
                <a:gd name="connsiteY16" fmla="*/ 551833 h 1731504"/>
                <a:gd name="connsiteX17" fmla="*/ 733259 w 990244"/>
                <a:gd name="connsiteY17" fmla="*/ 573264 h 1731504"/>
                <a:gd name="connsiteX18" fmla="*/ 662012 w 990244"/>
                <a:gd name="connsiteY18" fmla="*/ 603553 h 1731504"/>
                <a:gd name="connsiteX19" fmla="*/ 531710 w 990244"/>
                <a:gd name="connsiteY19" fmla="*/ 678896 h 1731504"/>
                <a:gd name="connsiteX20" fmla="*/ 468941 w 990244"/>
                <a:gd name="connsiteY20" fmla="*/ 714710 h 1731504"/>
                <a:gd name="connsiteX21" fmla="*/ 247674 w 990244"/>
                <a:gd name="connsiteY21" fmla="*/ 779671 h 1731504"/>
                <a:gd name="connsiteX22" fmla="*/ 213289 w 990244"/>
                <a:gd name="connsiteY22" fmla="*/ 777480 h 1731504"/>
                <a:gd name="connsiteX23" fmla="*/ 210432 w 990244"/>
                <a:gd name="connsiteY23" fmla="*/ 777099 h 1731504"/>
                <a:gd name="connsiteX24" fmla="*/ 169475 w 990244"/>
                <a:gd name="connsiteY24" fmla="*/ 902638 h 1731504"/>
                <a:gd name="connsiteX25" fmla="*/ 96608 w 990244"/>
                <a:gd name="connsiteY25" fmla="*/ 1232299 h 1731504"/>
                <a:gd name="connsiteX26" fmla="*/ 77177 w 990244"/>
                <a:gd name="connsiteY26" fmla="*/ 1361172 h 1731504"/>
                <a:gd name="connsiteX27" fmla="*/ 47554 w 990244"/>
                <a:gd name="connsiteY27" fmla="*/ 1615394 h 1731504"/>
                <a:gd name="connsiteX28" fmla="*/ 34219 w 990244"/>
                <a:gd name="connsiteY28" fmla="*/ 1695595 h 1731504"/>
                <a:gd name="connsiteX29" fmla="*/ 29742 w 990244"/>
                <a:gd name="connsiteY29" fmla="*/ 1716359 h 1731504"/>
                <a:gd name="connsiteX30" fmla="*/ 15360 w 990244"/>
                <a:gd name="connsiteY30" fmla="*/ 1731504 h 1731504"/>
                <a:gd name="connsiteX31" fmla="*/ 1739 w 990244"/>
                <a:gd name="connsiteY31" fmla="*/ 1711597 h 1731504"/>
                <a:gd name="connsiteX32" fmla="*/ 787 w 990244"/>
                <a:gd name="connsiteY32" fmla="*/ 1715502 h 1731504"/>
                <a:gd name="connsiteX33" fmla="*/ 8216 w 990244"/>
                <a:gd name="connsiteY33" fmla="*/ 1457089 h 1731504"/>
                <a:gd name="connsiteX34" fmla="*/ 33648 w 990244"/>
                <a:gd name="connsiteY34" fmla="*/ 1238014 h 1731504"/>
                <a:gd name="connsiteX35" fmla="*/ 52698 w 990244"/>
                <a:gd name="connsiteY35" fmla="*/ 1123333 h 1731504"/>
                <a:gd name="connsiteX36" fmla="*/ 70890 w 990244"/>
                <a:gd name="connsiteY36" fmla="*/ 1031035 h 1731504"/>
                <a:gd name="connsiteX37" fmla="*/ 142519 w 990244"/>
                <a:gd name="connsiteY37" fmla="*/ 786052 h 1731504"/>
                <a:gd name="connsiteX38" fmla="*/ 151472 w 990244"/>
                <a:gd name="connsiteY38" fmla="*/ 762049 h 1731504"/>
                <a:gd name="connsiteX39" fmla="*/ 134517 w 990244"/>
                <a:gd name="connsiteY39" fmla="*/ 754810 h 1731504"/>
                <a:gd name="connsiteX40" fmla="*/ 20027 w 990244"/>
                <a:gd name="connsiteY40" fmla="*/ 558881 h 1731504"/>
                <a:gd name="connsiteX41" fmla="*/ 41744 w 990244"/>
                <a:gd name="connsiteY41" fmla="*/ 479633 h 1731504"/>
                <a:gd name="connsiteX42" fmla="*/ 78987 w 990244"/>
                <a:gd name="connsiteY42" fmla="*/ 394194 h 1731504"/>
                <a:gd name="connsiteX43" fmla="*/ 99085 w 990244"/>
                <a:gd name="connsiteY43" fmla="*/ 298658 h 1731504"/>
                <a:gd name="connsiteX44" fmla="*/ 101085 w 990244"/>
                <a:gd name="connsiteY44" fmla="*/ 267892 h 1731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990244" h="1731504">
                  <a:moveTo>
                    <a:pt x="101275" y="267988"/>
                  </a:moveTo>
                  <a:cubicBezTo>
                    <a:pt x="102990" y="234174"/>
                    <a:pt x="103752" y="200074"/>
                    <a:pt x="108895" y="166927"/>
                  </a:cubicBezTo>
                  <a:cubicBezTo>
                    <a:pt x="115753" y="122827"/>
                    <a:pt x="133565" y="77297"/>
                    <a:pt x="164902" y="44245"/>
                  </a:cubicBezTo>
                  <a:cubicBezTo>
                    <a:pt x="201002" y="6241"/>
                    <a:pt x="252342" y="-4142"/>
                    <a:pt x="303110" y="1383"/>
                  </a:cubicBezTo>
                  <a:cubicBezTo>
                    <a:pt x="364070" y="8050"/>
                    <a:pt x="421125" y="36244"/>
                    <a:pt x="481608" y="46817"/>
                  </a:cubicBezTo>
                  <a:cubicBezTo>
                    <a:pt x="530567" y="55485"/>
                    <a:pt x="580573" y="52342"/>
                    <a:pt x="628770" y="65677"/>
                  </a:cubicBezTo>
                  <a:cubicBezTo>
                    <a:pt x="671347" y="77488"/>
                    <a:pt x="708494" y="100919"/>
                    <a:pt x="739736" y="131875"/>
                  </a:cubicBezTo>
                  <a:cubicBezTo>
                    <a:pt x="756405" y="147973"/>
                    <a:pt x="769264" y="166832"/>
                    <a:pt x="780979" y="186644"/>
                  </a:cubicBezTo>
                  <a:cubicBezTo>
                    <a:pt x="795838" y="211885"/>
                    <a:pt x="809554" y="237793"/>
                    <a:pt x="825747" y="262177"/>
                  </a:cubicBezTo>
                  <a:cubicBezTo>
                    <a:pt x="852227" y="301897"/>
                    <a:pt x="889945" y="331424"/>
                    <a:pt x="923759" y="364381"/>
                  </a:cubicBezTo>
                  <a:cubicBezTo>
                    <a:pt x="931951" y="372286"/>
                    <a:pt x="940047" y="380383"/>
                    <a:pt x="947381" y="388669"/>
                  </a:cubicBezTo>
                  <a:cubicBezTo>
                    <a:pt x="964145" y="407529"/>
                    <a:pt x="978528" y="428008"/>
                    <a:pt x="987767" y="451915"/>
                  </a:cubicBezTo>
                  <a:cubicBezTo>
                    <a:pt x="991196" y="464393"/>
                    <a:pt x="990910" y="475537"/>
                    <a:pt x="987862" y="485062"/>
                  </a:cubicBezTo>
                  <a:cubicBezTo>
                    <a:pt x="985386" y="493921"/>
                    <a:pt x="980338" y="501541"/>
                    <a:pt x="973670" y="507637"/>
                  </a:cubicBezTo>
                  <a:cubicBezTo>
                    <a:pt x="959287" y="521353"/>
                    <a:pt x="937189" y="528877"/>
                    <a:pt x="914710" y="529830"/>
                  </a:cubicBezTo>
                  <a:cubicBezTo>
                    <a:pt x="906328" y="530973"/>
                    <a:pt x="898042" y="532116"/>
                    <a:pt x="889755" y="533449"/>
                  </a:cubicBezTo>
                  <a:cubicBezTo>
                    <a:pt x="860132" y="538021"/>
                    <a:pt x="830795" y="544117"/>
                    <a:pt x="801934" y="551833"/>
                  </a:cubicBezTo>
                  <a:cubicBezTo>
                    <a:pt x="778693" y="557833"/>
                    <a:pt x="755834" y="564977"/>
                    <a:pt x="733259" y="573264"/>
                  </a:cubicBezTo>
                  <a:cubicBezTo>
                    <a:pt x="708970" y="582027"/>
                    <a:pt x="685253" y="592123"/>
                    <a:pt x="662012" y="603553"/>
                  </a:cubicBezTo>
                  <a:cubicBezTo>
                    <a:pt x="617244" y="626223"/>
                    <a:pt x="574763" y="653179"/>
                    <a:pt x="531710" y="678896"/>
                  </a:cubicBezTo>
                  <a:cubicBezTo>
                    <a:pt x="510946" y="691279"/>
                    <a:pt x="490181" y="703471"/>
                    <a:pt x="468941" y="714710"/>
                  </a:cubicBezTo>
                  <a:cubicBezTo>
                    <a:pt x="399979" y="751667"/>
                    <a:pt x="328065" y="779861"/>
                    <a:pt x="247674" y="779671"/>
                  </a:cubicBezTo>
                  <a:cubicBezTo>
                    <a:pt x="236054" y="779671"/>
                    <a:pt x="224719" y="779004"/>
                    <a:pt x="213289" y="777480"/>
                  </a:cubicBezTo>
                  <a:cubicBezTo>
                    <a:pt x="212337" y="777385"/>
                    <a:pt x="211384" y="777289"/>
                    <a:pt x="210432" y="777099"/>
                  </a:cubicBezTo>
                  <a:cubicBezTo>
                    <a:pt x="195192" y="818533"/>
                    <a:pt x="181571" y="860443"/>
                    <a:pt x="169475" y="902638"/>
                  </a:cubicBezTo>
                  <a:cubicBezTo>
                    <a:pt x="137661" y="1010842"/>
                    <a:pt x="114801" y="1121142"/>
                    <a:pt x="96608" y="1232299"/>
                  </a:cubicBezTo>
                  <a:cubicBezTo>
                    <a:pt x="89464" y="1275161"/>
                    <a:pt x="83083" y="1318119"/>
                    <a:pt x="77177" y="1361172"/>
                  </a:cubicBezTo>
                  <a:cubicBezTo>
                    <a:pt x="64890" y="1445563"/>
                    <a:pt x="59270" y="1530812"/>
                    <a:pt x="47554" y="1615394"/>
                  </a:cubicBezTo>
                  <a:cubicBezTo>
                    <a:pt x="43840" y="1642160"/>
                    <a:pt x="39649" y="1669020"/>
                    <a:pt x="34219" y="1695595"/>
                  </a:cubicBezTo>
                  <a:cubicBezTo>
                    <a:pt x="32886" y="1702548"/>
                    <a:pt x="31362" y="1709406"/>
                    <a:pt x="29742" y="1716359"/>
                  </a:cubicBezTo>
                  <a:cubicBezTo>
                    <a:pt x="29933" y="1724170"/>
                    <a:pt x="24218" y="1731504"/>
                    <a:pt x="15360" y="1731504"/>
                  </a:cubicBezTo>
                  <a:cubicBezTo>
                    <a:pt x="4692" y="1731504"/>
                    <a:pt x="-1595" y="1720931"/>
                    <a:pt x="1739" y="1711597"/>
                  </a:cubicBezTo>
                  <a:cubicBezTo>
                    <a:pt x="1167" y="1712835"/>
                    <a:pt x="977" y="1714073"/>
                    <a:pt x="787" y="1715502"/>
                  </a:cubicBezTo>
                  <a:cubicBezTo>
                    <a:pt x="-1499" y="1629301"/>
                    <a:pt x="1263" y="1543004"/>
                    <a:pt x="8216" y="1457089"/>
                  </a:cubicBezTo>
                  <a:cubicBezTo>
                    <a:pt x="14026" y="1383746"/>
                    <a:pt x="22789" y="1310690"/>
                    <a:pt x="33648" y="1238014"/>
                  </a:cubicBezTo>
                  <a:cubicBezTo>
                    <a:pt x="39458" y="1199628"/>
                    <a:pt x="45840" y="1161337"/>
                    <a:pt x="52698" y="1123333"/>
                  </a:cubicBezTo>
                  <a:cubicBezTo>
                    <a:pt x="57937" y="1092281"/>
                    <a:pt x="63937" y="1061515"/>
                    <a:pt x="70890" y="1031035"/>
                  </a:cubicBezTo>
                  <a:cubicBezTo>
                    <a:pt x="89274" y="947882"/>
                    <a:pt x="113468" y="865967"/>
                    <a:pt x="142519" y="786052"/>
                  </a:cubicBezTo>
                  <a:cubicBezTo>
                    <a:pt x="145471" y="778147"/>
                    <a:pt x="148424" y="770050"/>
                    <a:pt x="151472" y="762049"/>
                  </a:cubicBezTo>
                  <a:cubicBezTo>
                    <a:pt x="145662" y="759859"/>
                    <a:pt x="140137" y="757477"/>
                    <a:pt x="134517" y="754810"/>
                  </a:cubicBezTo>
                  <a:cubicBezTo>
                    <a:pt x="60032" y="720044"/>
                    <a:pt x="6311" y="650321"/>
                    <a:pt x="20027" y="558881"/>
                  </a:cubicBezTo>
                  <a:cubicBezTo>
                    <a:pt x="22885" y="531163"/>
                    <a:pt x="31267" y="505065"/>
                    <a:pt x="41744" y="479633"/>
                  </a:cubicBezTo>
                  <a:cubicBezTo>
                    <a:pt x="53365" y="450868"/>
                    <a:pt x="67557" y="422959"/>
                    <a:pt x="78987" y="394194"/>
                  </a:cubicBezTo>
                  <a:cubicBezTo>
                    <a:pt x="91274" y="363428"/>
                    <a:pt x="96323" y="331234"/>
                    <a:pt x="99085" y="298658"/>
                  </a:cubicBezTo>
                  <a:lnTo>
                    <a:pt x="101085" y="267892"/>
                  </a:lnTo>
                  <a:close/>
                </a:path>
              </a:pathLst>
            </a:custGeom>
            <a:solidFill>
              <a:srgbClr val="95B247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="" xmlns:a16="http://schemas.microsoft.com/office/drawing/2014/main" id="{9275BAFB-7EA1-48C5-5F05-966DCF2F907A}"/>
                </a:ext>
              </a:extLst>
            </p:cNvPr>
            <p:cNvSpPr/>
            <p:nvPr/>
          </p:nvSpPr>
          <p:spPr>
            <a:xfrm>
              <a:off x="9011412" y="2458212"/>
              <a:ext cx="888682" cy="241648"/>
            </a:xfrm>
            <a:custGeom>
              <a:avLst/>
              <a:gdLst>
                <a:gd name="connsiteX0" fmla="*/ 2095 w 888682"/>
                <a:gd name="connsiteY0" fmla="*/ 1809 h 241648"/>
                <a:gd name="connsiteX1" fmla="*/ 349282 w 888682"/>
                <a:gd name="connsiteY1" fmla="*/ 27146 h 241648"/>
                <a:gd name="connsiteX2" fmla="*/ 408527 w 888682"/>
                <a:gd name="connsiteY2" fmla="*/ 39909 h 241648"/>
                <a:gd name="connsiteX3" fmla="*/ 440817 w 888682"/>
                <a:gd name="connsiteY3" fmla="*/ 47720 h 241648"/>
                <a:gd name="connsiteX4" fmla="*/ 675704 w 888682"/>
                <a:gd name="connsiteY4" fmla="*/ 118776 h 241648"/>
                <a:gd name="connsiteX5" fmla="*/ 730091 w 888682"/>
                <a:gd name="connsiteY5" fmla="*/ 140588 h 241648"/>
                <a:gd name="connsiteX6" fmla="*/ 733806 w 888682"/>
                <a:gd name="connsiteY6" fmla="*/ 142112 h 241648"/>
                <a:gd name="connsiteX7" fmla="*/ 752856 w 888682"/>
                <a:gd name="connsiteY7" fmla="*/ 150399 h 241648"/>
                <a:gd name="connsiteX8" fmla="*/ 823246 w 888682"/>
                <a:gd name="connsiteY8" fmla="*/ 183927 h 241648"/>
                <a:gd name="connsiteX9" fmla="*/ 860870 w 888682"/>
                <a:gd name="connsiteY9" fmla="*/ 203930 h 241648"/>
                <a:gd name="connsiteX10" fmla="*/ 888682 w 888682"/>
                <a:gd name="connsiteY10" fmla="*/ 219074 h 241648"/>
                <a:gd name="connsiteX11" fmla="*/ 874490 w 888682"/>
                <a:gd name="connsiteY11" fmla="*/ 241649 h 241648"/>
                <a:gd name="connsiteX12" fmla="*/ 812863 w 888682"/>
                <a:gd name="connsiteY12" fmla="*/ 209930 h 241648"/>
                <a:gd name="connsiteX13" fmla="*/ 742664 w 888682"/>
                <a:gd name="connsiteY13" fmla="*/ 177545 h 241648"/>
                <a:gd name="connsiteX14" fmla="*/ 718089 w 888682"/>
                <a:gd name="connsiteY14" fmla="*/ 167163 h 241648"/>
                <a:gd name="connsiteX15" fmla="*/ 697992 w 888682"/>
                <a:gd name="connsiteY15" fmla="*/ 158972 h 241648"/>
                <a:gd name="connsiteX16" fmla="*/ 659796 w 888682"/>
                <a:gd name="connsiteY16" fmla="*/ 144208 h 241648"/>
                <a:gd name="connsiteX17" fmla="*/ 505492 w 888682"/>
                <a:gd name="connsiteY17" fmla="*/ 94773 h 241648"/>
                <a:gd name="connsiteX18" fmla="*/ 410908 w 888682"/>
                <a:gd name="connsiteY18" fmla="*/ 70580 h 241648"/>
                <a:gd name="connsiteX19" fmla="*/ 350329 w 888682"/>
                <a:gd name="connsiteY19" fmla="*/ 57530 h 241648"/>
                <a:gd name="connsiteX20" fmla="*/ 5429 w 888682"/>
                <a:gd name="connsiteY20" fmla="*/ 32289 h 241648"/>
                <a:gd name="connsiteX21" fmla="*/ 0 w 888682"/>
                <a:gd name="connsiteY21" fmla="*/ 32480 h 241648"/>
                <a:gd name="connsiteX22" fmla="*/ 2000 w 888682"/>
                <a:gd name="connsiteY22" fmla="*/ 1714 h 241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88682" h="241648">
                  <a:moveTo>
                    <a:pt x="2095" y="1809"/>
                  </a:moveTo>
                  <a:cubicBezTo>
                    <a:pt x="118967" y="-4192"/>
                    <a:pt x="234791" y="4857"/>
                    <a:pt x="349282" y="27146"/>
                  </a:cubicBezTo>
                  <a:cubicBezTo>
                    <a:pt x="368998" y="31051"/>
                    <a:pt x="388905" y="35242"/>
                    <a:pt x="408527" y="39909"/>
                  </a:cubicBezTo>
                  <a:cubicBezTo>
                    <a:pt x="419290" y="42386"/>
                    <a:pt x="430149" y="45053"/>
                    <a:pt x="440817" y="47720"/>
                  </a:cubicBezTo>
                  <a:cubicBezTo>
                    <a:pt x="520351" y="67055"/>
                    <a:pt x="599122" y="90011"/>
                    <a:pt x="675704" y="118776"/>
                  </a:cubicBezTo>
                  <a:cubicBezTo>
                    <a:pt x="693991" y="125729"/>
                    <a:pt x="712184" y="132968"/>
                    <a:pt x="730091" y="140588"/>
                  </a:cubicBezTo>
                  <a:cubicBezTo>
                    <a:pt x="731329" y="141065"/>
                    <a:pt x="732568" y="141636"/>
                    <a:pt x="733806" y="142112"/>
                  </a:cubicBezTo>
                  <a:cubicBezTo>
                    <a:pt x="740187" y="144875"/>
                    <a:pt x="746570" y="147542"/>
                    <a:pt x="752856" y="150399"/>
                  </a:cubicBezTo>
                  <a:cubicBezTo>
                    <a:pt x="776573" y="160877"/>
                    <a:pt x="800100" y="172021"/>
                    <a:pt x="823246" y="183927"/>
                  </a:cubicBezTo>
                  <a:cubicBezTo>
                    <a:pt x="835819" y="190309"/>
                    <a:pt x="848487" y="196976"/>
                    <a:pt x="860870" y="203930"/>
                  </a:cubicBezTo>
                  <a:cubicBezTo>
                    <a:pt x="870204" y="208883"/>
                    <a:pt x="879538" y="213931"/>
                    <a:pt x="888682" y="219074"/>
                  </a:cubicBezTo>
                  <a:cubicBezTo>
                    <a:pt x="886206" y="227933"/>
                    <a:pt x="881158" y="235553"/>
                    <a:pt x="874490" y="241649"/>
                  </a:cubicBezTo>
                  <a:cubicBezTo>
                    <a:pt x="854202" y="230600"/>
                    <a:pt x="833628" y="220027"/>
                    <a:pt x="812863" y="209930"/>
                  </a:cubicBezTo>
                  <a:cubicBezTo>
                    <a:pt x="789718" y="198596"/>
                    <a:pt x="766286" y="187737"/>
                    <a:pt x="742664" y="177545"/>
                  </a:cubicBezTo>
                  <a:cubicBezTo>
                    <a:pt x="734568" y="174021"/>
                    <a:pt x="726377" y="170497"/>
                    <a:pt x="718089" y="167163"/>
                  </a:cubicBezTo>
                  <a:cubicBezTo>
                    <a:pt x="711422" y="164306"/>
                    <a:pt x="704755" y="161639"/>
                    <a:pt x="697992" y="158972"/>
                  </a:cubicBezTo>
                  <a:cubicBezTo>
                    <a:pt x="685419" y="153828"/>
                    <a:pt x="672655" y="148875"/>
                    <a:pt x="659796" y="144208"/>
                  </a:cubicBezTo>
                  <a:cubicBezTo>
                    <a:pt x="609124" y="125253"/>
                    <a:pt x="557498" y="108775"/>
                    <a:pt x="505492" y="94773"/>
                  </a:cubicBezTo>
                  <a:cubicBezTo>
                    <a:pt x="474154" y="86010"/>
                    <a:pt x="442531" y="77819"/>
                    <a:pt x="410908" y="70580"/>
                  </a:cubicBezTo>
                  <a:cubicBezTo>
                    <a:pt x="390810" y="65817"/>
                    <a:pt x="370618" y="61531"/>
                    <a:pt x="350329" y="57530"/>
                  </a:cubicBezTo>
                  <a:cubicBezTo>
                    <a:pt x="236791" y="35242"/>
                    <a:pt x="121253" y="24383"/>
                    <a:pt x="5429" y="32289"/>
                  </a:cubicBezTo>
                  <a:cubicBezTo>
                    <a:pt x="3620" y="32384"/>
                    <a:pt x="1810" y="32384"/>
                    <a:pt x="0" y="32480"/>
                  </a:cubicBezTo>
                  <a:lnTo>
                    <a:pt x="2000" y="1714"/>
                  </a:lnTo>
                  <a:close/>
                </a:path>
              </a:pathLst>
            </a:custGeom>
            <a:solidFill>
              <a:srgbClr val="87A03A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="" xmlns:a16="http://schemas.microsoft.com/office/drawing/2014/main" id="{B1600367-0874-CA57-C79C-8EA132F3991E}"/>
                </a:ext>
              </a:extLst>
            </p:cNvPr>
            <p:cNvSpPr/>
            <p:nvPr/>
          </p:nvSpPr>
          <p:spPr>
            <a:xfrm>
              <a:off x="7537608" y="2960858"/>
              <a:ext cx="732948" cy="586823"/>
            </a:xfrm>
            <a:custGeom>
              <a:avLst/>
              <a:gdLst>
                <a:gd name="connsiteX0" fmla="*/ 732949 w 732948"/>
                <a:gd name="connsiteY0" fmla="*/ 134290 h 586823"/>
                <a:gd name="connsiteX1" fmla="*/ 713423 w 732948"/>
                <a:gd name="connsiteY1" fmla="*/ 114669 h 586823"/>
                <a:gd name="connsiteX2" fmla="*/ 663988 w 732948"/>
                <a:gd name="connsiteY2" fmla="*/ 77236 h 586823"/>
                <a:gd name="connsiteX3" fmla="*/ 547878 w 732948"/>
                <a:gd name="connsiteY3" fmla="*/ 31039 h 586823"/>
                <a:gd name="connsiteX4" fmla="*/ 322802 w 732948"/>
                <a:gd name="connsiteY4" fmla="*/ 62377 h 586823"/>
                <a:gd name="connsiteX5" fmla="*/ 213932 w 732948"/>
                <a:gd name="connsiteY5" fmla="*/ 136005 h 586823"/>
                <a:gd name="connsiteX6" fmla="*/ 123063 w 732948"/>
                <a:gd name="connsiteY6" fmla="*/ 231636 h 586823"/>
                <a:gd name="connsiteX7" fmla="*/ 6858 w 732948"/>
                <a:gd name="connsiteY7" fmla="*/ 586823 h 586823"/>
                <a:gd name="connsiteX8" fmla="*/ 571 w 732948"/>
                <a:gd name="connsiteY8" fmla="*/ 568059 h 586823"/>
                <a:gd name="connsiteX9" fmla="*/ 0 w 732948"/>
                <a:gd name="connsiteY9" fmla="*/ 563773 h 586823"/>
                <a:gd name="connsiteX10" fmla="*/ 39529 w 732948"/>
                <a:gd name="connsiteY10" fmla="*/ 411659 h 586823"/>
                <a:gd name="connsiteX11" fmla="*/ 74486 w 732948"/>
                <a:gd name="connsiteY11" fmla="*/ 280404 h 586823"/>
                <a:gd name="connsiteX12" fmla="*/ 148114 w 732948"/>
                <a:gd name="connsiteY12" fmla="*/ 167628 h 586823"/>
                <a:gd name="connsiteX13" fmla="*/ 368713 w 732948"/>
                <a:gd name="connsiteY13" fmla="*/ 18085 h 586823"/>
                <a:gd name="connsiteX14" fmla="*/ 595027 w 732948"/>
                <a:gd name="connsiteY14" fmla="*/ 18657 h 586823"/>
                <a:gd name="connsiteX15" fmla="*/ 695992 w 732948"/>
                <a:gd name="connsiteY15" fmla="*/ 69330 h 586823"/>
                <a:gd name="connsiteX16" fmla="*/ 730758 w 732948"/>
                <a:gd name="connsiteY16" fmla="*/ 97429 h 586823"/>
                <a:gd name="connsiteX17" fmla="*/ 730758 w 732948"/>
                <a:gd name="connsiteY17" fmla="*/ 97619 h 586823"/>
                <a:gd name="connsiteX18" fmla="*/ 732473 w 732948"/>
                <a:gd name="connsiteY18" fmla="*/ 126575 h 586823"/>
                <a:gd name="connsiteX19" fmla="*/ 732949 w 732948"/>
                <a:gd name="connsiteY19" fmla="*/ 134481 h 586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32948" h="586823">
                  <a:moveTo>
                    <a:pt x="732949" y="134290"/>
                  </a:moveTo>
                  <a:cubicBezTo>
                    <a:pt x="726663" y="127337"/>
                    <a:pt x="720186" y="120860"/>
                    <a:pt x="713423" y="114669"/>
                  </a:cubicBezTo>
                  <a:cubicBezTo>
                    <a:pt x="698183" y="100667"/>
                    <a:pt x="681609" y="88094"/>
                    <a:pt x="663988" y="77236"/>
                  </a:cubicBezTo>
                  <a:cubicBezTo>
                    <a:pt x="628365" y="55233"/>
                    <a:pt x="589026" y="39517"/>
                    <a:pt x="547878" y="31039"/>
                  </a:cubicBezTo>
                  <a:cubicBezTo>
                    <a:pt x="471107" y="15228"/>
                    <a:pt x="392621" y="26944"/>
                    <a:pt x="322802" y="62377"/>
                  </a:cubicBezTo>
                  <a:cubicBezTo>
                    <a:pt x="283655" y="82284"/>
                    <a:pt x="247745" y="107906"/>
                    <a:pt x="213932" y="136005"/>
                  </a:cubicBezTo>
                  <a:cubicBezTo>
                    <a:pt x="180213" y="164104"/>
                    <a:pt x="147638" y="194965"/>
                    <a:pt x="123063" y="231636"/>
                  </a:cubicBezTo>
                  <a:cubicBezTo>
                    <a:pt x="53626" y="335363"/>
                    <a:pt x="57721" y="475476"/>
                    <a:pt x="6858" y="586823"/>
                  </a:cubicBezTo>
                  <a:cubicBezTo>
                    <a:pt x="3524" y="581108"/>
                    <a:pt x="1524" y="574822"/>
                    <a:pt x="571" y="568059"/>
                  </a:cubicBezTo>
                  <a:cubicBezTo>
                    <a:pt x="381" y="566726"/>
                    <a:pt x="95" y="565201"/>
                    <a:pt x="0" y="563773"/>
                  </a:cubicBezTo>
                  <a:cubicBezTo>
                    <a:pt x="18860" y="514909"/>
                    <a:pt x="29146" y="461760"/>
                    <a:pt x="39529" y="411659"/>
                  </a:cubicBezTo>
                  <a:cubicBezTo>
                    <a:pt x="48768" y="367177"/>
                    <a:pt x="57817" y="322695"/>
                    <a:pt x="74486" y="280404"/>
                  </a:cubicBezTo>
                  <a:cubicBezTo>
                    <a:pt x="91154" y="237827"/>
                    <a:pt x="116491" y="200584"/>
                    <a:pt x="148114" y="167628"/>
                  </a:cubicBezTo>
                  <a:cubicBezTo>
                    <a:pt x="208693" y="104382"/>
                    <a:pt x="285274" y="46756"/>
                    <a:pt x="368713" y="18085"/>
                  </a:cubicBezTo>
                  <a:cubicBezTo>
                    <a:pt x="441293" y="-7061"/>
                    <a:pt x="522351" y="-5156"/>
                    <a:pt x="595027" y="18657"/>
                  </a:cubicBezTo>
                  <a:cubicBezTo>
                    <a:pt x="631031" y="30468"/>
                    <a:pt x="665131" y="47232"/>
                    <a:pt x="695992" y="69330"/>
                  </a:cubicBezTo>
                  <a:cubicBezTo>
                    <a:pt x="708184" y="77998"/>
                    <a:pt x="719804" y="87237"/>
                    <a:pt x="730758" y="97429"/>
                  </a:cubicBezTo>
                  <a:lnTo>
                    <a:pt x="730758" y="97619"/>
                  </a:lnTo>
                  <a:lnTo>
                    <a:pt x="732473" y="126575"/>
                  </a:lnTo>
                  <a:lnTo>
                    <a:pt x="732949" y="134481"/>
                  </a:lnTo>
                  <a:close/>
                </a:path>
              </a:pathLst>
            </a:custGeom>
            <a:solidFill>
              <a:srgbClr val="627F2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="" xmlns:a16="http://schemas.microsoft.com/office/drawing/2014/main" id="{CBD1DDB1-C4F7-4221-57FB-E5468FDB9578}"/>
                </a:ext>
              </a:extLst>
            </p:cNvPr>
            <p:cNvSpPr/>
            <p:nvPr/>
          </p:nvSpPr>
          <p:spPr>
            <a:xfrm>
              <a:off x="8512492" y="4455414"/>
              <a:ext cx="1587340" cy="1116806"/>
            </a:xfrm>
            <a:custGeom>
              <a:avLst/>
              <a:gdLst>
                <a:gd name="connsiteX0" fmla="*/ 1587246 w 1587340"/>
                <a:gd name="connsiteY0" fmla="*/ 0 h 1116806"/>
                <a:gd name="connsiteX1" fmla="*/ 1530477 w 1587340"/>
                <a:gd name="connsiteY1" fmla="*/ 643699 h 1116806"/>
                <a:gd name="connsiteX2" fmla="*/ 1114139 w 1587340"/>
                <a:gd name="connsiteY2" fmla="*/ 1116806 h 1116806"/>
                <a:gd name="connsiteX3" fmla="*/ 473202 w 1587340"/>
                <a:gd name="connsiteY3" fmla="*/ 1116806 h 1116806"/>
                <a:gd name="connsiteX4" fmla="*/ 56769 w 1587340"/>
                <a:gd name="connsiteY4" fmla="*/ 643699 h 1116806"/>
                <a:gd name="connsiteX5" fmla="*/ 0 w 1587340"/>
                <a:gd name="connsiteY5" fmla="*/ 0 h 1116806"/>
                <a:gd name="connsiteX6" fmla="*/ 1587341 w 1587340"/>
                <a:gd name="connsiteY6" fmla="*/ 0 h 1116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87340" h="1116806">
                  <a:moveTo>
                    <a:pt x="1587246" y="0"/>
                  </a:moveTo>
                  <a:lnTo>
                    <a:pt x="1530477" y="643699"/>
                  </a:lnTo>
                  <a:cubicBezTo>
                    <a:pt x="1505807" y="902589"/>
                    <a:pt x="1466183" y="1116806"/>
                    <a:pt x="1114139" y="1116806"/>
                  </a:cubicBezTo>
                  <a:lnTo>
                    <a:pt x="473202" y="1116806"/>
                  </a:lnTo>
                  <a:cubicBezTo>
                    <a:pt x="130397" y="1116806"/>
                    <a:pt x="79820" y="917734"/>
                    <a:pt x="56769" y="643699"/>
                  </a:cubicBezTo>
                  <a:lnTo>
                    <a:pt x="0" y="0"/>
                  </a:lnTo>
                  <a:lnTo>
                    <a:pt x="1587341" y="0"/>
                  </a:lnTo>
                  <a:close/>
                </a:path>
              </a:pathLst>
            </a:custGeom>
            <a:solidFill>
              <a:srgbClr val="ECA80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="" xmlns:a16="http://schemas.microsoft.com/office/drawing/2014/main" id="{5504A2DE-39D6-8558-23F8-ED68957F5BD9}"/>
                </a:ext>
              </a:extLst>
            </p:cNvPr>
            <p:cNvSpPr/>
            <p:nvPr/>
          </p:nvSpPr>
          <p:spPr>
            <a:xfrm>
              <a:off x="8512397" y="4342733"/>
              <a:ext cx="1587341" cy="112680"/>
            </a:xfrm>
            <a:custGeom>
              <a:avLst/>
              <a:gdLst>
                <a:gd name="connsiteX0" fmla="*/ 1587342 w 1587341"/>
                <a:gd name="connsiteY0" fmla="*/ 0 h 112680"/>
                <a:gd name="connsiteX1" fmla="*/ 1587342 w 1587341"/>
                <a:gd name="connsiteY1" fmla="*/ 112681 h 112680"/>
                <a:gd name="connsiteX2" fmla="*/ 0 w 1587341"/>
                <a:gd name="connsiteY2" fmla="*/ 112681 h 112680"/>
                <a:gd name="connsiteX3" fmla="*/ 0 w 1587341"/>
                <a:gd name="connsiteY3" fmla="*/ 0 h 112680"/>
                <a:gd name="connsiteX4" fmla="*/ 4191 w 1587341"/>
                <a:gd name="connsiteY4" fmla="*/ 95 h 112680"/>
                <a:gd name="connsiteX5" fmla="*/ 1583245 w 1587341"/>
                <a:gd name="connsiteY5" fmla="*/ 95 h 112680"/>
                <a:gd name="connsiteX6" fmla="*/ 1587342 w 1587341"/>
                <a:gd name="connsiteY6" fmla="*/ 0 h 112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87341" h="112680">
                  <a:moveTo>
                    <a:pt x="1587342" y="0"/>
                  </a:moveTo>
                  <a:lnTo>
                    <a:pt x="1587342" y="112681"/>
                  </a:lnTo>
                  <a:lnTo>
                    <a:pt x="0" y="112681"/>
                  </a:lnTo>
                  <a:lnTo>
                    <a:pt x="0" y="0"/>
                  </a:lnTo>
                  <a:cubicBezTo>
                    <a:pt x="1334" y="95"/>
                    <a:pt x="2857" y="95"/>
                    <a:pt x="4191" y="95"/>
                  </a:cubicBezTo>
                  <a:lnTo>
                    <a:pt x="1583245" y="95"/>
                  </a:lnTo>
                  <a:cubicBezTo>
                    <a:pt x="1584579" y="95"/>
                    <a:pt x="1586008" y="95"/>
                    <a:pt x="1587342" y="0"/>
                  </a:cubicBezTo>
                  <a:close/>
                </a:path>
              </a:pathLst>
            </a:custGeom>
            <a:solidFill>
              <a:srgbClr val="ECA80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="" xmlns:a16="http://schemas.microsoft.com/office/drawing/2014/main" id="{FF2BD460-8481-E3D8-65D0-EECC6E78C3B3}"/>
                </a:ext>
              </a:extLst>
            </p:cNvPr>
            <p:cNvSpPr/>
            <p:nvPr/>
          </p:nvSpPr>
          <p:spPr>
            <a:xfrm>
              <a:off x="8412289" y="3912298"/>
              <a:ext cx="1787651" cy="430625"/>
            </a:xfrm>
            <a:custGeom>
              <a:avLst/>
              <a:gdLst>
                <a:gd name="connsiteX0" fmla="*/ 1787557 w 1787651"/>
                <a:gd name="connsiteY0" fmla="*/ 104394 h 430625"/>
                <a:gd name="connsiteX1" fmla="*/ 1787557 w 1787651"/>
                <a:gd name="connsiteY1" fmla="*/ 326231 h 430625"/>
                <a:gd name="connsiteX2" fmla="*/ 1687354 w 1787651"/>
                <a:gd name="connsiteY2" fmla="*/ 430530 h 430625"/>
                <a:gd name="connsiteX3" fmla="*/ 1683258 w 1787651"/>
                <a:gd name="connsiteY3" fmla="*/ 430625 h 430625"/>
                <a:gd name="connsiteX4" fmla="*/ 104204 w 1787651"/>
                <a:gd name="connsiteY4" fmla="*/ 430625 h 430625"/>
                <a:gd name="connsiteX5" fmla="*/ 100013 w 1787651"/>
                <a:gd name="connsiteY5" fmla="*/ 430530 h 430625"/>
                <a:gd name="connsiteX6" fmla="*/ 0 w 1787651"/>
                <a:gd name="connsiteY6" fmla="*/ 326231 h 430625"/>
                <a:gd name="connsiteX7" fmla="*/ 0 w 1787651"/>
                <a:gd name="connsiteY7" fmla="*/ 104394 h 430625"/>
                <a:gd name="connsiteX8" fmla="*/ 104299 w 1787651"/>
                <a:gd name="connsiteY8" fmla="*/ 0 h 430625"/>
                <a:gd name="connsiteX9" fmla="*/ 1683353 w 1787651"/>
                <a:gd name="connsiteY9" fmla="*/ 0 h 430625"/>
                <a:gd name="connsiteX10" fmla="*/ 1787652 w 1787651"/>
                <a:gd name="connsiteY10" fmla="*/ 104394 h 430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87651" h="430625">
                  <a:moveTo>
                    <a:pt x="1787557" y="104394"/>
                  </a:moveTo>
                  <a:lnTo>
                    <a:pt x="1787557" y="326231"/>
                  </a:lnTo>
                  <a:cubicBezTo>
                    <a:pt x="1787557" y="382429"/>
                    <a:pt x="1743075" y="428339"/>
                    <a:pt x="1687354" y="430530"/>
                  </a:cubicBezTo>
                  <a:cubicBezTo>
                    <a:pt x="1686020" y="430625"/>
                    <a:pt x="1684591" y="430625"/>
                    <a:pt x="1683258" y="430625"/>
                  </a:cubicBezTo>
                  <a:lnTo>
                    <a:pt x="104204" y="430625"/>
                  </a:lnTo>
                  <a:cubicBezTo>
                    <a:pt x="102870" y="430625"/>
                    <a:pt x="101346" y="430625"/>
                    <a:pt x="100013" y="430530"/>
                  </a:cubicBezTo>
                  <a:cubicBezTo>
                    <a:pt x="44387" y="428339"/>
                    <a:pt x="0" y="382524"/>
                    <a:pt x="0" y="326231"/>
                  </a:cubicBezTo>
                  <a:lnTo>
                    <a:pt x="0" y="104394"/>
                  </a:lnTo>
                  <a:cubicBezTo>
                    <a:pt x="0" y="46673"/>
                    <a:pt x="46673" y="0"/>
                    <a:pt x="104299" y="0"/>
                  </a:cubicBezTo>
                  <a:lnTo>
                    <a:pt x="1683353" y="0"/>
                  </a:lnTo>
                  <a:cubicBezTo>
                    <a:pt x="1740980" y="0"/>
                    <a:pt x="1787652" y="46673"/>
                    <a:pt x="1787652" y="104394"/>
                  </a:cubicBezTo>
                  <a:close/>
                </a:path>
              </a:pathLst>
            </a:custGeom>
            <a:solidFill>
              <a:srgbClr val="ECA80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Freeform: Shape 35">
            <a:extLst>
              <a:ext uri="{FF2B5EF4-FFF2-40B4-BE49-F238E27FC236}">
                <a16:creationId xmlns="" xmlns:a16="http://schemas.microsoft.com/office/drawing/2014/main" id="{206AB2B1-1C24-8415-BFC1-864503D0C642}"/>
              </a:ext>
            </a:extLst>
          </p:cNvPr>
          <p:cNvSpPr/>
          <p:nvPr/>
        </p:nvSpPr>
        <p:spPr>
          <a:xfrm>
            <a:off x="2404342" y="3798394"/>
            <a:ext cx="7662928" cy="2754016"/>
          </a:xfrm>
          <a:custGeom>
            <a:avLst/>
            <a:gdLst>
              <a:gd name="connsiteX0" fmla="*/ 0 w 8117586"/>
              <a:gd name="connsiteY0" fmla="*/ 0 h 2246375"/>
              <a:gd name="connsiteX1" fmla="*/ 8117586 w 8117586"/>
              <a:gd name="connsiteY1" fmla="*/ 0 h 2246375"/>
              <a:gd name="connsiteX2" fmla="*/ 8117586 w 8117586"/>
              <a:gd name="connsiteY2" fmla="*/ 2246376 h 2246375"/>
              <a:gd name="connsiteX3" fmla="*/ 0 w 8117586"/>
              <a:gd name="connsiteY3" fmla="*/ 2246376 h 2246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17586" h="2246375">
                <a:moveTo>
                  <a:pt x="0" y="0"/>
                </a:moveTo>
                <a:lnTo>
                  <a:pt x="8117586" y="0"/>
                </a:lnTo>
                <a:lnTo>
                  <a:pt x="8117586" y="2246376"/>
                </a:lnTo>
                <a:lnTo>
                  <a:pt x="0" y="2246376"/>
                </a:lnTo>
                <a:close/>
              </a:path>
            </a:pathLst>
          </a:custGeom>
          <a:solidFill>
            <a:srgbClr val="62916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1184" name="Group 1183">
            <a:extLst>
              <a:ext uri="{FF2B5EF4-FFF2-40B4-BE49-F238E27FC236}">
                <a16:creationId xmlns="" xmlns:a16="http://schemas.microsoft.com/office/drawing/2014/main" id="{FAA7159E-BD9F-F338-6D78-0A8DF2445164}"/>
              </a:ext>
            </a:extLst>
          </p:cNvPr>
          <p:cNvGrpSpPr/>
          <p:nvPr/>
        </p:nvGrpSpPr>
        <p:grpSpPr>
          <a:xfrm>
            <a:off x="2475722" y="3947775"/>
            <a:ext cx="2698810" cy="2458221"/>
            <a:chOff x="2097643" y="3999291"/>
            <a:chExt cx="2932081" cy="2458221"/>
          </a:xfrm>
          <a:solidFill>
            <a:srgbClr val="B3EABD"/>
          </a:solidFill>
        </p:grpSpPr>
        <p:sp>
          <p:nvSpPr>
            <p:cNvPr id="37" name="Freeform: Shape 36">
              <a:extLst>
                <a:ext uri="{FF2B5EF4-FFF2-40B4-BE49-F238E27FC236}">
                  <a16:creationId xmlns="" xmlns:a16="http://schemas.microsoft.com/office/drawing/2014/main" id="{829AEB38-8AFB-E4A3-8AC4-0A02147D3382}"/>
                </a:ext>
              </a:extLst>
            </p:cNvPr>
            <p:cNvSpPr/>
            <p:nvPr/>
          </p:nvSpPr>
          <p:spPr>
            <a:xfrm>
              <a:off x="2097643" y="3999291"/>
              <a:ext cx="594836" cy="2455952"/>
            </a:xfrm>
            <a:custGeom>
              <a:avLst/>
              <a:gdLst>
                <a:gd name="connsiteX0" fmla="*/ 0 w 594836"/>
                <a:gd name="connsiteY0" fmla="*/ 0 h 1959387"/>
                <a:gd name="connsiteX1" fmla="*/ 594836 w 594836"/>
                <a:gd name="connsiteY1" fmla="*/ 0 h 1959387"/>
                <a:gd name="connsiteX2" fmla="*/ 594836 w 594836"/>
                <a:gd name="connsiteY2" fmla="*/ 1959388 h 1959387"/>
                <a:gd name="connsiteX3" fmla="*/ 0 w 594836"/>
                <a:gd name="connsiteY3" fmla="*/ 1959388 h 195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4836" h="1959387">
                  <a:moveTo>
                    <a:pt x="0" y="0"/>
                  </a:moveTo>
                  <a:lnTo>
                    <a:pt x="594836" y="0"/>
                  </a:lnTo>
                  <a:lnTo>
                    <a:pt x="594836" y="1959388"/>
                  </a:lnTo>
                  <a:lnTo>
                    <a:pt x="0" y="19593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="" xmlns:a16="http://schemas.microsoft.com/office/drawing/2014/main" id="{C64FF7F1-2E9F-7A70-5632-8ECD6D7F8BDF}"/>
                </a:ext>
              </a:extLst>
            </p:cNvPr>
            <p:cNvSpPr/>
            <p:nvPr/>
          </p:nvSpPr>
          <p:spPr>
            <a:xfrm>
              <a:off x="2748391" y="4003709"/>
              <a:ext cx="594836" cy="697351"/>
            </a:xfrm>
            <a:custGeom>
              <a:avLst/>
              <a:gdLst>
                <a:gd name="connsiteX0" fmla="*/ 0 w 594836"/>
                <a:gd name="connsiteY0" fmla="*/ 0 h 556355"/>
                <a:gd name="connsiteX1" fmla="*/ 594836 w 594836"/>
                <a:gd name="connsiteY1" fmla="*/ 0 h 556355"/>
                <a:gd name="connsiteX2" fmla="*/ 594836 w 594836"/>
                <a:gd name="connsiteY2" fmla="*/ 556355 h 556355"/>
                <a:gd name="connsiteX3" fmla="*/ 0 w 594836"/>
                <a:gd name="connsiteY3" fmla="*/ 556355 h 556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4836" h="556355">
                  <a:moveTo>
                    <a:pt x="0" y="0"/>
                  </a:moveTo>
                  <a:lnTo>
                    <a:pt x="594836" y="0"/>
                  </a:lnTo>
                  <a:lnTo>
                    <a:pt x="594836" y="556355"/>
                  </a:lnTo>
                  <a:lnTo>
                    <a:pt x="0" y="5563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="" xmlns:a16="http://schemas.microsoft.com/office/drawing/2014/main" id="{4E8265A7-13B0-5FAF-FE8C-6FF0B339B579}"/>
                </a:ext>
              </a:extLst>
            </p:cNvPr>
            <p:cNvSpPr/>
            <p:nvPr/>
          </p:nvSpPr>
          <p:spPr>
            <a:xfrm>
              <a:off x="3397520" y="4003709"/>
              <a:ext cx="241458" cy="697351"/>
            </a:xfrm>
            <a:custGeom>
              <a:avLst/>
              <a:gdLst>
                <a:gd name="connsiteX0" fmla="*/ 0 w 241458"/>
                <a:gd name="connsiteY0" fmla="*/ 0 h 556355"/>
                <a:gd name="connsiteX1" fmla="*/ 241459 w 241458"/>
                <a:gd name="connsiteY1" fmla="*/ 0 h 556355"/>
                <a:gd name="connsiteX2" fmla="*/ 241459 w 241458"/>
                <a:gd name="connsiteY2" fmla="*/ 556355 h 556355"/>
                <a:gd name="connsiteX3" fmla="*/ 0 w 241458"/>
                <a:gd name="connsiteY3" fmla="*/ 556355 h 556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1458" h="556355">
                  <a:moveTo>
                    <a:pt x="0" y="0"/>
                  </a:moveTo>
                  <a:lnTo>
                    <a:pt x="241459" y="0"/>
                  </a:lnTo>
                  <a:lnTo>
                    <a:pt x="241459" y="556355"/>
                  </a:lnTo>
                  <a:lnTo>
                    <a:pt x="0" y="5563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="" xmlns:a16="http://schemas.microsoft.com/office/drawing/2014/main" id="{5A8728CF-75DA-0240-CA94-F51EDF91FC87}"/>
                </a:ext>
              </a:extLst>
            </p:cNvPr>
            <p:cNvSpPr/>
            <p:nvPr/>
          </p:nvSpPr>
          <p:spPr>
            <a:xfrm>
              <a:off x="3693176" y="4003709"/>
              <a:ext cx="615791" cy="2451654"/>
            </a:xfrm>
            <a:custGeom>
              <a:avLst/>
              <a:gdLst>
                <a:gd name="connsiteX0" fmla="*/ 0 w 615791"/>
                <a:gd name="connsiteY0" fmla="*/ 0 h 1955958"/>
                <a:gd name="connsiteX1" fmla="*/ 615791 w 615791"/>
                <a:gd name="connsiteY1" fmla="*/ 0 h 1955958"/>
                <a:gd name="connsiteX2" fmla="*/ 615791 w 615791"/>
                <a:gd name="connsiteY2" fmla="*/ 1955959 h 1955958"/>
                <a:gd name="connsiteX3" fmla="*/ 0 w 615791"/>
                <a:gd name="connsiteY3" fmla="*/ 1955959 h 1955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791" h="1955958">
                  <a:moveTo>
                    <a:pt x="0" y="0"/>
                  </a:moveTo>
                  <a:lnTo>
                    <a:pt x="615791" y="0"/>
                  </a:lnTo>
                  <a:lnTo>
                    <a:pt x="615791" y="1955959"/>
                  </a:lnTo>
                  <a:lnTo>
                    <a:pt x="0" y="195595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="" xmlns:a16="http://schemas.microsoft.com/office/drawing/2014/main" id="{267AC5E9-883A-DB74-B1DA-85247EC66185}"/>
                </a:ext>
              </a:extLst>
            </p:cNvPr>
            <p:cNvSpPr/>
            <p:nvPr/>
          </p:nvSpPr>
          <p:spPr>
            <a:xfrm>
              <a:off x="4413933" y="4005858"/>
              <a:ext cx="615791" cy="2451654"/>
            </a:xfrm>
            <a:custGeom>
              <a:avLst/>
              <a:gdLst>
                <a:gd name="connsiteX0" fmla="*/ 0 w 615791"/>
                <a:gd name="connsiteY0" fmla="*/ 0 h 1955958"/>
                <a:gd name="connsiteX1" fmla="*/ 615791 w 615791"/>
                <a:gd name="connsiteY1" fmla="*/ 0 h 1955958"/>
                <a:gd name="connsiteX2" fmla="*/ 615791 w 615791"/>
                <a:gd name="connsiteY2" fmla="*/ 1955959 h 1955958"/>
                <a:gd name="connsiteX3" fmla="*/ 0 w 615791"/>
                <a:gd name="connsiteY3" fmla="*/ 1955959 h 1955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791" h="1955958">
                  <a:moveTo>
                    <a:pt x="0" y="0"/>
                  </a:moveTo>
                  <a:lnTo>
                    <a:pt x="615791" y="0"/>
                  </a:lnTo>
                  <a:lnTo>
                    <a:pt x="615791" y="1955959"/>
                  </a:lnTo>
                  <a:lnTo>
                    <a:pt x="0" y="195595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="" xmlns:a16="http://schemas.microsoft.com/office/drawing/2014/main" id="{49252BD8-0009-ADE4-B972-C79B60208004}"/>
                </a:ext>
              </a:extLst>
            </p:cNvPr>
            <p:cNvSpPr/>
            <p:nvPr/>
          </p:nvSpPr>
          <p:spPr>
            <a:xfrm>
              <a:off x="3399234" y="4775560"/>
              <a:ext cx="241458" cy="1679685"/>
            </a:xfrm>
            <a:custGeom>
              <a:avLst/>
              <a:gdLst>
                <a:gd name="connsiteX0" fmla="*/ 0 w 241458"/>
                <a:gd name="connsiteY0" fmla="*/ 0 h 1340072"/>
                <a:gd name="connsiteX1" fmla="*/ 241459 w 241458"/>
                <a:gd name="connsiteY1" fmla="*/ 0 h 1340072"/>
                <a:gd name="connsiteX2" fmla="*/ 241459 w 241458"/>
                <a:gd name="connsiteY2" fmla="*/ 1340072 h 1340072"/>
                <a:gd name="connsiteX3" fmla="*/ 0 w 241458"/>
                <a:gd name="connsiteY3" fmla="*/ 1340072 h 1340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1458" h="1340072">
                  <a:moveTo>
                    <a:pt x="0" y="0"/>
                  </a:moveTo>
                  <a:lnTo>
                    <a:pt x="241459" y="0"/>
                  </a:lnTo>
                  <a:lnTo>
                    <a:pt x="241459" y="1340072"/>
                  </a:lnTo>
                  <a:lnTo>
                    <a:pt x="0" y="134007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="" xmlns:a16="http://schemas.microsoft.com/office/drawing/2014/main" id="{EF2C4118-88D9-50F7-675F-A62EE878CB09}"/>
                </a:ext>
              </a:extLst>
            </p:cNvPr>
            <p:cNvSpPr/>
            <p:nvPr/>
          </p:nvSpPr>
          <p:spPr>
            <a:xfrm>
              <a:off x="3222546" y="4775560"/>
              <a:ext cx="120681" cy="1679685"/>
            </a:xfrm>
            <a:custGeom>
              <a:avLst/>
              <a:gdLst>
                <a:gd name="connsiteX0" fmla="*/ 0 w 120681"/>
                <a:gd name="connsiteY0" fmla="*/ 0 h 1340072"/>
                <a:gd name="connsiteX1" fmla="*/ 120682 w 120681"/>
                <a:gd name="connsiteY1" fmla="*/ 0 h 1340072"/>
                <a:gd name="connsiteX2" fmla="*/ 120682 w 120681"/>
                <a:gd name="connsiteY2" fmla="*/ 1340072 h 1340072"/>
                <a:gd name="connsiteX3" fmla="*/ 0 w 120681"/>
                <a:gd name="connsiteY3" fmla="*/ 1340072 h 1340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681" h="1340072">
                  <a:moveTo>
                    <a:pt x="0" y="0"/>
                  </a:moveTo>
                  <a:lnTo>
                    <a:pt x="120682" y="0"/>
                  </a:lnTo>
                  <a:lnTo>
                    <a:pt x="120682" y="1340072"/>
                  </a:lnTo>
                  <a:lnTo>
                    <a:pt x="0" y="134007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="" xmlns:a16="http://schemas.microsoft.com/office/drawing/2014/main" id="{A67A151A-3F5A-F7D6-F8AD-E64835849D59}"/>
                </a:ext>
              </a:extLst>
            </p:cNvPr>
            <p:cNvSpPr/>
            <p:nvPr/>
          </p:nvSpPr>
          <p:spPr>
            <a:xfrm>
              <a:off x="2748391" y="4775560"/>
              <a:ext cx="398907" cy="1679685"/>
            </a:xfrm>
            <a:custGeom>
              <a:avLst/>
              <a:gdLst>
                <a:gd name="connsiteX0" fmla="*/ 0 w 398907"/>
                <a:gd name="connsiteY0" fmla="*/ 0 h 1340072"/>
                <a:gd name="connsiteX1" fmla="*/ 398907 w 398907"/>
                <a:gd name="connsiteY1" fmla="*/ 0 h 1340072"/>
                <a:gd name="connsiteX2" fmla="*/ 398907 w 398907"/>
                <a:gd name="connsiteY2" fmla="*/ 1340072 h 1340072"/>
                <a:gd name="connsiteX3" fmla="*/ 0 w 398907"/>
                <a:gd name="connsiteY3" fmla="*/ 1340072 h 1340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907" h="1340072">
                  <a:moveTo>
                    <a:pt x="0" y="0"/>
                  </a:moveTo>
                  <a:lnTo>
                    <a:pt x="398907" y="0"/>
                  </a:lnTo>
                  <a:lnTo>
                    <a:pt x="398907" y="1340072"/>
                  </a:lnTo>
                  <a:lnTo>
                    <a:pt x="0" y="134007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47" name="Freeform: Shape 46">
            <a:extLst>
              <a:ext uri="{FF2B5EF4-FFF2-40B4-BE49-F238E27FC236}">
                <a16:creationId xmlns="" xmlns:a16="http://schemas.microsoft.com/office/drawing/2014/main" id="{AB00148A-5488-A8FD-1E24-7CFB05007DAD}"/>
              </a:ext>
            </a:extLst>
          </p:cNvPr>
          <p:cNvSpPr/>
          <p:nvPr/>
        </p:nvSpPr>
        <p:spPr>
          <a:xfrm rot="10800000">
            <a:off x="8697829" y="3949232"/>
            <a:ext cx="241458" cy="698193"/>
          </a:xfrm>
          <a:custGeom>
            <a:avLst/>
            <a:gdLst>
              <a:gd name="connsiteX0" fmla="*/ 0 w 241458"/>
              <a:gd name="connsiteY0" fmla="*/ 0 h 556355"/>
              <a:gd name="connsiteX1" fmla="*/ 241458 w 241458"/>
              <a:gd name="connsiteY1" fmla="*/ 0 h 556355"/>
              <a:gd name="connsiteX2" fmla="*/ 241458 w 241458"/>
              <a:gd name="connsiteY2" fmla="*/ 556355 h 556355"/>
              <a:gd name="connsiteX3" fmla="*/ 0 w 241458"/>
              <a:gd name="connsiteY3" fmla="*/ 556355 h 556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458" h="556355">
                <a:moveTo>
                  <a:pt x="0" y="0"/>
                </a:moveTo>
                <a:lnTo>
                  <a:pt x="241458" y="0"/>
                </a:lnTo>
                <a:lnTo>
                  <a:pt x="241458" y="556355"/>
                </a:lnTo>
                <a:lnTo>
                  <a:pt x="0" y="556355"/>
                </a:lnTo>
                <a:close/>
              </a:path>
            </a:pathLst>
          </a:custGeom>
          <a:solidFill>
            <a:srgbClr val="BBE38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1" name="Freeform: Shape 50">
            <a:extLst>
              <a:ext uri="{FF2B5EF4-FFF2-40B4-BE49-F238E27FC236}">
                <a16:creationId xmlns="" xmlns:a16="http://schemas.microsoft.com/office/drawing/2014/main" id="{211BA89D-F28D-AC87-CECE-275DF1B778CE}"/>
              </a:ext>
            </a:extLst>
          </p:cNvPr>
          <p:cNvSpPr/>
          <p:nvPr/>
        </p:nvSpPr>
        <p:spPr>
          <a:xfrm rot="10800000">
            <a:off x="8993581" y="4722134"/>
            <a:ext cx="120681" cy="1681712"/>
          </a:xfrm>
          <a:custGeom>
            <a:avLst/>
            <a:gdLst>
              <a:gd name="connsiteX0" fmla="*/ 0 w 120681"/>
              <a:gd name="connsiteY0" fmla="*/ 0 h 1340072"/>
              <a:gd name="connsiteX1" fmla="*/ 120682 w 120681"/>
              <a:gd name="connsiteY1" fmla="*/ 0 h 1340072"/>
              <a:gd name="connsiteX2" fmla="*/ 120682 w 120681"/>
              <a:gd name="connsiteY2" fmla="*/ 1340072 h 1340072"/>
              <a:gd name="connsiteX3" fmla="*/ 0 w 120681"/>
              <a:gd name="connsiteY3" fmla="*/ 1340072 h 1340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681" h="1340072">
                <a:moveTo>
                  <a:pt x="0" y="0"/>
                </a:moveTo>
                <a:lnTo>
                  <a:pt x="120682" y="0"/>
                </a:lnTo>
                <a:lnTo>
                  <a:pt x="120682" y="1340072"/>
                </a:lnTo>
                <a:lnTo>
                  <a:pt x="0" y="1340072"/>
                </a:lnTo>
                <a:close/>
              </a:path>
            </a:pathLst>
          </a:custGeom>
          <a:solidFill>
            <a:srgbClr val="BBE38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1185" name="Group 1184">
            <a:extLst>
              <a:ext uri="{FF2B5EF4-FFF2-40B4-BE49-F238E27FC236}">
                <a16:creationId xmlns="" xmlns:a16="http://schemas.microsoft.com/office/drawing/2014/main" id="{669AD82D-8010-17A7-6C29-F7C352F7FE0F}"/>
              </a:ext>
            </a:extLst>
          </p:cNvPr>
          <p:cNvGrpSpPr/>
          <p:nvPr/>
        </p:nvGrpSpPr>
        <p:grpSpPr>
          <a:xfrm>
            <a:off x="7306989" y="3944928"/>
            <a:ext cx="2668675" cy="2461067"/>
            <a:chOff x="7162181" y="3996444"/>
            <a:chExt cx="2932176" cy="2461067"/>
          </a:xfrm>
          <a:solidFill>
            <a:srgbClr val="B3EABD"/>
          </a:solidFill>
        </p:grpSpPr>
        <p:sp>
          <p:nvSpPr>
            <p:cNvPr id="45" name="Freeform: Shape 44">
              <a:extLst>
                <a:ext uri="{FF2B5EF4-FFF2-40B4-BE49-F238E27FC236}">
                  <a16:creationId xmlns="" xmlns:a16="http://schemas.microsoft.com/office/drawing/2014/main" id="{0E5D80E8-7A51-46AA-353E-176B35031208}"/>
                </a:ext>
              </a:extLst>
            </p:cNvPr>
            <p:cNvSpPr/>
            <p:nvPr/>
          </p:nvSpPr>
          <p:spPr>
            <a:xfrm rot="10800000">
              <a:off x="9499521" y="3996444"/>
              <a:ext cx="594836" cy="2458916"/>
            </a:xfrm>
            <a:custGeom>
              <a:avLst/>
              <a:gdLst>
                <a:gd name="connsiteX0" fmla="*/ 0 w 594836"/>
                <a:gd name="connsiteY0" fmla="*/ 0 h 1959387"/>
                <a:gd name="connsiteX1" fmla="*/ 594836 w 594836"/>
                <a:gd name="connsiteY1" fmla="*/ 0 h 1959387"/>
                <a:gd name="connsiteX2" fmla="*/ 594836 w 594836"/>
                <a:gd name="connsiteY2" fmla="*/ 1959388 h 1959387"/>
                <a:gd name="connsiteX3" fmla="*/ 0 w 594836"/>
                <a:gd name="connsiteY3" fmla="*/ 1959388 h 195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4836" h="1959387">
                  <a:moveTo>
                    <a:pt x="0" y="0"/>
                  </a:moveTo>
                  <a:lnTo>
                    <a:pt x="594836" y="0"/>
                  </a:lnTo>
                  <a:lnTo>
                    <a:pt x="594836" y="1959388"/>
                  </a:lnTo>
                  <a:lnTo>
                    <a:pt x="0" y="195938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="" xmlns:a16="http://schemas.microsoft.com/office/drawing/2014/main" id="{1F2B3A18-3923-A239-1861-4E6FD60F09CD}"/>
                </a:ext>
              </a:extLst>
            </p:cNvPr>
            <p:cNvSpPr/>
            <p:nvPr/>
          </p:nvSpPr>
          <p:spPr>
            <a:xfrm rot="10800000">
              <a:off x="8848677" y="4000748"/>
              <a:ext cx="594836" cy="698193"/>
            </a:xfrm>
            <a:custGeom>
              <a:avLst/>
              <a:gdLst>
                <a:gd name="connsiteX0" fmla="*/ 0 w 594836"/>
                <a:gd name="connsiteY0" fmla="*/ 0 h 556355"/>
                <a:gd name="connsiteX1" fmla="*/ 594837 w 594836"/>
                <a:gd name="connsiteY1" fmla="*/ 0 h 556355"/>
                <a:gd name="connsiteX2" fmla="*/ 594837 w 594836"/>
                <a:gd name="connsiteY2" fmla="*/ 556355 h 556355"/>
                <a:gd name="connsiteX3" fmla="*/ 0 w 594836"/>
                <a:gd name="connsiteY3" fmla="*/ 556355 h 556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4836" h="556355">
                  <a:moveTo>
                    <a:pt x="0" y="0"/>
                  </a:moveTo>
                  <a:lnTo>
                    <a:pt x="594837" y="0"/>
                  </a:lnTo>
                  <a:lnTo>
                    <a:pt x="594837" y="556355"/>
                  </a:lnTo>
                  <a:lnTo>
                    <a:pt x="0" y="556355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="" xmlns:a16="http://schemas.microsoft.com/office/drawing/2014/main" id="{01643FB3-36BE-1D08-443A-EB846BCA07CA}"/>
                </a:ext>
              </a:extLst>
            </p:cNvPr>
            <p:cNvSpPr/>
            <p:nvPr/>
          </p:nvSpPr>
          <p:spPr>
            <a:xfrm rot="10800000">
              <a:off x="7883033" y="4000748"/>
              <a:ext cx="615791" cy="2454612"/>
            </a:xfrm>
            <a:custGeom>
              <a:avLst/>
              <a:gdLst>
                <a:gd name="connsiteX0" fmla="*/ 0 w 615791"/>
                <a:gd name="connsiteY0" fmla="*/ 0 h 1955958"/>
                <a:gd name="connsiteX1" fmla="*/ 615792 w 615791"/>
                <a:gd name="connsiteY1" fmla="*/ 0 h 1955958"/>
                <a:gd name="connsiteX2" fmla="*/ 615792 w 615791"/>
                <a:gd name="connsiteY2" fmla="*/ 1955959 h 1955958"/>
                <a:gd name="connsiteX3" fmla="*/ 0 w 615791"/>
                <a:gd name="connsiteY3" fmla="*/ 1955959 h 1955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791" h="1955958">
                  <a:moveTo>
                    <a:pt x="0" y="0"/>
                  </a:moveTo>
                  <a:lnTo>
                    <a:pt x="615792" y="0"/>
                  </a:lnTo>
                  <a:lnTo>
                    <a:pt x="615792" y="1955959"/>
                  </a:lnTo>
                  <a:lnTo>
                    <a:pt x="0" y="195595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="" xmlns:a16="http://schemas.microsoft.com/office/drawing/2014/main" id="{B2474115-5C28-2AFC-5C00-ABC44600D9C3}"/>
                </a:ext>
              </a:extLst>
            </p:cNvPr>
            <p:cNvSpPr/>
            <p:nvPr/>
          </p:nvSpPr>
          <p:spPr>
            <a:xfrm rot="10800000">
              <a:off x="7162181" y="4002899"/>
              <a:ext cx="615791" cy="2454612"/>
            </a:xfrm>
            <a:custGeom>
              <a:avLst/>
              <a:gdLst>
                <a:gd name="connsiteX0" fmla="*/ 0 w 615791"/>
                <a:gd name="connsiteY0" fmla="*/ 0 h 1955958"/>
                <a:gd name="connsiteX1" fmla="*/ 615792 w 615791"/>
                <a:gd name="connsiteY1" fmla="*/ 0 h 1955958"/>
                <a:gd name="connsiteX2" fmla="*/ 615792 w 615791"/>
                <a:gd name="connsiteY2" fmla="*/ 1955959 h 1955958"/>
                <a:gd name="connsiteX3" fmla="*/ 0 w 615791"/>
                <a:gd name="connsiteY3" fmla="*/ 1955959 h 1955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5791" h="1955958">
                  <a:moveTo>
                    <a:pt x="0" y="0"/>
                  </a:moveTo>
                  <a:lnTo>
                    <a:pt x="615792" y="0"/>
                  </a:lnTo>
                  <a:lnTo>
                    <a:pt x="615792" y="1955959"/>
                  </a:lnTo>
                  <a:lnTo>
                    <a:pt x="0" y="195595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="" xmlns:a16="http://schemas.microsoft.com/office/drawing/2014/main" id="{49707EAB-7F6C-8337-F75B-826026091F24}"/>
                </a:ext>
              </a:extLst>
            </p:cNvPr>
            <p:cNvSpPr/>
            <p:nvPr/>
          </p:nvSpPr>
          <p:spPr>
            <a:xfrm rot="10800000">
              <a:off x="8551211" y="4773650"/>
              <a:ext cx="241458" cy="1681712"/>
            </a:xfrm>
            <a:custGeom>
              <a:avLst/>
              <a:gdLst>
                <a:gd name="connsiteX0" fmla="*/ 0 w 241458"/>
                <a:gd name="connsiteY0" fmla="*/ 0 h 1340072"/>
                <a:gd name="connsiteX1" fmla="*/ 241458 w 241458"/>
                <a:gd name="connsiteY1" fmla="*/ 0 h 1340072"/>
                <a:gd name="connsiteX2" fmla="*/ 241458 w 241458"/>
                <a:gd name="connsiteY2" fmla="*/ 1340072 h 1340072"/>
                <a:gd name="connsiteX3" fmla="*/ 0 w 241458"/>
                <a:gd name="connsiteY3" fmla="*/ 1340072 h 1340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1458" h="1340072">
                  <a:moveTo>
                    <a:pt x="0" y="0"/>
                  </a:moveTo>
                  <a:lnTo>
                    <a:pt x="241458" y="0"/>
                  </a:lnTo>
                  <a:lnTo>
                    <a:pt x="241458" y="1340072"/>
                  </a:lnTo>
                  <a:lnTo>
                    <a:pt x="0" y="134007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="" xmlns:a16="http://schemas.microsoft.com/office/drawing/2014/main" id="{B9062A5E-0431-2047-AAB0-2571615AD7BE}"/>
                </a:ext>
              </a:extLst>
            </p:cNvPr>
            <p:cNvSpPr/>
            <p:nvPr/>
          </p:nvSpPr>
          <p:spPr>
            <a:xfrm rot="10800000">
              <a:off x="9044607" y="4773650"/>
              <a:ext cx="398906" cy="1681712"/>
            </a:xfrm>
            <a:custGeom>
              <a:avLst/>
              <a:gdLst>
                <a:gd name="connsiteX0" fmla="*/ 0 w 398906"/>
                <a:gd name="connsiteY0" fmla="*/ 0 h 1340072"/>
                <a:gd name="connsiteX1" fmla="*/ 398907 w 398906"/>
                <a:gd name="connsiteY1" fmla="*/ 0 h 1340072"/>
                <a:gd name="connsiteX2" fmla="*/ 398907 w 398906"/>
                <a:gd name="connsiteY2" fmla="*/ 1340072 h 1340072"/>
                <a:gd name="connsiteX3" fmla="*/ 0 w 398906"/>
                <a:gd name="connsiteY3" fmla="*/ 1340072 h 1340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906" h="1340072">
                  <a:moveTo>
                    <a:pt x="0" y="0"/>
                  </a:moveTo>
                  <a:lnTo>
                    <a:pt x="398907" y="0"/>
                  </a:lnTo>
                  <a:lnTo>
                    <a:pt x="398907" y="1340072"/>
                  </a:lnTo>
                  <a:lnTo>
                    <a:pt x="0" y="1340072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2073" name="Group 2072">
            <a:extLst>
              <a:ext uri="{FF2B5EF4-FFF2-40B4-BE49-F238E27FC236}">
                <a16:creationId xmlns="" xmlns:a16="http://schemas.microsoft.com/office/drawing/2014/main" id="{6A6AB446-D9CC-9A65-EBF4-BC93C7F006D1}"/>
              </a:ext>
            </a:extLst>
          </p:cNvPr>
          <p:cNvGrpSpPr/>
          <p:nvPr/>
        </p:nvGrpSpPr>
        <p:grpSpPr>
          <a:xfrm>
            <a:off x="2236652" y="2152910"/>
            <a:ext cx="7977663" cy="1718621"/>
            <a:chOff x="2102167" y="2068399"/>
            <a:chExt cx="7977663" cy="1854422"/>
          </a:xfrm>
        </p:grpSpPr>
        <p:sp>
          <p:nvSpPr>
            <p:cNvPr id="11" name="Freeform: Shape 10">
              <a:extLst>
                <a:ext uri="{FF2B5EF4-FFF2-40B4-BE49-F238E27FC236}">
                  <a16:creationId xmlns="" xmlns:a16="http://schemas.microsoft.com/office/drawing/2014/main" id="{6FAD7E17-031F-3A14-05A2-021CE60042EA}"/>
                </a:ext>
              </a:extLst>
            </p:cNvPr>
            <p:cNvSpPr/>
            <p:nvPr/>
          </p:nvSpPr>
          <p:spPr>
            <a:xfrm>
              <a:off x="2102167" y="2068399"/>
              <a:ext cx="7977663" cy="1854422"/>
            </a:xfrm>
            <a:custGeom>
              <a:avLst/>
              <a:gdLst>
                <a:gd name="connsiteX0" fmla="*/ 1021652 w 7977663"/>
                <a:gd name="connsiteY0" fmla="*/ 0 h 1854422"/>
                <a:gd name="connsiteX1" fmla="*/ 7011924 w 7977663"/>
                <a:gd name="connsiteY1" fmla="*/ 0 h 1854422"/>
                <a:gd name="connsiteX2" fmla="*/ 7977664 w 7977663"/>
                <a:gd name="connsiteY2" fmla="*/ 1854422 h 1854422"/>
                <a:gd name="connsiteX3" fmla="*/ 0 w 7977663"/>
                <a:gd name="connsiteY3" fmla="*/ 1854422 h 1854422"/>
                <a:gd name="connsiteX4" fmla="*/ 1021652 w 7977663"/>
                <a:gd name="connsiteY4" fmla="*/ 0 h 1854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7663" h="1854422">
                  <a:moveTo>
                    <a:pt x="1021652" y="0"/>
                  </a:moveTo>
                  <a:lnTo>
                    <a:pt x="7011924" y="0"/>
                  </a:lnTo>
                  <a:lnTo>
                    <a:pt x="7977664" y="1854422"/>
                  </a:lnTo>
                  <a:lnTo>
                    <a:pt x="0" y="1854422"/>
                  </a:lnTo>
                  <a:cubicBezTo>
                    <a:pt x="340519" y="1236345"/>
                    <a:pt x="681133" y="618173"/>
                    <a:pt x="1021652" y="0"/>
                  </a:cubicBezTo>
                  <a:close/>
                </a:path>
              </a:pathLst>
            </a:custGeom>
            <a:solidFill>
              <a:srgbClr val="63A67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045" name="Group 1044">
              <a:extLst>
                <a:ext uri="{FF2B5EF4-FFF2-40B4-BE49-F238E27FC236}">
                  <a16:creationId xmlns="" xmlns:a16="http://schemas.microsoft.com/office/drawing/2014/main" id="{BC8CBCCB-7610-585A-2E59-71D52C9B7C6F}"/>
                </a:ext>
              </a:extLst>
            </p:cNvPr>
            <p:cNvGrpSpPr/>
            <p:nvPr/>
          </p:nvGrpSpPr>
          <p:grpSpPr>
            <a:xfrm>
              <a:off x="2264536" y="2141071"/>
              <a:ext cx="7652924" cy="1709079"/>
              <a:chOff x="4069582" y="2180492"/>
              <a:chExt cx="5270361" cy="1200779"/>
            </a:xfrm>
            <a:solidFill>
              <a:srgbClr val="B3EABD"/>
            </a:solidFill>
          </p:grpSpPr>
          <p:sp>
            <p:nvSpPr>
              <p:cNvPr id="1046" name="Freeform: Shape 1045">
                <a:extLst>
                  <a:ext uri="{FF2B5EF4-FFF2-40B4-BE49-F238E27FC236}">
                    <a16:creationId xmlns="" xmlns:a16="http://schemas.microsoft.com/office/drawing/2014/main" id="{7A5F2B80-3C4C-87E4-77E8-A2D12092D0F8}"/>
                  </a:ext>
                </a:extLst>
              </p:cNvPr>
              <p:cNvSpPr/>
              <p:nvPr/>
            </p:nvSpPr>
            <p:spPr bwMode="auto">
              <a:xfrm>
                <a:off x="4594188" y="2180492"/>
                <a:ext cx="411987" cy="243672"/>
              </a:xfrm>
              <a:custGeom>
                <a:avLst/>
                <a:gdLst>
                  <a:gd name="connsiteX0" fmla="*/ 133561 w 411987"/>
                  <a:gd name="connsiteY0" fmla="*/ 0 h 243672"/>
                  <a:gd name="connsiteX1" fmla="*/ 411987 w 411987"/>
                  <a:gd name="connsiteY1" fmla="*/ 349 h 243672"/>
                  <a:gd name="connsiteX2" fmla="*/ 300342 w 411987"/>
                  <a:gd name="connsiteY2" fmla="*/ 243672 h 243672"/>
                  <a:gd name="connsiteX3" fmla="*/ 0 w 411987"/>
                  <a:gd name="connsiteY3" fmla="*/ 243672 h 243672"/>
                  <a:gd name="connsiteX4" fmla="*/ 133561 w 411987"/>
                  <a:gd name="connsiteY4" fmla="*/ 0 h 243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1987" h="243672">
                    <a:moveTo>
                      <a:pt x="133561" y="0"/>
                    </a:moveTo>
                    <a:lnTo>
                      <a:pt x="411987" y="349"/>
                    </a:lnTo>
                    <a:lnTo>
                      <a:pt x="300342" y="243672"/>
                    </a:lnTo>
                    <a:lnTo>
                      <a:pt x="0" y="243672"/>
                    </a:lnTo>
                    <a:lnTo>
                      <a:pt x="13356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="" xmlns:a16="http://schemas.microsoft.com/office/drawing/2014/main" id="{EA1540C3-0E50-4FEE-4566-A86A92A583AD}"/>
                  </a:ext>
                </a:extLst>
              </p:cNvPr>
              <p:cNvSpPr/>
              <p:nvPr/>
            </p:nvSpPr>
            <p:spPr bwMode="auto">
              <a:xfrm>
                <a:off x="4944832" y="2180904"/>
                <a:ext cx="435627" cy="243260"/>
              </a:xfrm>
              <a:custGeom>
                <a:avLst/>
                <a:gdLst>
                  <a:gd name="connsiteX0" fmla="*/ 111616 w 435627"/>
                  <a:gd name="connsiteY0" fmla="*/ 0 h 243260"/>
                  <a:gd name="connsiteX1" fmla="*/ 435627 w 435627"/>
                  <a:gd name="connsiteY1" fmla="*/ 406 h 243260"/>
                  <a:gd name="connsiteX2" fmla="*/ 354497 w 435627"/>
                  <a:gd name="connsiteY2" fmla="*/ 243260 h 243260"/>
                  <a:gd name="connsiteX3" fmla="*/ 0 w 435627"/>
                  <a:gd name="connsiteY3" fmla="*/ 243260 h 243260"/>
                  <a:gd name="connsiteX4" fmla="*/ 111616 w 435627"/>
                  <a:gd name="connsiteY4" fmla="*/ 0 h 243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5627" h="243260">
                    <a:moveTo>
                      <a:pt x="111616" y="0"/>
                    </a:moveTo>
                    <a:lnTo>
                      <a:pt x="435627" y="406"/>
                    </a:lnTo>
                    <a:lnTo>
                      <a:pt x="354497" y="243260"/>
                    </a:lnTo>
                    <a:lnTo>
                      <a:pt x="0" y="243260"/>
                    </a:lnTo>
                    <a:lnTo>
                      <a:pt x="11161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="" xmlns:a16="http://schemas.microsoft.com/office/drawing/2014/main" id="{D343ED8E-F4E8-61F0-C302-9A2B19FE2923}"/>
                  </a:ext>
                </a:extLst>
              </p:cNvPr>
              <p:cNvSpPr/>
              <p:nvPr/>
            </p:nvSpPr>
            <p:spPr bwMode="auto">
              <a:xfrm>
                <a:off x="5347532" y="2181370"/>
                <a:ext cx="419848" cy="242794"/>
              </a:xfrm>
              <a:custGeom>
                <a:avLst/>
                <a:gdLst>
                  <a:gd name="connsiteX0" fmla="*/ 81109 w 419848"/>
                  <a:gd name="connsiteY0" fmla="*/ 0 h 242794"/>
                  <a:gd name="connsiteX1" fmla="*/ 419848 w 419848"/>
                  <a:gd name="connsiteY1" fmla="*/ 425 h 242794"/>
                  <a:gd name="connsiteX2" fmla="*/ 361404 w 419848"/>
                  <a:gd name="connsiteY2" fmla="*/ 242794 h 242794"/>
                  <a:gd name="connsiteX3" fmla="*/ 0 w 419848"/>
                  <a:gd name="connsiteY3" fmla="*/ 242794 h 242794"/>
                  <a:gd name="connsiteX4" fmla="*/ 81109 w 419848"/>
                  <a:gd name="connsiteY4" fmla="*/ 0 h 242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9848" h="242794">
                    <a:moveTo>
                      <a:pt x="81109" y="0"/>
                    </a:moveTo>
                    <a:lnTo>
                      <a:pt x="419848" y="425"/>
                    </a:lnTo>
                    <a:lnTo>
                      <a:pt x="361404" y="242794"/>
                    </a:lnTo>
                    <a:lnTo>
                      <a:pt x="0" y="242794"/>
                    </a:lnTo>
                    <a:lnTo>
                      <a:pt x="8110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="" xmlns:a16="http://schemas.microsoft.com/office/drawing/2014/main" id="{6B5C3792-2FF8-3190-839D-66C94C255A86}"/>
                  </a:ext>
                </a:extLst>
              </p:cNvPr>
              <p:cNvSpPr/>
              <p:nvPr/>
            </p:nvSpPr>
            <p:spPr bwMode="auto">
              <a:xfrm>
                <a:off x="5797667" y="2181906"/>
                <a:ext cx="446538" cy="242258"/>
              </a:xfrm>
              <a:custGeom>
                <a:avLst/>
                <a:gdLst>
                  <a:gd name="connsiteX0" fmla="*/ 58417 w 446538"/>
                  <a:gd name="connsiteY0" fmla="*/ 0 h 242258"/>
                  <a:gd name="connsiteX1" fmla="*/ 446538 w 446538"/>
                  <a:gd name="connsiteY1" fmla="*/ 486 h 242258"/>
                  <a:gd name="connsiteX2" fmla="*/ 412875 w 446538"/>
                  <a:gd name="connsiteY2" fmla="*/ 242258 h 242258"/>
                  <a:gd name="connsiteX3" fmla="*/ 0 w 446538"/>
                  <a:gd name="connsiteY3" fmla="*/ 242258 h 242258"/>
                  <a:gd name="connsiteX4" fmla="*/ 58417 w 446538"/>
                  <a:gd name="connsiteY4" fmla="*/ 0 h 242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6538" h="242258">
                    <a:moveTo>
                      <a:pt x="58417" y="0"/>
                    </a:moveTo>
                    <a:lnTo>
                      <a:pt x="446538" y="486"/>
                    </a:lnTo>
                    <a:lnTo>
                      <a:pt x="412875" y="242258"/>
                    </a:lnTo>
                    <a:lnTo>
                      <a:pt x="0" y="242258"/>
                    </a:lnTo>
                    <a:lnTo>
                      <a:pt x="5841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="" xmlns:a16="http://schemas.microsoft.com/office/drawing/2014/main" id="{8753F062-AE95-8479-BF31-751BE03ED765}"/>
                  </a:ext>
                </a:extLst>
              </p:cNvPr>
              <p:cNvSpPr/>
              <p:nvPr/>
            </p:nvSpPr>
            <p:spPr bwMode="auto">
              <a:xfrm>
                <a:off x="6256701" y="2182450"/>
                <a:ext cx="447653" cy="241714"/>
              </a:xfrm>
              <a:custGeom>
                <a:avLst/>
                <a:gdLst>
                  <a:gd name="connsiteX0" fmla="*/ 33656 w 447653"/>
                  <a:gd name="connsiteY0" fmla="*/ 0 h 241714"/>
                  <a:gd name="connsiteX1" fmla="*/ 447653 w 447653"/>
                  <a:gd name="connsiteY1" fmla="*/ 519 h 241714"/>
                  <a:gd name="connsiteX2" fmla="*/ 447653 w 447653"/>
                  <a:gd name="connsiteY2" fmla="*/ 241714 h 241714"/>
                  <a:gd name="connsiteX3" fmla="*/ 0 w 447653"/>
                  <a:gd name="connsiteY3" fmla="*/ 241714 h 241714"/>
                  <a:gd name="connsiteX4" fmla="*/ 33656 w 447653"/>
                  <a:gd name="connsiteY4" fmla="*/ 0 h 241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7653" h="241714">
                    <a:moveTo>
                      <a:pt x="33656" y="0"/>
                    </a:moveTo>
                    <a:lnTo>
                      <a:pt x="447653" y="519"/>
                    </a:lnTo>
                    <a:lnTo>
                      <a:pt x="447653" y="241714"/>
                    </a:lnTo>
                    <a:lnTo>
                      <a:pt x="0" y="241714"/>
                    </a:lnTo>
                    <a:lnTo>
                      <a:pt x="3365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="" xmlns:a16="http://schemas.microsoft.com/office/drawing/2014/main" id="{D42C086A-08EF-A008-9BD3-A417FE44703E}"/>
                  </a:ext>
                </a:extLst>
              </p:cNvPr>
              <p:cNvSpPr/>
              <p:nvPr/>
            </p:nvSpPr>
            <p:spPr bwMode="auto">
              <a:xfrm>
                <a:off x="6750073" y="2183026"/>
                <a:ext cx="468964" cy="241138"/>
              </a:xfrm>
              <a:custGeom>
                <a:avLst/>
                <a:gdLst>
                  <a:gd name="connsiteX0" fmla="*/ 0 w 468964"/>
                  <a:gd name="connsiteY0" fmla="*/ 0 h 241138"/>
                  <a:gd name="connsiteX1" fmla="*/ 435465 w 468964"/>
                  <a:gd name="connsiteY1" fmla="*/ 546 h 241138"/>
                  <a:gd name="connsiteX2" fmla="*/ 468964 w 468964"/>
                  <a:gd name="connsiteY2" fmla="*/ 241138 h 241138"/>
                  <a:gd name="connsiteX3" fmla="*/ 0 w 468964"/>
                  <a:gd name="connsiteY3" fmla="*/ 241138 h 241138"/>
                  <a:gd name="connsiteX4" fmla="*/ 0 w 468964"/>
                  <a:gd name="connsiteY4" fmla="*/ 0 h 24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8964" h="241138">
                    <a:moveTo>
                      <a:pt x="0" y="0"/>
                    </a:moveTo>
                    <a:lnTo>
                      <a:pt x="435465" y="546"/>
                    </a:lnTo>
                    <a:lnTo>
                      <a:pt x="468964" y="241138"/>
                    </a:lnTo>
                    <a:lnTo>
                      <a:pt x="0" y="24113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="" xmlns:a16="http://schemas.microsoft.com/office/drawing/2014/main" id="{B46BC61C-AF0D-6965-1316-65D3C7CC2702}"/>
                  </a:ext>
                </a:extLst>
              </p:cNvPr>
              <p:cNvSpPr/>
              <p:nvPr/>
            </p:nvSpPr>
            <p:spPr bwMode="auto">
              <a:xfrm>
                <a:off x="7231706" y="2183630"/>
                <a:ext cx="386775" cy="240534"/>
              </a:xfrm>
              <a:custGeom>
                <a:avLst/>
                <a:gdLst>
                  <a:gd name="connsiteX0" fmla="*/ 0 w 386775"/>
                  <a:gd name="connsiteY0" fmla="*/ 0 h 240534"/>
                  <a:gd name="connsiteX1" fmla="*/ 328873 w 386775"/>
                  <a:gd name="connsiteY1" fmla="*/ 412 h 240534"/>
                  <a:gd name="connsiteX2" fmla="*/ 386775 w 386775"/>
                  <a:gd name="connsiteY2" fmla="*/ 240534 h 240534"/>
                  <a:gd name="connsiteX3" fmla="*/ 33491 w 386775"/>
                  <a:gd name="connsiteY3" fmla="*/ 240534 h 240534"/>
                  <a:gd name="connsiteX4" fmla="*/ 0 w 386775"/>
                  <a:gd name="connsiteY4" fmla="*/ 0 h 240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6775" h="240534">
                    <a:moveTo>
                      <a:pt x="0" y="0"/>
                    </a:moveTo>
                    <a:lnTo>
                      <a:pt x="328873" y="412"/>
                    </a:lnTo>
                    <a:lnTo>
                      <a:pt x="386775" y="240534"/>
                    </a:lnTo>
                    <a:lnTo>
                      <a:pt x="33491" y="24053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="" xmlns:a16="http://schemas.microsoft.com/office/drawing/2014/main" id="{EEA288E4-CE1D-3E85-7EF4-9B1D18634042}"/>
                  </a:ext>
                </a:extLst>
              </p:cNvPr>
              <p:cNvSpPr/>
              <p:nvPr/>
            </p:nvSpPr>
            <p:spPr bwMode="auto">
              <a:xfrm>
                <a:off x="7649338" y="2184154"/>
                <a:ext cx="415532" cy="240011"/>
              </a:xfrm>
              <a:custGeom>
                <a:avLst/>
                <a:gdLst>
                  <a:gd name="connsiteX0" fmla="*/ 0 w 415532"/>
                  <a:gd name="connsiteY0" fmla="*/ 0 h 240011"/>
                  <a:gd name="connsiteX1" fmla="*/ 335494 w 415532"/>
                  <a:gd name="connsiteY1" fmla="*/ 421 h 240011"/>
                  <a:gd name="connsiteX2" fmla="*/ 415532 w 415532"/>
                  <a:gd name="connsiteY2" fmla="*/ 240011 h 240011"/>
                  <a:gd name="connsiteX3" fmla="*/ 57875 w 415532"/>
                  <a:gd name="connsiteY3" fmla="*/ 240011 h 240011"/>
                  <a:gd name="connsiteX4" fmla="*/ 0 w 415532"/>
                  <a:gd name="connsiteY4" fmla="*/ 0 h 240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15532" h="240011">
                    <a:moveTo>
                      <a:pt x="0" y="0"/>
                    </a:moveTo>
                    <a:lnTo>
                      <a:pt x="335494" y="421"/>
                    </a:lnTo>
                    <a:lnTo>
                      <a:pt x="415532" y="240011"/>
                    </a:lnTo>
                    <a:lnTo>
                      <a:pt x="57875" y="24001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="" xmlns:a16="http://schemas.microsoft.com/office/drawing/2014/main" id="{7BC320D1-521E-0742-9690-9735F59277E3}"/>
                  </a:ext>
                </a:extLst>
              </p:cNvPr>
              <p:cNvSpPr/>
              <p:nvPr/>
            </p:nvSpPr>
            <p:spPr bwMode="auto">
              <a:xfrm>
                <a:off x="8033054" y="2184634"/>
                <a:ext cx="429485" cy="239530"/>
              </a:xfrm>
              <a:custGeom>
                <a:avLst/>
                <a:gdLst>
                  <a:gd name="connsiteX0" fmla="*/ 0 w 429485"/>
                  <a:gd name="connsiteY0" fmla="*/ 0 h 239530"/>
                  <a:gd name="connsiteX1" fmla="*/ 319765 w 429485"/>
                  <a:gd name="connsiteY1" fmla="*/ 401 h 239530"/>
                  <a:gd name="connsiteX2" fmla="*/ 429485 w 429485"/>
                  <a:gd name="connsiteY2" fmla="*/ 239530 h 239530"/>
                  <a:gd name="connsiteX3" fmla="*/ 80019 w 429485"/>
                  <a:gd name="connsiteY3" fmla="*/ 239530 h 239530"/>
                  <a:gd name="connsiteX4" fmla="*/ 0 w 429485"/>
                  <a:gd name="connsiteY4" fmla="*/ 0 h 239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9485" h="239530">
                    <a:moveTo>
                      <a:pt x="0" y="0"/>
                    </a:moveTo>
                    <a:lnTo>
                      <a:pt x="319765" y="401"/>
                    </a:lnTo>
                    <a:lnTo>
                      <a:pt x="429485" y="239530"/>
                    </a:lnTo>
                    <a:lnTo>
                      <a:pt x="80019" y="2395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="" xmlns:a16="http://schemas.microsoft.com/office/drawing/2014/main" id="{F76A1A10-6D4A-78E4-5883-DC2D6AD5C585}"/>
                  </a:ext>
                </a:extLst>
              </p:cNvPr>
              <p:cNvSpPr/>
              <p:nvPr/>
            </p:nvSpPr>
            <p:spPr bwMode="auto">
              <a:xfrm>
                <a:off x="8403150" y="2185098"/>
                <a:ext cx="454726" cy="239066"/>
              </a:xfrm>
              <a:custGeom>
                <a:avLst/>
                <a:gdLst>
                  <a:gd name="connsiteX0" fmla="*/ 0 w 454726"/>
                  <a:gd name="connsiteY0" fmla="*/ 0 h 239066"/>
                  <a:gd name="connsiteX1" fmla="*/ 333892 w 454726"/>
                  <a:gd name="connsiteY1" fmla="*/ 418 h 239066"/>
                  <a:gd name="connsiteX2" fmla="*/ 454726 w 454726"/>
                  <a:gd name="connsiteY2" fmla="*/ 239066 h 239066"/>
                  <a:gd name="connsiteX3" fmla="*/ 109691 w 454726"/>
                  <a:gd name="connsiteY3" fmla="*/ 239066 h 239066"/>
                  <a:gd name="connsiteX4" fmla="*/ 0 w 454726"/>
                  <a:gd name="connsiteY4" fmla="*/ 0 h 2390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4726" h="239066">
                    <a:moveTo>
                      <a:pt x="0" y="0"/>
                    </a:moveTo>
                    <a:lnTo>
                      <a:pt x="333892" y="418"/>
                    </a:lnTo>
                    <a:lnTo>
                      <a:pt x="454726" y="239066"/>
                    </a:lnTo>
                    <a:lnTo>
                      <a:pt x="109691" y="23906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="" xmlns:a16="http://schemas.microsoft.com/office/drawing/2014/main" id="{1697C482-1325-A2BE-6564-08B821F46F77}"/>
                  </a:ext>
                </a:extLst>
              </p:cNvPr>
              <p:cNvSpPr/>
              <p:nvPr/>
            </p:nvSpPr>
            <p:spPr bwMode="auto">
              <a:xfrm>
                <a:off x="4383520" y="2494504"/>
                <a:ext cx="478736" cy="314011"/>
              </a:xfrm>
              <a:custGeom>
                <a:avLst/>
                <a:gdLst>
                  <a:gd name="connsiteX0" fmla="*/ 172114 w 478736"/>
                  <a:gd name="connsiteY0" fmla="*/ 0 h 314011"/>
                  <a:gd name="connsiteX1" fmla="*/ 478736 w 478736"/>
                  <a:gd name="connsiteY1" fmla="*/ 0 h 314011"/>
                  <a:gd name="connsiteX2" fmla="*/ 334658 w 478736"/>
                  <a:gd name="connsiteY2" fmla="*/ 314011 h 314011"/>
                  <a:gd name="connsiteX3" fmla="*/ 0 w 478736"/>
                  <a:gd name="connsiteY3" fmla="*/ 314011 h 314011"/>
                  <a:gd name="connsiteX4" fmla="*/ 172114 w 478736"/>
                  <a:gd name="connsiteY4" fmla="*/ 0 h 314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8736" h="314011">
                    <a:moveTo>
                      <a:pt x="172114" y="0"/>
                    </a:moveTo>
                    <a:lnTo>
                      <a:pt x="478736" y="0"/>
                    </a:lnTo>
                    <a:lnTo>
                      <a:pt x="334658" y="314011"/>
                    </a:lnTo>
                    <a:lnTo>
                      <a:pt x="0" y="314011"/>
                    </a:lnTo>
                    <a:lnTo>
                      <a:pt x="17211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="" xmlns:a16="http://schemas.microsoft.com/office/drawing/2014/main" id="{6C411C15-0214-EF8A-D7C4-A55499803D76}"/>
                  </a:ext>
                </a:extLst>
              </p:cNvPr>
              <p:cNvSpPr/>
              <p:nvPr/>
            </p:nvSpPr>
            <p:spPr bwMode="auto">
              <a:xfrm>
                <a:off x="4768480" y="2494504"/>
                <a:ext cx="507352" cy="314011"/>
              </a:xfrm>
              <a:custGeom>
                <a:avLst/>
                <a:gdLst>
                  <a:gd name="connsiteX0" fmla="*/ 144078 w 507352"/>
                  <a:gd name="connsiteY0" fmla="*/ 0 h 314011"/>
                  <a:gd name="connsiteX1" fmla="*/ 507352 w 507352"/>
                  <a:gd name="connsiteY1" fmla="*/ 0 h 314011"/>
                  <a:gd name="connsiteX2" fmla="*/ 402451 w 507352"/>
                  <a:gd name="connsiteY2" fmla="*/ 314011 h 314011"/>
                  <a:gd name="connsiteX3" fmla="*/ 0 w 507352"/>
                  <a:gd name="connsiteY3" fmla="*/ 314011 h 314011"/>
                  <a:gd name="connsiteX4" fmla="*/ 144078 w 507352"/>
                  <a:gd name="connsiteY4" fmla="*/ 0 h 314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7352" h="314011">
                    <a:moveTo>
                      <a:pt x="144078" y="0"/>
                    </a:moveTo>
                    <a:lnTo>
                      <a:pt x="507352" y="0"/>
                    </a:lnTo>
                    <a:lnTo>
                      <a:pt x="402451" y="314011"/>
                    </a:lnTo>
                    <a:lnTo>
                      <a:pt x="0" y="314011"/>
                    </a:lnTo>
                    <a:lnTo>
                      <a:pt x="14407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="" xmlns:a16="http://schemas.microsoft.com/office/drawing/2014/main" id="{2DE20571-1A20-6843-477E-33708C44EB99}"/>
                  </a:ext>
                </a:extLst>
              </p:cNvPr>
              <p:cNvSpPr/>
              <p:nvPr/>
            </p:nvSpPr>
            <p:spPr bwMode="auto">
              <a:xfrm>
                <a:off x="5219134" y="2494504"/>
                <a:ext cx="472841" cy="314011"/>
              </a:xfrm>
              <a:custGeom>
                <a:avLst/>
                <a:gdLst>
                  <a:gd name="connsiteX0" fmla="*/ 104900 w 472841"/>
                  <a:gd name="connsiteY0" fmla="*/ 0 h 314011"/>
                  <a:gd name="connsiteX1" fmla="*/ 472841 w 472841"/>
                  <a:gd name="connsiteY1" fmla="*/ 0 h 314011"/>
                  <a:gd name="connsiteX2" fmla="*/ 397122 w 472841"/>
                  <a:gd name="connsiteY2" fmla="*/ 314011 h 314011"/>
                  <a:gd name="connsiteX3" fmla="*/ 0 w 472841"/>
                  <a:gd name="connsiteY3" fmla="*/ 314011 h 314011"/>
                  <a:gd name="connsiteX4" fmla="*/ 104900 w 472841"/>
                  <a:gd name="connsiteY4" fmla="*/ 0 h 314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2841" h="314011">
                    <a:moveTo>
                      <a:pt x="104900" y="0"/>
                    </a:moveTo>
                    <a:lnTo>
                      <a:pt x="472841" y="0"/>
                    </a:lnTo>
                    <a:lnTo>
                      <a:pt x="397122" y="314011"/>
                    </a:lnTo>
                    <a:lnTo>
                      <a:pt x="0" y="314011"/>
                    </a:lnTo>
                    <a:lnTo>
                      <a:pt x="10490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="" xmlns:a16="http://schemas.microsoft.com/office/drawing/2014/main" id="{8DEC30B4-5C29-6838-DA9F-DCBBD26F7EEB}"/>
                  </a:ext>
                </a:extLst>
              </p:cNvPr>
              <p:cNvSpPr/>
              <p:nvPr/>
            </p:nvSpPr>
            <p:spPr bwMode="auto">
              <a:xfrm>
                <a:off x="5704987" y="2494504"/>
                <a:ext cx="495761" cy="314011"/>
              </a:xfrm>
              <a:custGeom>
                <a:avLst/>
                <a:gdLst>
                  <a:gd name="connsiteX0" fmla="*/ 75719 w 495761"/>
                  <a:gd name="connsiteY0" fmla="*/ 0 h 314011"/>
                  <a:gd name="connsiteX1" fmla="*/ 495761 w 495761"/>
                  <a:gd name="connsiteY1" fmla="*/ 0 h 314011"/>
                  <a:gd name="connsiteX2" fmla="*/ 452039 w 495761"/>
                  <a:gd name="connsiteY2" fmla="*/ 314011 h 314011"/>
                  <a:gd name="connsiteX3" fmla="*/ 0 w 495761"/>
                  <a:gd name="connsiteY3" fmla="*/ 314011 h 314011"/>
                  <a:gd name="connsiteX4" fmla="*/ 75719 w 495761"/>
                  <a:gd name="connsiteY4" fmla="*/ 0 h 314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5761" h="314011">
                    <a:moveTo>
                      <a:pt x="75719" y="0"/>
                    </a:moveTo>
                    <a:lnTo>
                      <a:pt x="495761" y="0"/>
                    </a:lnTo>
                    <a:lnTo>
                      <a:pt x="452039" y="314011"/>
                    </a:lnTo>
                    <a:lnTo>
                      <a:pt x="0" y="314011"/>
                    </a:lnTo>
                    <a:lnTo>
                      <a:pt x="7571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="" xmlns:a16="http://schemas.microsoft.com/office/drawing/2014/main" id="{85141059-9D58-390D-5BD5-53FBE093D6FF}"/>
                  </a:ext>
                </a:extLst>
              </p:cNvPr>
              <p:cNvSpPr/>
              <p:nvPr/>
            </p:nvSpPr>
            <p:spPr bwMode="auto">
              <a:xfrm>
                <a:off x="6203186" y="2494504"/>
                <a:ext cx="501168" cy="314011"/>
              </a:xfrm>
              <a:custGeom>
                <a:avLst/>
                <a:gdLst>
                  <a:gd name="connsiteX0" fmla="*/ 43722 w 501168"/>
                  <a:gd name="connsiteY0" fmla="*/ 0 h 314011"/>
                  <a:gd name="connsiteX1" fmla="*/ 501168 w 501168"/>
                  <a:gd name="connsiteY1" fmla="*/ 0 h 314011"/>
                  <a:gd name="connsiteX2" fmla="*/ 501168 w 501168"/>
                  <a:gd name="connsiteY2" fmla="*/ 314011 h 314011"/>
                  <a:gd name="connsiteX3" fmla="*/ 0 w 501168"/>
                  <a:gd name="connsiteY3" fmla="*/ 314011 h 314011"/>
                  <a:gd name="connsiteX4" fmla="*/ 43722 w 501168"/>
                  <a:gd name="connsiteY4" fmla="*/ 0 h 314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1168" h="314011">
                    <a:moveTo>
                      <a:pt x="43722" y="0"/>
                    </a:moveTo>
                    <a:lnTo>
                      <a:pt x="501168" y="0"/>
                    </a:lnTo>
                    <a:lnTo>
                      <a:pt x="501168" y="314011"/>
                    </a:lnTo>
                    <a:lnTo>
                      <a:pt x="0" y="314011"/>
                    </a:lnTo>
                    <a:lnTo>
                      <a:pt x="4372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="" xmlns:a16="http://schemas.microsoft.com/office/drawing/2014/main" id="{9AF6BE0C-487D-A4F0-27B4-0DF07FACDE16}"/>
                  </a:ext>
                </a:extLst>
              </p:cNvPr>
              <p:cNvSpPr/>
              <p:nvPr/>
            </p:nvSpPr>
            <p:spPr bwMode="auto">
              <a:xfrm>
                <a:off x="6750073" y="2494504"/>
                <a:ext cx="522480" cy="314011"/>
              </a:xfrm>
              <a:custGeom>
                <a:avLst/>
                <a:gdLst>
                  <a:gd name="connsiteX0" fmla="*/ 0 w 522480"/>
                  <a:gd name="connsiteY0" fmla="*/ 0 h 314011"/>
                  <a:gd name="connsiteX1" fmla="*/ 478758 w 522480"/>
                  <a:gd name="connsiteY1" fmla="*/ 0 h 314011"/>
                  <a:gd name="connsiteX2" fmla="*/ 522480 w 522480"/>
                  <a:gd name="connsiteY2" fmla="*/ 314011 h 314011"/>
                  <a:gd name="connsiteX3" fmla="*/ 0 w 522480"/>
                  <a:gd name="connsiteY3" fmla="*/ 314011 h 314011"/>
                  <a:gd name="connsiteX4" fmla="*/ 0 w 522480"/>
                  <a:gd name="connsiteY4" fmla="*/ 0 h 314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2480" h="314011">
                    <a:moveTo>
                      <a:pt x="0" y="0"/>
                    </a:moveTo>
                    <a:lnTo>
                      <a:pt x="478758" y="0"/>
                    </a:lnTo>
                    <a:lnTo>
                      <a:pt x="522480" y="314011"/>
                    </a:lnTo>
                    <a:lnTo>
                      <a:pt x="0" y="31401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="" xmlns:a16="http://schemas.microsoft.com/office/drawing/2014/main" id="{34FA5DF7-22A0-3DD8-5B34-B0598920C54A}"/>
                  </a:ext>
                </a:extLst>
              </p:cNvPr>
              <p:cNvSpPr/>
              <p:nvPr/>
            </p:nvSpPr>
            <p:spPr bwMode="auto">
              <a:xfrm>
                <a:off x="7274991" y="2494504"/>
                <a:ext cx="436171" cy="314011"/>
              </a:xfrm>
              <a:custGeom>
                <a:avLst/>
                <a:gdLst>
                  <a:gd name="connsiteX0" fmla="*/ 0 w 436171"/>
                  <a:gd name="connsiteY0" fmla="*/ 0 h 314011"/>
                  <a:gd name="connsiteX1" fmla="*/ 360451 w 436171"/>
                  <a:gd name="connsiteY1" fmla="*/ 0 h 314011"/>
                  <a:gd name="connsiteX2" fmla="*/ 436171 w 436171"/>
                  <a:gd name="connsiteY2" fmla="*/ 314011 h 314011"/>
                  <a:gd name="connsiteX3" fmla="*/ 43722 w 436171"/>
                  <a:gd name="connsiteY3" fmla="*/ 314011 h 314011"/>
                  <a:gd name="connsiteX4" fmla="*/ 0 w 436171"/>
                  <a:gd name="connsiteY4" fmla="*/ 0 h 314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6171" h="314011">
                    <a:moveTo>
                      <a:pt x="0" y="0"/>
                    </a:moveTo>
                    <a:lnTo>
                      <a:pt x="360451" y="0"/>
                    </a:lnTo>
                    <a:lnTo>
                      <a:pt x="436171" y="314011"/>
                    </a:lnTo>
                    <a:lnTo>
                      <a:pt x="43722" y="31401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="" xmlns:a16="http://schemas.microsoft.com/office/drawing/2014/main" id="{DEB33F8C-8232-8E49-E439-2B01A2CAAE96}"/>
                  </a:ext>
                </a:extLst>
              </p:cNvPr>
              <p:cNvSpPr/>
              <p:nvPr/>
            </p:nvSpPr>
            <p:spPr bwMode="auto">
              <a:xfrm>
                <a:off x="7724174" y="2494504"/>
                <a:ext cx="469094" cy="314011"/>
              </a:xfrm>
              <a:custGeom>
                <a:avLst/>
                <a:gdLst>
                  <a:gd name="connsiteX0" fmla="*/ 0 w 469094"/>
                  <a:gd name="connsiteY0" fmla="*/ 0 h 314011"/>
                  <a:gd name="connsiteX1" fmla="*/ 364194 w 469094"/>
                  <a:gd name="connsiteY1" fmla="*/ 0 h 314011"/>
                  <a:gd name="connsiteX2" fmla="*/ 469094 w 469094"/>
                  <a:gd name="connsiteY2" fmla="*/ 314011 h 314011"/>
                  <a:gd name="connsiteX3" fmla="*/ 75719 w 469094"/>
                  <a:gd name="connsiteY3" fmla="*/ 314011 h 314011"/>
                  <a:gd name="connsiteX4" fmla="*/ 0 w 469094"/>
                  <a:gd name="connsiteY4" fmla="*/ 0 h 314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9094" h="314011">
                    <a:moveTo>
                      <a:pt x="0" y="0"/>
                    </a:moveTo>
                    <a:lnTo>
                      <a:pt x="364194" y="0"/>
                    </a:lnTo>
                    <a:lnTo>
                      <a:pt x="469094" y="314011"/>
                    </a:lnTo>
                    <a:lnTo>
                      <a:pt x="75719" y="31401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="" xmlns:a16="http://schemas.microsoft.com/office/drawing/2014/main" id="{B6655DA4-80CF-3DC1-9E75-04D8058D55E1}"/>
                  </a:ext>
                </a:extLst>
              </p:cNvPr>
              <p:cNvSpPr/>
              <p:nvPr/>
            </p:nvSpPr>
            <p:spPr bwMode="auto">
              <a:xfrm>
                <a:off x="8136571" y="2494504"/>
                <a:ext cx="502321" cy="314011"/>
              </a:xfrm>
              <a:custGeom>
                <a:avLst/>
                <a:gdLst>
                  <a:gd name="connsiteX0" fmla="*/ 0 w 502321"/>
                  <a:gd name="connsiteY0" fmla="*/ 0 h 314011"/>
                  <a:gd name="connsiteX1" fmla="*/ 358242 w 502321"/>
                  <a:gd name="connsiteY1" fmla="*/ 0 h 314011"/>
                  <a:gd name="connsiteX2" fmla="*/ 502321 w 502321"/>
                  <a:gd name="connsiteY2" fmla="*/ 314011 h 314011"/>
                  <a:gd name="connsiteX3" fmla="*/ 104900 w 502321"/>
                  <a:gd name="connsiteY3" fmla="*/ 314011 h 314011"/>
                  <a:gd name="connsiteX4" fmla="*/ 0 w 502321"/>
                  <a:gd name="connsiteY4" fmla="*/ 0 h 314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2321" h="314011">
                    <a:moveTo>
                      <a:pt x="0" y="0"/>
                    </a:moveTo>
                    <a:lnTo>
                      <a:pt x="358242" y="0"/>
                    </a:lnTo>
                    <a:lnTo>
                      <a:pt x="502321" y="314011"/>
                    </a:lnTo>
                    <a:lnTo>
                      <a:pt x="104900" y="31401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="" xmlns:a16="http://schemas.microsoft.com/office/drawing/2014/main" id="{4569EA33-B8F5-9BDE-C518-836DF53B88CA}"/>
                  </a:ext>
                </a:extLst>
              </p:cNvPr>
              <p:cNvSpPr/>
              <p:nvPr/>
            </p:nvSpPr>
            <p:spPr bwMode="auto">
              <a:xfrm>
                <a:off x="8545115" y="2494504"/>
                <a:ext cx="507369" cy="314011"/>
              </a:xfrm>
              <a:custGeom>
                <a:avLst/>
                <a:gdLst>
                  <a:gd name="connsiteX0" fmla="*/ 0 w 507369"/>
                  <a:gd name="connsiteY0" fmla="*/ 0 h 314011"/>
                  <a:gd name="connsiteX1" fmla="*/ 348376 w 507369"/>
                  <a:gd name="connsiteY1" fmla="*/ 0 h 314011"/>
                  <a:gd name="connsiteX2" fmla="*/ 507369 w 507369"/>
                  <a:gd name="connsiteY2" fmla="*/ 314011 h 314011"/>
                  <a:gd name="connsiteX3" fmla="*/ 144078 w 507369"/>
                  <a:gd name="connsiteY3" fmla="*/ 314011 h 314011"/>
                  <a:gd name="connsiteX4" fmla="*/ 0 w 507369"/>
                  <a:gd name="connsiteY4" fmla="*/ 0 h 3140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7369" h="314011">
                    <a:moveTo>
                      <a:pt x="0" y="0"/>
                    </a:moveTo>
                    <a:lnTo>
                      <a:pt x="348376" y="0"/>
                    </a:lnTo>
                    <a:lnTo>
                      <a:pt x="507369" y="314011"/>
                    </a:lnTo>
                    <a:lnTo>
                      <a:pt x="144078" y="31401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="" xmlns:a16="http://schemas.microsoft.com/office/drawing/2014/main" id="{821937E0-8515-375C-E0D3-8EE7E3ABC449}"/>
                  </a:ext>
                </a:extLst>
              </p:cNvPr>
              <p:cNvSpPr/>
              <p:nvPr/>
            </p:nvSpPr>
            <p:spPr bwMode="auto">
              <a:xfrm>
                <a:off x="4069582" y="2878854"/>
                <a:ext cx="616322" cy="502417"/>
              </a:xfrm>
              <a:custGeom>
                <a:avLst/>
                <a:gdLst>
                  <a:gd name="connsiteX0" fmla="*/ 275384 w 616322"/>
                  <a:gd name="connsiteY0" fmla="*/ 0 h 502417"/>
                  <a:gd name="connsiteX1" fmla="*/ 616322 w 616322"/>
                  <a:gd name="connsiteY1" fmla="*/ 0 h 502417"/>
                  <a:gd name="connsiteX2" fmla="*/ 385966 w 616322"/>
                  <a:gd name="connsiteY2" fmla="*/ 502049 h 502417"/>
                  <a:gd name="connsiteX3" fmla="*/ 0 w 616322"/>
                  <a:gd name="connsiteY3" fmla="*/ 502417 h 502417"/>
                  <a:gd name="connsiteX4" fmla="*/ 275384 w 616322"/>
                  <a:gd name="connsiteY4" fmla="*/ 0 h 502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6322" h="502417">
                    <a:moveTo>
                      <a:pt x="275384" y="0"/>
                    </a:moveTo>
                    <a:lnTo>
                      <a:pt x="616322" y="0"/>
                    </a:lnTo>
                    <a:lnTo>
                      <a:pt x="385966" y="502049"/>
                    </a:lnTo>
                    <a:lnTo>
                      <a:pt x="0" y="502417"/>
                    </a:lnTo>
                    <a:lnTo>
                      <a:pt x="27538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="" xmlns:a16="http://schemas.microsoft.com/office/drawing/2014/main" id="{F8130CAD-30C2-4CFC-191D-79AFC63F1F8A}"/>
                  </a:ext>
                </a:extLst>
              </p:cNvPr>
              <p:cNvSpPr/>
              <p:nvPr/>
            </p:nvSpPr>
            <p:spPr bwMode="auto">
              <a:xfrm>
                <a:off x="4505872" y="2878854"/>
                <a:ext cx="641562" cy="502001"/>
              </a:xfrm>
              <a:custGeom>
                <a:avLst/>
                <a:gdLst>
                  <a:gd name="connsiteX0" fmla="*/ 230334 w 641562"/>
                  <a:gd name="connsiteY0" fmla="*/ 0 h 502001"/>
                  <a:gd name="connsiteX1" fmla="*/ 641562 w 641562"/>
                  <a:gd name="connsiteY1" fmla="*/ 0 h 502001"/>
                  <a:gd name="connsiteX2" fmla="*/ 474011 w 641562"/>
                  <a:gd name="connsiteY2" fmla="*/ 501549 h 502001"/>
                  <a:gd name="connsiteX3" fmla="*/ 0 w 641562"/>
                  <a:gd name="connsiteY3" fmla="*/ 502001 h 502001"/>
                  <a:gd name="connsiteX4" fmla="*/ 230334 w 641562"/>
                  <a:gd name="connsiteY4" fmla="*/ 0 h 502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1562" h="502001">
                    <a:moveTo>
                      <a:pt x="230334" y="0"/>
                    </a:moveTo>
                    <a:lnTo>
                      <a:pt x="641562" y="0"/>
                    </a:lnTo>
                    <a:lnTo>
                      <a:pt x="474011" y="501549"/>
                    </a:lnTo>
                    <a:lnTo>
                      <a:pt x="0" y="502001"/>
                    </a:lnTo>
                    <a:lnTo>
                      <a:pt x="23033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="" xmlns:a16="http://schemas.microsoft.com/office/drawing/2014/main" id="{512338DC-6BBE-CCC4-EC19-826F5097077D}"/>
                  </a:ext>
                </a:extLst>
              </p:cNvPr>
              <p:cNvSpPr/>
              <p:nvPr/>
            </p:nvSpPr>
            <p:spPr bwMode="auto">
              <a:xfrm>
                <a:off x="5028101" y="2878854"/>
                <a:ext cx="571194" cy="501503"/>
              </a:xfrm>
              <a:custGeom>
                <a:avLst/>
                <a:gdLst>
                  <a:gd name="connsiteX0" fmla="*/ 167535 w 571194"/>
                  <a:gd name="connsiteY0" fmla="*/ 0 h 501503"/>
                  <a:gd name="connsiteX1" fmla="*/ 571194 w 571194"/>
                  <a:gd name="connsiteY1" fmla="*/ 0 h 501503"/>
                  <a:gd name="connsiteX2" fmla="*/ 450367 w 571194"/>
                  <a:gd name="connsiteY2" fmla="*/ 501074 h 501503"/>
                  <a:gd name="connsiteX3" fmla="*/ 0 w 571194"/>
                  <a:gd name="connsiteY3" fmla="*/ 501503 h 501503"/>
                  <a:gd name="connsiteX4" fmla="*/ 167535 w 571194"/>
                  <a:gd name="connsiteY4" fmla="*/ 0 h 501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194" h="501503">
                    <a:moveTo>
                      <a:pt x="167535" y="0"/>
                    </a:moveTo>
                    <a:lnTo>
                      <a:pt x="571194" y="0"/>
                    </a:lnTo>
                    <a:lnTo>
                      <a:pt x="450367" y="501074"/>
                    </a:lnTo>
                    <a:lnTo>
                      <a:pt x="0" y="501503"/>
                    </a:lnTo>
                    <a:lnTo>
                      <a:pt x="16753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="" xmlns:a16="http://schemas.microsoft.com/office/drawing/2014/main" id="{77074148-915B-EBEE-B6C4-D80AE48F2A43}"/>
                  </a:ext>
                </a:extLst>
              </p:cNvPr>
              <p:cNvSpPr/>
              <p:nvPr/>
            </p:nvSpPr>
            <p:spPr bwMode="auto">
              <a:xfrm>
                <a:off x="5567220" y="2878854"/>
                <a:ext cx="580012" cy="500989"/>
              </a:xfrm>
              <a:custGeom>
                <a:avLst/>
                <a:gdLst>
                  <a:gd name="connsiteX0" fmla="*/ 120806 w 580012"/>
                  <a:gd name="connsiteY0" fmla="*/ 0 h 500989"/>
                  <a:gd name="connsiteX1" fmla="*/ 580012 w 580012"/>
                  <a:gd name="connsiteY1" fmla="*/ 0 h 500989"/>
                  <a:gd name="connsiteX2" fmla="*/ 510324 w 580012"/>
                  <a:gd name="connsiteY2" fmla="*/ 500503 h 500989"/>
                  <a:gd name="connsiteX3" fmla="*/ 0 w 580012"/>
                  <a:gd name="connsiteY3" fmla="*/ 500989 h 500989"/>
                  <a:gd name="connsiteX4" fmla="*/ 120806 w 580012"/>
                  <a:gd name="connsiteY4" fmla="*/ 0 h 500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0012" h="500989">
                    <a:moveTo>
                      <a:pt x="120806" y="0"/>
                    </a:moveTo>
                    <a:lnTo>
                      <a:pt x="580012" y="0"/>
                    </a:lnTo>
                    <a:lnTo>
                      <a:pt x="510324" y="500503"/>
                    </a:lnTo>
                    <a:lnTo>
                      <a:pt x="0" y="500989"/>
                    </a:lnTo>
                    <a:lnTo>
                      <a:pt x="12080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="" xmlns:a16="http://schemas.microsoft.com/office/drawing/2014/main" id="{2BB633A8-E67B-155D-94B9-C1667B18B334}"/>
                  </a:ext>
                </a:extLst>
              </p:cNvPr>
              <p:cNvSpPr/>
              <p:nvPr/>
            </p:nvSpPr>
            <p:spPr bwMode="auto">
              <a:xfrm>
                <a:off x="6123710" y="2878854"/>
                <a:ext cx="580644" cy="500459"/>
              </a:xfrm>
              <a:custGeom>
                <a:avLst/>
                <a:gdLst>
                  <a:gd name="connsiteX0" fmla="*/ 69682 w 580644"/>
                  <a:gd name="connsiteY0" fmla="*/ 0 h 500459"/>
                  <a:gd name="connsiteX1" fmla="*/ 580644 w 580644"/>
                  <a:gd name="connsiteY1" fmla="*/ 0 h 500459"/>
                  <a:gd name="connsiteX2" fmla="*/ 580644 w 580644"/>
                  <a:gd name="connsiteY2" fmla="*/ 499906 h 500459"/>
                  <a:gd name="connsiteX3" fmla="*/ 0 w 580644"/>
                  <a:gd name="connsiteY3" fmla="*/ 500459 h 500459"/>
                  <a:gd name="connsiteX4" fmla="*/ 69682 w 580644"/>
                  <a:gd name="connsiteY4" fmla="*/ 0 h 500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0644" h="500459">
                    <a:moveTo>
                      <a:pt x="69682" y="0"/>
                    </a:moveTo>
                    <a:lnTo>
                      <a:pt x="580644" y="0"/>
                    </a:lnTo>
                    <a:lnTo>
                      <a:pt x="580644" y="499906"/>
                    </a:lnTo>
                    <a:lnTo>
                      <a:pt x="0" y="500459"/>
                    </a:lnTo>
                    <a:lnTo>
                      <a:pt x="6968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="" xmlns:a16="http://schemas.microsoft.com/office/drawing/2014/main" id="{2916D812-B1CC-B0F3-8C75-48CBA8C34B84}"/>
                  </a:ext>
                </a:extLst>
              </p:cNvPr>
              <p:cNvSpPr/>
              <p:nvPr/>
            </p:nvSpPr>
            <p:spPr bwMode="auto">
              <a:xfrm>
                <a:off x="6750073" y="2878853"/>
                <a:ext cx="601793" cy="499862"/>
              </a:xfrm>
              <a:custGeom>
                <a:avLst/>
                <a:gdLst>
                  <a:gd name="connsiteX0" fmla="*/ 0 w 601793"/>
                  <a:gd name="connsiteY0" fmla="*/ 0 h 499862"/>
                  <a:gd name="connsiteX1" fmla="*/ 532274 w 601793"/>
                  <a:gd name="connsiteY1" fmla="*/ 0 h 499862"/>
                  <a:gd name="connsiteX2" fmla="*/ 601793 w 601793"/>
                  <a:gd name="connsiteY2" fmla="*/ 499288 h 499862"/>
                  <a:gd name="connsiteX3" fmla="*/ 0 w 601793"/>
                  <a:gd name="connsiteY3" fmla="*/ 499862 h 499862"/>
                  <a:gd name="connsiteX4" fmla="*/ 0 w 601793"/>
                  <a:gd name="connsiteY4" fmla="*/ 0 h 499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1793" h="499862">
                    <a:moveTo>
                      <a:pt x="0" y="0"/>
                    </a:moveTo>
                    <a:lnTo>
                      <a:pt x="532274" y="0"/>
                    </a:lnTo>
                    <a:lnTo>
                      <a:pt x="601793" y="499288"/>
                    </a:lnTo>
                    <a:lnTo>
                      <a:pt x="0" y="49986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="" xmlns:a16="http://schemas.microsoft.com/office/drawing/2014/main" id="{7FFB8932-80A3-A2C2-7994-6920577141C6}"/>
                  </a:ext>
                </a:extLst>
              </p:cNvPr>
              <p:cNvSpPr/>
              <p:nvPr/>
            </p:nvSpPr>
            <p:spPr bwMode="auto">
              <a:xfrm>
                <a:off x="7328506" y="2878853"/>
                <a:ext cx="519899" cy="499244"/>
              </a:xfrm>
              <a:custGeom>
                <a:avLst/>
                <a:gdLst>
                  <a:gd name="connsiteX0" fmla="*/ 0 w 519899"/>
                  <a:gd name="connsiteY0" fmla="*/ 0 h 499244"/>
                  <a:gd name="connsiteX1" fmla="*/ 399617 w 519899"/>
                  <a:gd name="connsiteY1" fmla="*/ 0 h 499244"/>
                  <a:gd name="connsiteX2" fmla="*/ 519899 w 519899"/>
                  <a:gd name="connsiteY2" fmla="*/ 498815 h 499244"/>
                  <a:gd name="connsiteX3" fmla="*/ 69514 w 519899"/>
                  <a:gd name="connsiteY3" fmla="*/ 499244 h 499244"/>
                  <a:gd name="connsiteX4" fmla="*/ 0 w 519899"/>
                  <a:gd name="connsiteY4" fmla="*/ 0 h 499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9899" h="499244">
                    <a:moveTo>
                      <a:pt x="0" y="0"/>
                    </a:moveTo>
                    <a:lnTo>
                      <a:pt x="399617" y="0"/>
                    </a:lnTo>
                    <a:lnTo>
                      <a:pt x="519899" y="498815"/>
                    </a:lnTo>
                    <a:lnTo>
                      <a:pt x="69514" y="49924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="" xmlns:a16="http://schemas.microsoft.com/office/drawing/2014/main" id="{5C1FB848-FF7F-0F67-EC73-9EE6FB71CE0D}"/>
                  </a:ext>
                </a:extLst>
              </p:cNvPr>
              <p:cNvSpPr/>
              <p:nvPr/>
            </p:nvSpPr>
            <p:spPr bwMode="auto">
              <a:xfrm>
                <a:off x="7816854" y="2878853"/>
                <a:ext cx="566378" cy="498730"/>
              </a:xfrm>
              <a:custGeom>
                <a:avLst/>
                <a:gdLst>
                  <a:gd name="connsiteX0" fmla="*/ 0 w 566378"/>
                  <a:gd name="connsiteY0" fmla="*/ 0 h 498730"/>
                  <a:gd name="connsiteX1" fmla="*/ 399912 w 566378"/>
                  <a:gd name="connsiteY1" fmla="*/ 0 h 498730"/>
                  <a:gd name="connsiteX2" fmla="*/ 566378 w 566378"/>
                  <a:gd name="connsiteY2" fmla="*/ 498305 h 498730"/>
                  <a:gd name="connsiteX3" fmla="*/ 120261 w 566378"/>
                  <a:gd name="connsiteY3" fmla="*/ 498730 h 498730"/>
                  <a:gd name="connsiteX4" fmla="*/ 0 w 566378"/>
                  <a:gd name="connsiteY4" fmla="*/ 0 h 4987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66378" h="498730">
                    <a:moveTo>
                      <a:pt x="0" y="0"/>
                    </a:moveTo>
                    <a:lnTo>
                      <a:pt x="399912" y="0"/>
                    </a:lnTo>
                    <a:lnTo>
                      <a:pt x="566378" y="498305"/>
                    </a:lnTo>
                    <a:lnTo>
                      <a:pt x="120261" y="4987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="" xmlns:a16="http://schemas.microsoft.com/office/drawing/2014/main" id="{B6E92AC0-EDBB-ECAE-B367-DF91CA1EA644}"/>
                  </a:ext>
                </a:extLst>
              </p:cNvPr>
              <p:cNvSpPr/>
              <p:nvPr/>
            </p:nvSpPr>
            <p:spPr bwMode="auto">
              <a:xfrm>
                <a:off x="8264969" y="2878854"/>
                <a:ext cx="634609" cy="498259"/>
              </a:xfrm>
              <a:custGeom>
                <a:avLst/>
                <a:gdLst>
                  <a:gd name="connsiteX0" fmla="*/ 0 w 634609"/>
                  <a:gd name="connsiteY0" fmla="*/ 0 h 498259"/>
                  <a:gd name="connsiteX1" fmla="*/ 406196 w 634609"/>
                  <a:gd name="connsiteY1" fmla="*/ 0 h 498259"/>
                  <a:gd name="connsiteX2" fmla="*/ 634609 w 634609"/>
                  <a:gd name="connsiteY2" fmla="*/ 497813 h 498259"/>
                  <a:gd name="connsiteX3" fmla="*/ 166450 w 634609"/>
                  <a:gd name="connsiteY3" fmla="*/ 498259 h 498259"/>
                  <a:gd name="connsiteX4" fmla="*/ 0 w 634609"/>
                  <a:gd name="connsiteY4" fmla="*/ 0 h 498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4609" h="498259">
                    <a:moveTo>
                      <a:pt x="0" y="0"/>
                    </a:moveTo>
                    <a:lnTo>
                      <a:pt x="406196" y="0"/>
                    </a:lnTo>
                    <a:lnTo>
                      <a:pt x="634609" y="497813"/>
                    </a:lnTo>
                    <a:lnTo>
                      <a:pt x="166450" y="49825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="" xmlns:a16="http://schemas.microsoft.com/office/drawing/2014/main" id="{D689A80B-5CB8-1D2B-0EE9-3E52D97E92D6}"/>
                  </a:ext>
                </a:extLst>
              </p:cNvPr>
              <p:cNvSpPr/>
              <p:nvPr/>
            </p:nvSpPr>
            <p:spPr bwMode="auto">
              <a:xfrm>
                <a:off x="8721467" y="2878854"/>
                <a:ext cx="618476" cy="497765"/>
              </a:xfrm>
              <a:custGeom>
                <a:avLst/>
                <a:gdLst>
                  <a:gd name="connsiteX0" fmla="*/ 0 w 618476"/>
                  <a:gd name="connsiteY0" fmla="*/ 0 h 497765"/>
                  <a:gd name="connsiteX1" fmla="*/ 366632 w 618476"/>
                  <a:gd name="connsiteY1" fmla="*/ 0 h 497765"/>
                  <a:gd name="connsiteX2" fmla="*/ 618476 w 618476"/>
                  <a:gd name="connsiteY2" fmla="*/ 497393 h 497765"/>
                  <a:gd name="connsiteX3" fmla="*/ 228390 w 618476"/>
                  <a:gd name="connsiteY3" fmla="*/ 497765 h 497765"/>
                  <a:gd name="connsiteX4" fmla="*/ 0 w 618476"/>
                  <a:gd name="connsiteY4" fmla="*/ 0 h 497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8476" h="497765">
                    <a:moveTo>
                      <a:pt x="0" y="0"/>
                    </a:moveTo>
                    <a:lnTo>
                      <a:pt x="366632" y="0"/>
                    </a:lnTo>
                    <a:lnTo>
                      <a:pt x="618476" y="497393"/>
                    </a:lnTo>
                    <a:lnTo>
                      <a:pt x="228390" y="49776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1302" name="Graphic 1299">
            <a:extLst>
              <a:ext uri="{FF2B5EF4-FFF2-40B4-BE49-F238E27FC236}">
                <a16:creationId xmlns="" xmlns:a16="http://schemas.microsoft.com/office/drawing/2014/main" id="{B8F7DFC1-B766-7123-2BA5-D6EFE3CCEFE7}"/>
              </a:ext>
            </a:extLst>
          </p:cNvPr>
          <p:cNvGrpSpPr/>
          <p:nvPr/>
        </p:nvGrpSpPr>
        <p:grpSpPr>
          <a:xfrm>
            <a:off x="4275479" y="4070272"/>
            <a:ext cx="738575" cy="2017723"/>
            <a:chOff x="6737223" y="514350"/>
            <a:chExt cx="1940735" cy="5832110"/>
          </a:xfrm>
        </p:grpSpPr>
        <p:sp>
          <p:nvSpPr>
            <p:cNvPr id="1303" name="Freeform: Shape 1302">
              <a:extLst>
                <a:ext uri="{FF2B5EF4-FFF2-40B4-BE49-F238E27FC236}">
                  <a16:creationId xmlns="" xmlns:a16="http://schemas.microsoft.com/office/drawing/2014/main" id="{4A3081E6-023F-81CE-C4CA-1C6FA4EAAB08}"/>
                </a:ext>
              </a:extLst>
            </p:cNvPr>
            <p:cNvSpPr/>
            <p:nvPr/>
          </p:nvSpPr>
          <p:spPr>
            <a:xfrm>
              <a:off x="7577474" y="1855733"/>
              <a:ext cx="321136" cy="246907"/>
            </a:xfrm>
            <a:custGeom>
              <a:avLst/>
              <a:gdLst>
                <a:gd name="connsiteX0" fmla="*/ 294462 w 321136"/>
                <a:gd name="connsiteY0" fmla="*/ 234242 h 246907"/>
                <a:gd name="connsiteX1" fmla="*/ 7950 w 321136"/>
                <a:gd name="connsiteY1" fmla="*/ 27550 h 246907"/>
                <a:gd name="connsiteX2" fmla="*/ 18427 w 321136"/>
                <a:gd name="connsiteY2" fmla="*/ 1261 h 246907"/>
                <a:gd name="connsiteX3" fmla="*/ 321132 w 321136"/>
                <a:gd name="connsiteY3" fmla="*/ 233004 h 246907"/>
                <a:gd name="connsiteX4" fmla="*/ 294462 w 321136"/>
                <a:gd name="connsiteY4" fmla="*/ 233861 h 246907"/>
                <a:gd name="connsiteX5" fmla="*/ 294462 w 321136"/>
                <a:gd name="connsiteY5" fmla="*/ 234242 h 246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1136" h="246907">
                  <a:moveTo>
                    <a:pt x="294462" y="234242"/>
                  </a:moveTo>
                  <a:cubicBezTo>
                    <a:pt x="257695" y="106893"/>
                    <a:pt x="109296" y="75937"/>
                    <a:pt x="7950" y="27550"/>
                  </a:cubicBezTo>
                  <a:cubicBezTo>
                    <a:pt x="-7957" y="20692"/>
                    <a:pt x="2330" y="-6074"/>
                    <a:pt x="18427" y="1261"/>
                  </a:cubicBezTo>
                  <a:cubicBezTo>
                    <a:pt x="129013" y="52600"/>
                    <a:pt x="289223" y="89748"/>
                    <a:pt x="321132" y="233004"/>
                  </a:cubicBezTo>
                  <a:cubicBezTo>
                    <a:pt x="321513" y="250911"/>
                    <a:pt x="295224" y="251863"/>
                    <a:pt x="294462" y="233861"/>
                  </a:cubicBezTo>
                  <a:cubicBezTo>
                    <a:pt x="294462" y="233861"/>
                    <a:pt x="294462" y="234242"/>
                    <a:pt x="294462" y="234242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="" xmlns:a16="http://schemas.microsoft.com/office/drawing/2014/main" id="{F6C182BE-AD74-D2E8-17D7-2DE01A58CCDE}"/>
                </a:ext>
              </a:extLst>
            </p:cNvPr>
            <p:cNvSpPr/>
            <p:nvPr/>
          </p:nvSpPr>
          <p:spPr>
            <a:xfrm>
              <a:off x="8066436" y="1781747"/>
              <a:ext cx="172358" cy="313299"/>
            </a:xfrm>
            <a:custGeom>
              <a:avLst/>
              <a:gdLst>
                <a:gd name="connsiteX0" fmla="*/ 0 w 172358"/>
                <a:gd name="connsiteY0" fmla="*/ 299179 h 313299"/>
                <a:gd name="connsiteX1" fmla="*/ 90678 w 172358"/>
                <a:gd name="connsiteY1" fmla="*/ 83914 h 313299"/>
                <a:gd name="connsiteX2" fmla="*/ 147447 w 172358"/>
                <a:gd name="connsiteY2" fmla="*/ 5523 h 313299"/>
                <a:gd name="connsiteX3" fmla="*/ 166973 w 172358"/>
                <a:gd name="connsiteY3" fmla="*/ 2951 h 313299"/>
                <a:gd name="connsiteX4" fmla="*/ 169545 w 172358"/>
                <a:gd name="connsiteY4" fmla="*/ 23144 h 313299"/>
                <a:gd name="connsiteX5" fmla="*/ 58579 w 172358"/>
                <a:gd name="connsiteY5" fmla="*/ 192023 h 313299"/>
                <a:gd name="connsiteX6" fmla="*/ 27908 w 172358"/>
                <a:gd name="connsiteY6" fmla="*/ 299369 h 313299"/>
                <a:gd name="connsiteX7" fmla="*/ 0 w 172358"/>
                <a:gd name="connsiteY7" fmla="*/ 299369 h 313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2358" h="313299">
                  <a:moveTo>
                    <a:pt x="0" y="299179"/>
                  </a:moveTo>
                  <a:cubicBezTo>
                    <a:pt x="4953" y="219455"/>
                    <a:pt x="46482" y="147446"/>
                    <a:pt x="90678" y="83914"/>
                  </a:cubicBezTo>
                  <a:cubicBezTo>
                    <a:pt x="108776" y="57149"/>
                    <a:pt x="127731" y="30860"/>
                    <a:pt x="147447" y="5523"/>
                  </a:cubicBezTo>
                  <a:cubicBezTo>
                    <a:pt x="152210" y="-573"/>
                    <a:pt x="160878" y="-1906"/>
                    <a:pt x="166973" y="2951"/>
                  </a:cubicBezTo>
                  <a:cubicBezTo>
                    <a:pt x="172879" y="7619"/>
                    <a:pt x="174213" y="16953"/>
                    <a:pt x="169545" y="23144"/>
                  </a:cubicBezTo>
                  <a:cubicBezTo>
                    <a:pt x="129255" y="77246"/>
                    <a:pt x="88011" y="131063"/>
                    <a:pt x="58579" y="192023"/>
                  </a:cubicBezTo>
                  <a:cubicBezTo>
                    <a:pt x="43720" y="225932"/>
                    <a:pt x="29623" y="261746"/>
                    <a:pt x="27908" y="299369"/>
                  </a:cubicBezTo>
                  <a:cubicBezTo>
                    <a:pt x="28194" y="317848"/>
                    <a:pt x="-95" y="318038"/>
                    <a:pt x="0" y="299369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="" xmlns:a16="http://schemas.microsoft.com/office/drawing/2014/main" id="{D8BBEC18-CE9E-24CB-859C-1870630680EE}"/>
                </a:ext>
              </a:extLst>
            </p:cNvPr>
            <p:cNvSpPr/>
            <p:nvPr/>
          </p:nvSpPr>
          <p:spPr>
            <a:xfrm>
              <a:off x="7311088" y="514350"/>
              <a:ext cx="578574" cy="1617414"/>
            </a:xfrm>
            <a:custGeom>
              <a:avLst/>
              <a:gdLst>
                <a:gd name="connsiteX0" fmla="*/ 577040 w 578574"/>
                <a:gd name="connsiteY0" fmla="*/ 0 h 1617414"/>
                <a:gd name="connsiteX1" fmla="*/ 578564 w 578574"/>
                <a:gd name="connsiteY1" fmla="*/ 6477 h 1617414"/>
                <a:gd name="connsiteX2" fmla="*/ 576945 w 578574"/>
                <a:gd name="connsiteY2" fmla="*/ 12192 h 1617414"/>
                <a:gd name="connsiteX3" fmla="*/ 570373 w 578574"/>
                <a:gd name="connsiteY3" fmla="*/ 29147 h 1617414"/>
                <a:gd name="connsiteX4" fmla="*/ 569229 w 578574"/>
                <a:gd name="connsiteY4" fmla="*/ 32195 h 1617414"/>
                <a:gd name="connsiteX5" fmla="*/ 554275 w 578574"/>
                <a:gd name="connsiteY5" fmla="*/ 72390 h 1617414"/>
                <a:gd name="connsiteX6" fmla="*/ 181657 w 578574"/>
                <a:gd name="connsiteY6" fmla="*/ 1151668 h 1617414"/>
                <a:gd name="connsiteX7" fmla="*/ 31829 w 578574"/>
                <a:gd name="connsiteY7" fmla="*/ 1592389 h 1617414"/>
                <a:gd name="connsiteX8" fmla="*/ 6969 w 578574"/>
                <a:gd name="connsiteY8" fmla="*/ 1615916 h 1617414"/>
                <a:gd name="connsiteX9" fmla="*/ 3635 w 578574"/>
                <a:gd name="connsiteY9" fmla="*/ 1591628 h 1617414"/>
                <a:gd name="connsiteX10" fmla="*/ 271097 w 578574"/>
                <a:gd name="connsiteY10" fmla="*/ 810292 h 1617414"/>
                <a:gd name="connsiteX11" fmla="*/ 541988 w 578574"/>
                <a:gd name="connsiteY11" fmla="*/ 29337 h 1617414"/>
                <a:gd name="connsiteX12" fmla="*/ 551418 w 578574"/>
                <a:gd name="connsiteY12" fmla="*/ 5048 h 1617414"/>
                <a:gd name="connsiteX13" fmla="*/ 559704 w 578574"/>
                <a:gd name="connsiteY13" fmla="*/ 6763 h 1617414"/>
                <a:gd name="connsiteX14" fmla="*/ 563515 w 578574"/>
                <a:gd name="connsiteY14" fmla="*/ 7334 h 1617414"/>
                <a:gd name="connsiteX15" fmla="*/ 575516 w 578574"/>
                <a:gd name="connsiteY15" fmla="*/ 762 h 1617414"/>
                <a:gd name="connsiteX16" fmla="*/ 576945 w 578574"/>
                <a:gd name="connsiteY16" fmla="*/ 0 h 1617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78574" h="1617414">
                  <a:moveTo>
                    <a:pt x="577040" y="0"/>
                  </a:moveTo>
                  <a:cubicBezTo>
                    <a:pt x="578088" y="1905"/>
                    <a:pt x="578659" y="4096"/>
                    <a:pt x="578564" y="6477"/>
                  </a:cubicBezTo>
                  <a:cubicBezTo>
                    <a:pt x="578564" y="8287"/>
                    <a:pt x="577993" y="10192"/>
                    <a:pt x="576945" y="12192"/>
                  </a:cubicBezTo>
                  <a:cubicBezTo>
                    <a:pt x="574659" y="17812"/>
                    <a:pt x="572468" y="23432"/>
                    <a:pt x="570373" y="29147"/>
                  </a:cubicBezTo>
                  <a:cubicBezTo>
                    <a:pt x="569896" y="30099"/>
                    <a:pt x="569611" y="31147"/>
                    <a:pt x="569229" y="32195"/>
                  </a:cubicBezTo>
                  <a:cubicBezTo>
                    <a:pt x="564181" y="45530"/>
                    <a:pt x="559324" y="58960"/>
                    <a:pt x="554275" y="72390"/>
                  </a:cubicBezTo>
                  <a:cubicBezTo>
                    <a:pt x="414544" y="426339"/>
                    <a:pt x="309292" y="793147"/>
                    <a:pt x="181657" y="1151668"/>
                  </a:cubicBezTo>
                  <a:cubicBezTo>
                    <a:pt x="131937" y="1298639"/>
                    <a:pt x="88027" y="1447895"/>
                    <a:pt x="31829" y="1592389"/>
                  </a:cubicBezTo>
                  <a:cubicBezTo>
                    <a:pt x="27448" y="1604010"/>
                    <a:pt x="22209" y="1622870"/>
                    <a:pt x="6969" y="1615916"/>
                  </a:cubicBezTo>
                  <a:cubicBezTo>
                    <a:pt x="-2651" y="1610582"/>
                    <a:pt x="-842" y="1599724"/>
                    <a:pt x="3635" y="1591628"/>
                  </a:cubicBezTo>
                  <a:cubicBezTo>
                    <a:pt x="99361" y="1333691"/>
                    <a:pt x="178324" y="1069467"/>
                    <a:pt x="271097" y="810292"/>
                  </a:cubicBezTo>
                  <a:cubicBezTo>
                    <a:pt x="353774" y="547211"/>
                    <a:pt x="442071" y="286131"/>
                    <a:pt x="541988" y="29337"/>
                  </a:cubicBezTo>
                  <a:cubicBezTo>
                    <a:pt x="545036" y="21241"/>
                    <a:pt x="548275" y="13145"/>
                    <a:pt x="551418" y="5048"/>
                  </a:cubicBezTo>
                  <a:cubicBezTo>
                    <a:pt x="554085" y="5715"/>
                    <a:pt x="556847" y="6382"/>
                    <a:pt x="559704" y="6763"/>
                  </a:cubicBezTo>
                  <a:cubicBezTo>
                    <a:pt x="560943" y="6953"/>
                    <a:pt x="562276" y="7144"/>
                    <a:pt x="563515" y="7334"/>
                  </a:cubicBezTo>
                  <a:cubicBezTo>
                    <a:pt x="567610" y="5334"/>
                    <a:pt x="571611" y="3143"/>
                    <a:pt x="575516" y="762"/>
                  </a:cubicBezTo>
                  <a:lnTo>
                    <a:pt x="576945" y="0"/>
                  </a:lnTo>
                  <a:close/>
                </a:path>
              </a:pathLst>
            </a:custGeom>
            <a:solidFill>
              <a:srgbClr val="AA67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="" xmlns:a16="http://schemas.microsoft.com/office/drawing/2014/main" id="{AE0DADDE-4CCA-47A7-B92F-AA28ED43C840}"/>
                </a:ext>
              </a:extLst>
            </p:cNvPr>
            <p:cNvSpPr/>
            <p:nvPr/>
          </p:nvSpPr>
          <p:spPr>
            <a:xfrm>
              <a:off x="7870793" y="515207"/>
              <a:ext cx="732306" cy="1599147"/>
            </a:xfrm>
            <a:custGeom>
              <a:avLst/>
              <a:gdLst>
                <a:gd name="connsiteX0" fmla="*/ 708279 w 732306"/>
                <a:gd name="connsiteY0" fmla="*/ 1592199 h 1599147"/>
                <a:gd name="connsiteX1" fmla="*/ 624173 w 732306"/>
                <a:gd name="connsiteY1" fmla="*/ 1416082 h 1599147"/>
                <a:gd name="connsiteX2" fmla="*/ 542449 w 732306"/>
                <a:gd name="connsiteY2" fmla="*/ 1241012 h 1599147"/>
                <a:gd name="connsiteX3" fmla="*/ 258794 w 732306"/>
                <a:gd name="connsiteY3" fmla="*/ 613029 h 1599147"/>
                <a:gd name="connsiteX4" fmla="*/ 121634 w 732306"/>
                <a:gd name="connsiteY4" fmla="*/ 298037 h 1599147"/>
                <a:gd name="connsiteX5" fmla="*/ 54388 w 732306"/>
                <a:gd name="connsiteY5" fmla="*/ 139256 h 1599147"/>
                <a:gd name="connsiteX6" fmla="*/ 20479 w 732306"/>
                <a:gd name="connsiteY6" fmla="*/ 58198 h 1599147"/>
                <a:gd name="connsiteX7" fmla="*/ 9525 w 732306"/>
                <a:gd name="connsiteY7" fmla="*/ 31337 h 1599147"/>
                <a:gd name="connsiteX8" fmla="*/ 8477 w 732306"/>
                <a:gd name="connsiteY8" fmla="*/ 28765 h 1599147"/>
                <a:gd name="connsiteX9" fmla="*/ 0 w 732306"/>
                <a:gd name="connsiteY9" fmla="*/ 6001 h 1599147"/>
                <a:gd name="connsiteX10" fmla="*/ 3810 w 732306"/>
                <a:gd name="connsiteY10" fmla="*/ 6572 h 1599147"/>
                <a:gd name="connsiteX11" fmla="*/ 15812 w 732306"/>
                <a:gd name="connsiteY11" fmla="*/ 0 h 1599147"/>
                <a:gd name="connsiteX12" fmla="*/ 18669 w 732306"/>
                <a:gd name="connsiteY12" fmla="*/ 5715 h 1599147"/>
                <a:gd name="connsiteX13" fmla="*/ 26575 w 732306"/>
                <a:gd name="connsiteY13" fmla="*/ 22765 h 1599147"/>
                <a:gd name="connsiteX14" fmla="*/ 43910 w 732306"/>
                <a:gd name="connsiteY14" fmla="*/ 62389 h 1599147"/>
                <a:gd name="connsiteX15" fmla="*/ 81629 w 732306"/>
                <a:gd name="connsiteY15" fmla="*/ 148781 h 1599147"/>
                <a:gd name="connsiteX16" fmla="*/ 158972 w 732306"/>
                <a:gd name="connsiteY16" fmla="*/ 325660 h 1599147"/>
                <a:gd name="connsiteX17" fmla="*/ 440246 w 732306"/>
                <a:gd name="connsiteY17" fmla="*/ 954405 h 1599147"/>
                <a:gd name="connsiteX18" fmla="*/ 584359 w 732306"/>
                <a:gd name="connsiteY18" fmla="*/ 1266063 h 1599147"/>
                <a:gd name="connsiteX19" fmla="*/ 658178 w 732306"/>
                <a:gd name="connsiteY19" fmla="*/ 1423416 h 1599147"/>
                <a:gd name="connsiteX20" fmla="*/ 731044 w 732306"/>
                <a:gd name="connsiteY20" fmla="*/ 1578864 h 1599147"/>
                <a:gd name="connsiteX21" fmla="*/ 708088 w 732306"/>
                <a:gd name="connsiteY21" fmla="*/ 1592294 h 1599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32306" h="1599147">
                  <a:moveTo>
                    <a:pt x="708279" y="1592199"/>
                  </a:moveTo>
                  <a:cubicBezTo>
                    <a:pt x="678085" y="1534668"/>
                    <a:pt x="651796" y="1474756"/>
                    <a:pt x="624173" y="1416082"/>
                  </a:cubicBezTo>
                  <a:cubicBezTo>
                    <a:pt x="596741" y="1357789"/>
                    <a:pt x="569500" y="1299496"/>
                    <a:pt x="542449" y="1241012"/>
                  </a:cubicBezTo>
                  <a:cubicBezTo>
                    <a:pt x="445770" y="1032701"/>
                    <a:pt x="351473" y="823246"/>
                    <a:pt x="258794" y="613029"/>
                  </a:cubicBezTo>
                  <a:cubicBezTo>
                    <a:pt x="212503" y="508254"/>
                    <a:pt x="166878" y="403384"/>
                    <a:pt x="121634" y="298037"/>
                  </a:cubicBezTo>
                  <a:cubicBezTo>
                    <a:pt x="99060" y="245269"/>
                    <a:pt x="76581" y="192310"/>
                    <a:pt x="54388" y="139256"/>
                  </a:cubicBezTo>
                  <a:cubicBezTo>
                    <a:pt x="43053" y="112205"/>
                    <a:pt x="31814" y="85249"/>
                    <a:pt x="20479" y="58198"/>
                  </a:cubicBezTo>
                  <a:cubicBezTo>
                    <a:pt x="16859" y="49340"/>
                    <a:pt x="13049" y="40291"/>
                    <a:pt x="9525" y="31337"/>
                  </a:cubicBezTo>
                  <a:cubicBezTo>
                    <a:pt x="9144" y="30480"/>
                    <a:pt x="8858" y="29623"/>
                    <a:pt x="8477" y="28765"/>
                  </a:cubicBezTo>
                  <a:cubicBezTo>
                    <a:pt x="5525" y="21241"/>
                    <a:pt x="2667" y="13621"/>
                    <a:pt x="0" y="6001"/>
                  </a:cubicBezTo>
                  <a:cubicBezTo>
                    <a:pt x="1238" y="6191"/>
                    <a:pt x="2572" y="6382"/>
                    <a:pt x="3810" y="6572"/>
                  </a:cubicBezTo>
                  <a:cubicBezTo>
                    <a:pt x="7906" y="4572"/>
                    <a:pt x="11906" y="2381"/>
                    <a:pt x="15812" y="0"/>
                  </a:cubicBezTo>
                  <a:cubicBezTo>
                    <a:pt x="16764" y="1905"/>
                    <a:pt x="17717" y="3810"/>
                    <a:pt x="18669" y="5715"/>
                  </a:cubicBezTo>
                  <a:cubicBezTo>
                    <a:pt x="21336" y="11430"/>
                    <a:pt x="24003" y="17050"/>
                    <a:pt x="26575" y="22765"/>
                  </a:cubicBezTo>
                  <a:cubicBezTo>
                    <a:pt x="32480" y="35909"/>
                    <a:pt x="38195" y="49244"/>
                    <a:pt x="43910" y="62389"/>
                  </a:cubicBezTo>
                  <a:cubicBezTo>
                    <a:pt x="56388" y="91154"/>
                    <a:pt x="69056" y="120015"/>
                    <a:pt x="81629" y="148781"/>
                  </a:cubicBezTo>
                  <a:cubicBezTo>
                    <a:pt x="107442" y="207740"/>
                    <a:pt x="133255" y="266700"/>
                    <a:pt x="158972" y="325660"/>
                  </a:cubicBezTo>
                  <a:cubicBezTo>
                    <a:pt x="251175" y="536067"/>
                    <a:pt x="344710" y="745617"/>
                    <a:pt x="440246" y="954405"/>
                  </a:cubicBezTo>
                  <a:cubicBezTo>
                    <a:pt x="487871" y="1058418"/>
                    <a:pt x="535972" y="1162241"/>
                    <a:pt x="584359" y="1266063"/>
                  </a:cubicBezTo>
                  <a:cubicBezTo>
                    <a:pt x="608934" y="1318641"/>
                    <a:pt x="633413" y="1371029"/>
                    <a:pt x="658178" y="1423416"/>
                  </a:cubicBezTo>
                  <a:cubicBezTo>
                    <a:pt x="682562" y="1475137"/>
                    <a:pt x="708470" y="1526381"/>
                    <a:pt x="731044" y="1578864"/>
                  </a:cubicBezTo>
                  <a:cubicBezTo>
                    <a:pt x="737712" y="1594199"/>
                    <a:pt x="716185" y="1607820"/>
                    <a:pt x="708088" y="1592294"/>
                  </a:cubicBezTo>
                  <a:close/>
                </a:path>
              </a:pathLst>
            </a:custGeom>
            <a:solidFill>
              <a:srgbClr val="AA67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="" xmlns:a16="http://schemas.microsoft.com/office/drawing/2014/main" id="{6FCCD9E5-99B0-DD3C-C3C6-519655732BFA}"/>
                </a:ext>
              </a:extLst>
            </p:cNvPr>
            <p:cNvSpPr/>
            <p:nvPr/>
          </p:nvSpPr>
          <p:spPr>
            <a:xfrm>
              <a:off x="7300404" y="2053452"/>
              <a:ext cx="1307659" cy="619939"/>
            </a:xfrm>
            <a:custGeom>
              <a:avLst/>
              <a:gdLst>
                <a:gd name="connsiteX0" fmla="*/ 1279620 w 1307659"/>
                <a:gd name="connsiteY0" fmla="*/ 42 h 619939"/>
                <a:gd name="connsiteX1" fmla="*/ 1296003 w 1307659"/>
                <a:gd name="connsiteY1" fmla="*/ 71670 h 619939"/>
                <a:gd name="connsiteX2" fmla="*/ 1225328 w 1307659"/>
                <a:gd name="connsiteY2" fmla="*/ 237881 h 619939"/>
                <a:gd name="connsiteX3" fmla="*/ 981964 w 1307659"/>
                <a:gd name="connsiteY3" fmla="*/ 530394 h 619939"/>
                <a:gd name="connsiteX4" fmla="*/ 605441 w 1307659"/>
                <a:gd name="connsiteY4" fmla="*/ 616786 h 619939"/>
                <a:gd name="connsiteX5" fmla="*/ 263112 w 1307659"/>
                <a:gd name="connsiteY5" fmla="*/ 460671 h 619939"/>
                <a:gd name="connsiteX6" fmla="*/ 21749 w 1307659"/>
                <a:gd name="connsiteY6" fmla="*/ 137964 h 619939"/>
                <a:gd name="connsiteX7" fmla="*/ 1175 w 1307659"/>
                <a:gd name="connsiteY7" fmla="*/ 77671 h 619939"/>
                <a:gd name="connsiteX8" fmla="*/ 32226 w 1307659"/>
                <a:gd name="connsiteY8" fmla="*/ 54144 h 619939"/>
                <a:gd name="connsiteX9" fmla="*/ 1279620 w 1307659"/>
                <a:gd name="connsiteY9" fmla="*/ 137 h 61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07659" h="619939">
                  <a:moveTo>
                    <a:pt x="1279620" y="42"/>
                  </a:moveTo>
                  <a:cubicBezTo>
                    <a:pt x="1306957" y="4519"/>
                    <a:pt x="1317911" y="10520"/>
                    <a:pt x="1296003" y="71670"/>
                  </a:cubicBezTo>
                  <a:cubicBezTo>
                    <a:pt x="1275715" y="128344"/>
                    <a:pt x="1252474" y="183875"/>
                    <a:pt x="1225328" y="237881"/>
                  </a:cubicBezTo>
                  <a:cubicBezTo>
                    <a:pt x="1168083" y="351324"/>
                    <a:pt x="1090168" y="460576"/>
                    <a:pt x="981964" y="530394"/>
                  </a:cubicBezTo>
                  <a:cubicBezTo>
                    <a:pt x="871474" y="601641"/>
                    <a:pt x="735647" y="630026"/>
                    <a:pt x="605441" y="616786"/>
                  </a:cubicBezTo>
                  <a:cubicBezTo>
                    <a:pt x="475805" y="603546"/>
                    <a:pt x="361220" y="545063"/>
                    <a:pt x="263112" y="460671"/>
                  </a:cubicBezTo>
                  <a:cubicBezTo>
                    <a:pt x="161195" y="372946"/>
                    <a:pt x="84423" y="255884"/>
                    <a:pt x="21749" y="137964"/>
                  </a:cubicBezTo>
                  <a:cubicBezTo>
                    <a:pt x="11938" y="119486"/>
                    <a:pt x="-4540" y="99769"/>
                    <a:pt x="1175" y="77671"/>
                  </a:cubicBezTo>
                  <a:cubicBezTo>
                    <a:pt x="4699" y="63288"/>
                    <a:pt x="17843" y="53477"/>
                    <a:pt x="32226" y="54144"/>
                  </a:cubicBezTo>
                  <a:cubicBezTo>
                    <a:pt x="46418" y="51953"/>
                    <a:pt x="1275524" y="-3101"/>
                    <a:pt x="1279620" y="137"/>
                  </a:cubicBezTo>
                  <a:close/>
                </a:path>
              </a:pathLst>
            </a:custGeom>
            <a:solidFill>
              <a:srgbClr val="EE8F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="" xmlns:a16="http://schemas.microsoft.com/office/drawing/2014/main" id="{9A8D4A8C-F718-665E-2B78-D3554ED04B5E}"/>
                </a:ext>
              </a:extLst>
            </p:cNvPr>
            <p:cNvSpPr/>
            <p:nvPr/>
          </p:nvSpPr>
          <p:spPr>
            <a:xfrm>
              <a:off x="7553410" y="1994836"/>
              <a:ext cx="363034" cy="3793912"/>
            </a:xfrm>
            <a:custGeom>
              <a:avLst/>
              <a:gdLst>
                <a:gd name="connsiteX0" fmla="*/ 338243 w 363034"/>
                <a:gd name="connsiteY0" fmla="*/ 3785887 h 3793912"/>
                <a:gd name="connsiteX1" fmla="*/ 205560 w 363034"/>
                <a:gd name="connsiteY1" fmla="*/ 3273156 h 3793912"/>
                <a:gd name="connsiteX2" fmla="*/ 205560 w 363034"/>
                <a:gd name="connsiteY2" fmla="*/ 2382759 h 3793912"/>
                <a:gd name="connsiteX3" fmla="*/ 129836 w 363034"/>
                <a:gd name="connsiteY3" fmla="*/ 1705436 h 3793912"/>
                <a:gd name="connsiteX4" fmla="*/ 10 w 363034"/>
                <a:gd name="connsiteY4" fmla="*/ 889715 h 3793912"/>
                <a:gd name="connsiteX5" fmla="*/ 108214 w 363034"/>
                <a:gd name="connsiteY5" fmla="*/ 214678 h 3793912"/>
                <a:gd name="connsiteX6" fmla="*/ 236802 w 363034"/>
                <a:gd name="connsiteY6" fmla="*/ 25417 h 3793912"/>
                <a:gd name="connsiteX7" fmla="*/ 274330 w 363034"/>
                <a:gd name="connsiteY7" fmla="*/ 461 h 3793912"/>
                <a:gd name="connsiteX8" fmla="*/ 290237 w 363034"/>
                <a:gd name="connsiteY8" fmla="*/ 9510 h 3793912"/>
                <a:gd name="connsiteX9" fmla="*/ 279664 w 363034"/>
                <a:gd name="connsiteY9" fmla="*/ 25893 h 3793912"/>
                <a:gd name="connsiteX10" fmla="*/ 132027 w 363034"/>
                <a:gd name="connsiteY10" fmla="*/ 224870 h 3793912"/>
                <a:gd name="connsiteX11" fmla="*/ 25632 w 363034"/>
                <a:gd name="connsiteY11" fmla="*/ 868951 h 3793912"/>
                <a:gd name="connsiteX12" fmla="*/ 154887 w 363034"/>
                <a:gd name="connsiteY12" fmla="*/ 1698959 h 3793912"/>
                <a:gd name="connsiteX13" fmla="*/ 231182 w 363034"/>
                <a:gd name="connsiteY13" fmla="*/ 2420097 h 3793912"/>
                <a:gd name="connsiteX14" fmla="*/ 222514 w 363034"/>
                <a:gd name="connsiteY14" fmla="*/ 3039603 h 3793912"/>
                <a:gd name="connsiteX15" fmla="*/ 251470 w 363034"/>
                <a:gd name="connsiteY15" fmla="*/ 3411268 h 3793912"/>
                <a:gd name="connsiteX16" fmla="*/ 344149 w 363034"/>
                <a:gd name="connsiteY16" fmla="*/ 3724927 h 3793912"/>
                <a:gd name="connsiteX17" fmla="*/ 362151 w 363034"/>
                <a:gd name="connsiteY17" fmla="*/ 3775980 h 3793912"/>
                <a:gd name="connsiteX18" fmla="*/ 355293 w 363034"/>
                <a:gd name="connsiteY18" fmla="*/ 3792935 h 3793912"/>
                <a:gd name="connsiteX19" fmla="*/ 338433 w 363034"/>
                <a:gd name="connsiteY19" fmla="*/ 3786077 h 3793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63034" h="3793912">
                  <a:moveTo>
                    <a:pt x="338243" y="3785887"/>
                  </a:moveTo>
                  <a:cubicBezTo>
                    <a:pt x="279093" y="3619104"/>
                    <a:pt x="219752" y="3450607"/>
                    <a:pt x="205560" y="3273156"/>
                  </a:cubicBezTo>
                  <a:cubicBezTo>
                    <a:pt x="184605" y="2976738"/>
                    <a:pt x="198702" y="2679367"/>
                    <a:pt x="205560" y="2382759"/>
                  </a:cubicBezTo>
                  <a:cubicBezTo>
                    <a:pt x="207274" y="2155111"/>
                    <a:pt x="174222" y="1928226"/>
                    <a:pt x="129836" y="1705436"/>
                  </a:cubicBezTo>
                  <a:cubicBezTo>
                    <a:pt x="76020" y="1435498"/>
                    <a:pt x="9630" y="1165750"/>
                    <a:pt x="10" y="889715"/>
                  </a:cubicBezTo>
                  <a:cubicBezTo>
                    <a:pt x="-466" y="661686"/>
                    <a:pt x="15441" y="425657"/>
                    <a:pt x="108214" y="214678"/>
                  </a:cubicBezTo>
                  <a:cubicBezTo>
                    <a:pt x="140028" y="145146"/>
                    <a:pt x="178985" y="76661"/>
                    <a:pt x="236802" y="25417"/>
                  </a:cubicBezTo>
                  <a:cubicBezTo>
                    <a:pt x="248136" y="15606"/>
                    <a:pt x="259852" y="5128"/>
                    <a:pt x="274330" y="461"/>
                  </a:cubicBezTo>
                  <a:cubicBezTo>
                    <a:pt x="281093" y="-1444"/>
                    <a:pt x="288427" y="2747"/>
                    <a:pt x="290237" y="9510"/>
                  </a:cubicBezTo>
                  <a:cubicBezTo>
                    <a:pt x="292333" y="16939"/>
                    <a:pt x="287094" y="24369"/>
                    <a:pt x="279664" y="25893"/>
                  </a:cubicBezTo>
                  <a:cubicBezTo>
                    <a:pt x="208893" y="72851"/>
                    <a:pt x="167364" y="150099"/>
                    <a:pt x="132027" y="224870"/>
                  </a:cubicBezTo>
                  <a:cubicBezTo>
                    <a:pt x="43158" y="426133"/>
                    <a:pt x="26870" y="651590"/>
                    <a:pt x="25632" y="868951"/>
                  </a:cubicBezTo>
                  <a:cubicBezTo>
                    <a:pt x="31538" y="1150033"/>
                    <a:pt x="100594" y="1424544"/>
                    <a:pt x="154887" y="1698959"/>
                  </a:cubicBezTo>
                  <a:cubicBezTo>
                    <a:pt x="202607" y="1936132"/>
                    <a:pt x="236040" y="2177686"/>
                    <a:pt x="231182" y="2420097"/>
                  </a:cubicBezTo>
                  <a:cubicBezTo>
                    <a:pt x="225086" y="2626599"/>
                    <a:pt x="215942" y="2833005"/>
                    <a:pt x="222514" y="3039603"/>
                  </a:cubicBezTo>
                  <a:cubicBezTo>
                    <a:pt x="223943" y="3164190"/>
                    <a:pt x="226229" y="3289348"/>
                    <a:pt x="251470" y="3411268"/>
                  </a:cubicBezTo>
                  <a:cubicBezTo>
                    <a:pt x="273473" y="3518139"/>
                    <a:pt x="308430" y="3622152"/>
                    <a:pt x="344149" y="3724927"/>
                  </a:cubicBezTo>
                  <a:cubicBezTo>
                    <a:pt x="350054" y="3742167"/>
                    <a:pt x="355959" y="3758740"/>
                    <a:pt x="362151" y="3775980"/>
                  </a:cubicBezTo>
                  <a:cubicBezTo>
                    <a:pt x="364532" y="3782648"/>
                    <a:pt x="362055" y="3790078"/>
                    <a:pt x="355293" y="3792935"/>
                  </a:cubicBezTo>
                  <a:cubicBezTo>
                    <a:pt x="349101" y="3795602"/>
                    <a:pt x="340719" y="3792649"/>
                    <a:pt x="338433" y="3786077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="" xmlns:a16="http://schemas.microsoft.com/office/drawing/2014/main" id="{5C56CBC8-19B3-1E06-3014-772EE3EF47D2}"/>
                </a:ext>
              </a:extLst>
            </p:cNvPr>
            <p:cNvSpPr/>
            <p:nvPr/>
          </p:nvSpPr>
          <p:spPr>
            <a:xfrm>
              <a:off x="6937267" y="2022703"/>
              <a:ext cx="723829" cy="4006534"/>
            </a:xfrm>
            <a:custGeom>
              <a:avLst/>
              <a:gdLst>
                <a:gd name="connsiteX0" fmla="*/ 5028 w 723829"/>
                <a:gd name="connsiteY0" fmla="*/ 4003669 h 4006534"/>
                <a:gd name="connsiteX1" fmla="*/ 2647 w 723829"/>
                <a:gd name="connsiteY1" fmla="*/ 3985571 h 4006534"/>
                <a:gd name="connsiteX2" fmla="*/ 83895 w 723829"/>
                <a:gd name="connsiteY2" fmla="*/ 3870890 h 4006534"/>
                <a:gd name="connsiteX3" fmla="*/ 258584 w 723829"/>
                <a:gd name="connsiteY3" fmla="*/ 3538563 h 4006534"/>
                <a:gd name="connsiteX4" fmla="*/ 398982 w 723829"/>
                <a:gd name="connsiteY4" fmla="*/ 3039739 h 4006534"/>
                <a:gd name="connsiteX5" fmla="*/ 429272 w 723829"/>
                <a:gd name="connsiteY5" fmla="*/ 2329365 h 4006534"/>
                <a:gd name="connsiteX6" fmla="*/ 370788 w 723829"/>
                <a:gd name="connsiteY6" fmla="*/ 1740339 h 4006534"/>
                <a:gd name="connsiteX7" fmla="*/ 352119 w 723829"/>
                <a:gd name="connsiteY7" fmla="*/ 1096544 h 4006534"/>
                <a:gd name="connsiteX8" fmla="*/ 463467 w 723829"/>
                <a:gd name="connsiteY8" fmla="*/ 367881 h 4006534"/>
                <a:gd name="connsiteX9" fmla="*/ 700544 w 723829"/>
                <a:gd name="connsiteY9" fmla="*/ 5074 h 4006534"/>
                <a:gd name="connsiteX10" fmla="*/ 698829 w 723829"/>
                <a:gd name="connsiteY10" fmla="*/ 8312 h 4006534"/>
                <a:gd name="connsiteX11" fmla="*/ 714260 w 723829"/>
                <a:gd name="connsiteY11" fmla="*/ 502 h 4006534"/>
                <a:gd name="connsiteX12" fmla="*/ 723309 w 723829"/>
                <a:gd name="connsiteY12" fmla="*/ 16409 h 4006534"/>
                <a:gd name="connsiteX13" fmla="*/ 696162 w 723829"/>
                <a:gd name="connsiteY13" fmla="*/ 45174 h 4006534"/>
                <a:gd name="connsiteX14" fmla="*/ 469658 w 723829"/>
                <a:gd name="connsiteY14" fmla="*/ 426269 h 4006534"/>
                <a:gd name="connsiteX15" fmla="*/ 376694 w 723829"/>
                <a:gd name="connsiteY15" fmla="*/ 1162742 h 4006534"/>
                <a:gd name="connsiteX16" fmla="*/ 396220 w 723829"/>
                <a:gd name="connsiteY16" fmla="*/ 1735576 h 4006534"/>
                <a:gd name="connsiteX17" fmla="*/ 462133 w 723829"/>
                <a:gd name="connsiteY17" fmla="*/ 2451665 h 4006534"/>
                <a:gd name="connsiteX18" fmla="*/ 405650 w 723829"/>
                <a:gd name="connsiteY18" fmla="*/ 3138132 h 4006534"/>
                <a:gd name="connsiteX19" fmla="*/ 210959 w 723829"/>
                <a:gd name="connsiteY19" fmla="*/ 3700869 h 4006534"/>
                <a:gd name="connsiteX20" fmla="*/ 76275 w 723829"/>
                <a:gd name="connsiteY20" fmla="*/ 3927469 h 4006534"/>
                <a:gd name="connsiteX21" fmla="*/ 22935 w 723829"/>
                <a:gd name="connsiteY21" fmla="*/ 4001478 h 4006534"/>
                <a:gd name="connsiteX22" fmla="*/ 4838 w 723829"/>
                <a:gd name="connsiteY22" fmla="*/ 4003860 h 4006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23829" h="4006534">
                  <a:moveTo>
                    <a:pt x="5028" y="4003669"/>
                  </a:moveTo>
                  <a:cubicBezTo>
                    <a:pt x="-496" y="3999383"/>
                    <a:pt x="-1734" y="3991096"/>
                    <a:pt x="2647" y="3985571"/>
                  </a:cubicBezTo>
                  <a:cubicBezTo>
                    <a:pt x="31317" y="3948614"/>
                    <a:pt x="57416" y="3909371"/>
                    <a:pt x="83895" y="3870890"/>
                  </a:cubicBezTo>
                  <a:cubicBezTo>
                    <a:pt x="153713" y="3766592"/>
                    <a:pt x="208959" y="3653339"/>
                    <a:pt x="258584" y="3538563"/>
                  </a:cubicBezTo>
                  <a:cubicBezTo>
                    <a:pt x="327450" y="3378734"/>
                    <a:pt x="367740" y="3210046"/>
                    <a:pt x="398982" y="3039739"/>
                  </a:cubicBezTo>
                  <a:cubicBezTo>
                    <a:pt x="446226" y="2806091"/>
                    <a:pt x="447560" y="2566251"/>
                    <a:pt x="429272" y="2329365"/>
                  </a:cubicBezTo>
                  <a:cubicBezTo>
                    <a:pt x="415842" y="2132483"/>
                    <a:pt x="388124" y="1936934"/>
                    <a:pt x="370788" y="1740339"/>
                  </a:cubicBezTo>
                  <a:cubicBezTo>
                    <a:pt x="353453" y="1526312"/>
                    <a:pt x="346785" y="1311237"/>
                    <a:pt x="352119" y="1096544"/>
                  </a:cubicBezTo>
                  <a:cubicBezTo>
                    <a:pt x="356596" y="850037"/>
                    <a:pt x="373170" y="599624"/>
                    <a:pt x="463467" y="367881"/>
                  </a:cubicBezTo>
                  <a:cubicBezTo>
                    <a:pt x="515664" y="231864"/>
                    <a:pt x="588530" y="100514"/>
                    <a:pt x="700544" y="5074"/>
                  </a:cubicBezTo>
                  <a:cubicBezTo>
                    <a:pt x="699877" y="6217"/>
                    <a:pt x="699210" y="7169"/>
                    <a:pt x="698829" y="8312"/>
                  </a:cubicBezTo>
                  <a:cubicBezTo>
                    <a:pt x="701306" y="2312"/>
                    <a:pt x="707878" y="-1403"/>
                    <a:pt x="714260" y="502"/>
                  </a:cubicBezTo>
                  <a:cubicBezTo>
                    <a:pt x="720927" y="2312"/>
                    <a:pt x="725404" y="9646"/>
                    <a:pt x="723309" y="16409"/>
                  </a:cubicBezTo>
                  <a:cubicBezTo>
                    <a:pt x="717879" y="28601"/>
                    <a:pt x="705306" y="35840"/>
                    <a:pt x="696162" y="45174"/>
                  </a:cubicBezTo>
                  <a:cubicBezTo>
                    <a:pt x="583767" y="145568"/>
                    <a:pt x="519855" y="287014"/>
                    <a:pt x="469658" y="426269"/>
                  </a:cubicBezTo>
                  <a:cubicBezTo>
                    <a:pt x="388695" y="662870"/>
                    <a:pt x="380218" y="915092"/>
                    <a:pt x="376694" y="1162742"/>
                  </a:cubicBezTo>
                  <a:cubicBezTo>
                    <a:pt x="373836" y="1353719"/>
                    <a:pt x="381075" y="1545171"/>
                    <a:pt x="396220" y="1735576"/>
                  </a:cubicBezTo>
                  <a:cubicBezTo>
                    <a:pt x="417747" y="1974272"/>
                    <a:pt x="452418" y="2211921"/>
                    <a:pt x="462133" y="2451665"/>
                  </a:cubicBezTo>
                  <a:cubicBezTo>
                    <a:pt x="476039" y="2681694"/>
                    <a:pt x="455751" y="2913533"/>
                    <a:pt x="405650" y="3138132"/>
                  </a:cubicBezTo>
                  <a:cubicBezTo>
                    <a:pt x="367931" y="3333776"/>
                    <a:pt x="303256" y="3524276"/>
                    <a:pt x="210959" y="3700869"/>
                  </a:cubicBezTo>
                  <a:cubicBezTo>
                    <a:pt x="172478" y="3780212"/>
                    <a:pt x="127520" y="3855841"/>
                    <a:pt x="76275" y="3927469"/>
                  </a:cubicBezTo>
                  <a:cubicBezTo>
                    <a:pt x="58940" y="3952424"/>
                    <a:pt x="41795" y="3977571"/>
                    <a:pt x="22935" y="4001478"/>
                  </a:cubicBezTo>
                  <a:cubicBezTo>
                    <a:pt x="18649" y="4007098"/>
                    <a:pt x="10362" y="4008241"/>
                    <a:pt x="4838" y="4003860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="" xmlns:a16="http://schemas.microsoft.com/office/drawing/2014/main" id="{934B4D26-48CC-5099-59B5-134F84A03AD8}"/>
                </a:ext>
              </a:extLst>
            </p:cNvPr>
            <p:cNvSpPr/>
            <p:nvPr/>
          </p:nvSpPr>
          <p:spPr>
            <a:xfrm>
              <a:off x="7906200" y="2061591"/>
              <a:ext cx="442673" cy="2415921"/>
            </a:xfrm>
            <a:custGeom>
              <a:avLst/>
              <a:gdLst>
                <a:gd name="connsiteX0" fmla="*/ 417030 w 442673"/>
                <a:gd name="connsiteY0" fmla="*/ 2405348 h 2415921"/>
                <a:gd name="connsiteX1" fmla="*/ 284347 w 442673"/>
                <a:gd name="connsiteY1" fmla="*/ 1784699 h 2415921"/>
                <a:gd name="connsiteX2" fmla="*/ 147377 w 442673"/>
                <a:gd name="connsiteY2" fmla="*/ 1369123 h 2415921"/>
                <a:gd name="connsiteX3" fmla="*/ 12027 w 442673"/>
                <a:gd name="connsiteY3" fmla="*/ 740855 h 2415921"/>
                <a:gd name="connsiteX4" fmla="*/ 55366 w 442673"/>
                <a:gd name="connsiteY4" fmla="*/ 62675 h 2415921"/>
                <a:gd name="connsiteX5" fmla="*/ 69177 w 442673"/>
                <a:gd name="connsiteY5" fmla="*/ 11239 h 2415921"/>
                <a:gd name="connsiteX6" fmla="*/ 82036 w 442673"/>
                <a:gd name="connsiteY6" fmla="*/ 0 h 2415921"/>
                <a:gd name="connsiteX7" fmla="*/ 94990 w 442673"/>
                <a:gd name="connsiteY7" fmla="*/ 12287 h 2415921"/>
                <a:gd name="connsiteX8" fmla="*/ 75654 w 442673"/>
                <a:gd name="connsiteY8" fmla="*/ 86677 h 2415921"/>
                <a:gd name="connsiteX9" fmla="*/ 75654 w 442673"/>
                <a:gd name="connsiteY9" fmla="*/ 965645 h 2415921"/>
                <a:gd name="connsiteX10" fmla="*/ 218243 w 442673"/>
                <a:gd name="connsiteY10" fmla="*/ 1505807 h 2415921"/>
                <a:gd name="connsiteX11" fmla="*/ 420649 w 442673"/>
                <a:gd name="connsiteY11" fmla="*/ 2257901 h 2415921"/>
                <a:gd name="connsiteX12" fmla="*/ 442557 w 442673"/>
                <a:gd name="connsiteY12" fmla="*/ 2401919 h 2415921"/>
                <a:gd name="connsiteX13" fmla="*/ 429698 w 442673"/>
                <a:gd name="connsiteY13" fmla="*/ 2415921 h 2415921"/>
                <a:gd name="connsiteX14" fmla="*/ 416935 w 442673"/>
                <a:gd name="connsiteY14" fmla="*/ 2405253 h 2415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42673" h="2415921">
                  <a:moveTo>
                    <a:pt x="417030" y="2405348"/>
                  </a:moveTo>
                  <a:cubicBezTo>
                    <a:pt x="389122" y="2194274"/>
                    <a:pt x="345878" y="1988534"/>
                    <a:pt x="284347" y="1784699"/>
                  </a:cubicBezTo>
                  <a:cubicBezTo>
                    <a:pt x="243199" y="1644872"/>
                    <a:pt x="188335" y="1509046"/>
                    <a:pt x="147377" y="1369123"/>
                  </a:cubicBezTo>
                  <a:cubicBezTo>
                    <a:pt x="90513" y="1162431"/>
                    <a:pt x="38792" y="953262"/>
                    <a:pt x="12027" y="740855"/>
                  </a:cubicBezTo>
                  <a:cubicBezTo>
                    <a:pt x="-11119" y="515112"/>
                    <a:pt x="-3022" y="283273"/>
                    <a:pt x="55366" y="62675"/>
                  </a:cubicBezTo>
                  <a:cubicBezTo>
                    <a:pt x="59938" y="45529"/>
                    <a:pt x="64796" y="28384"/>
                    <a:pt x="69177" y="11239"/>
                  </a:cubicBezTo>
                  <a:cubicBezTo>
                    <a:pt x="69748" y="5048"/>
                    <a:pt x="75463" y="0"/>
                    <a:pt x="82036" y="0"/>
                  </a:cubicBezTo>
                  <a:cubicBezTo>
                    <a:pt x="89084" y="0"/>
                    <a:pt x="94990" y="5620"/>
                    <a:pt x="94990" y="12287"/>
                  </a:cubicBezTo>
                  <a:cubicBezTo>
                    <a:pt x="90037" y="37338"/>
                    <a:pt x="81750" y="61817"/>
                    <a:pt x="75654" y="86677"/>
                  </a:cubicBezTo>
                  <a:cubicBezTo>
                    <a:pt x="4883" y="374523"/>
                    <a:pt x="12884" y="677227"/>
                    <a:pt x="75654" y="965645"/>
                  </a:cubicBezTo>
                  <a:cubicBezTo>
                    <a:pt x="114611" y="1147667"/>
                    <a:pt x="156426" y="1329499"/>
                    <a:pt x="218243" y="1505807"/>
                  </a:cubicBezTo>
                  <a:cubicBezTo>
                    <a:pt x="306540" y="1750790"/>
                    <a:pt x="380263" y="2001488"/>
                    <a:pt x="420649" y="2257901"/>
                  </a:cubicBezTo>
                  <a:cubicBezTo>
                    <a:pt x="428746" y="2305812"/>
                    <a:pt x="435794" y="2353818"/>
                    <a:pt x="442557" y="2401919"/>
                  </a:cubicBezTo>
                  <a:cubicBezTo>
                    <a:pt x="443605" y="2409158"/>
                    <a:pt x="437413" y="2416016"/>
                    <a:pt x="429698" y="2415921"/>
                  </a:cubicBezTo>
                  <a:cubicBezTo>
                    <a:pt x="423412" y="2415921"/>
                    <a:pt x="417792" y="2411349"/>
                    <a:pt x="416935" y="2405253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="" xmlns:a16="http://schemas.microsoft.com/office/drawing/2014/main" id="{A5E729D0-4B82-3FE0-2369-3825F0AF66EF}"/>
                </a:ext>
              </a:extLst>
            </p:cNvPr>
            <p:cNvSpPr/>
            <p:nvPr/>
          </p:nvSpPr>
          <p:spPr>
            <a:xfrm>
              <a:off x="7983420" y="2061625"/>
              <a:ext cx="255360" cy="1412353"/>
            </a:xfrm>
            <a:custGeom>
              <a:avLst/>
              <a:gdLst>
                <a:gd name="connsiteX0" fmla="*/ 231225 w 255360"/>
                <a:gd name="connsiteY0" fmla="*/ 1405950 h 1412353"/>
                <a:gd name="connsiteX1" fmla="*/ 35010 w 255360"/>
                <a:gd name="connsiteY1" fmla="*/ 841308 h 1412353"/>
                <a:gd name="connsiteX2" fmla="*/ 30247 w 255360"/>
                <a:gd name="connsiteY2" fmla="*/ 65973 h 1412353"/>
                <a:gd name="connsiteX3" fmla="*/ 40535 w 255360"/>
                <a:gd name="connsiteY3" fmla="*/ 9395 h 1412353"/>
                <a:gd name="connsiteX4" fmla="*/ 56441 w 255360"/>
                <a:gd name="connsiteY4" fmla="*/ 441 h 1412353"/>
                <a:gd name="connsiteX5" fmla="*/ 62823 w 255360"/>
                <a:gd name="connsiteY5" fmla="*/ 28731 h 1412353"/>
                <a:gd name="connsiteX6" fmla="*/ 89112 w 255360"/>
                <a:gd name="connsiteY6" fmla="*/ 945893 h 1412353"/>
                <a:gd name="connsiteX7" fmla="*/ 196173 w 255360"/>
                <a:gd name="connsiteY7" fmla="*/ 1248597 h 1412353"/>
                <a:gd name="connsiteX8" fmla="*/ 253513 w 255360"/>
                <a:gd name="connsiteY8" fmla="*/ 1392997 h 1412353"/>
                <a:gd name="connsiteX9" fmla="*/ 231225 w 255360"/>
                <a:gd name="connsiteY9" fmla="*/ 1405950 h 1412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55360" h="1412353">
                  <a:moveTo>
                    <a:pt x="231225" y="1405950"/>
                  </a:moveTo>
                  <a:cubicBezTo>
                    <a:pt x="155978" y="1221547"/>
                    <a:pt x="81492" y="1035047"/>
                    <a:pt x="35010" y="841308"/>
                  </a:cubicBezTo>
                  <a:cubicBezTo>
                    <a:pt x="-16711" y="586324"/>
                    <a:pt x="-4900" y="322291"/>
                    <a:pt x="30247" y="65973"/>
                  </a:cubicBezTo>
                  <a:cubicBezTo>
                    <a:pt x="33200" y="47019"/>
                    <a:pt x="36344" y="28064"/>
                    <a:pt x="40535" y="9395"/>
                  </a:cubicBezTo>
                  <a:cubicBezTo>
                    <a:pt x="42059" y="2537"/>
                    <a:pt x="49869" y="-1368"/>
                    <a:pt x="56441" y="441"/>
                  </a:cubicBezTo>
                  <a:cubicBezTo>
                    <a:pt x="69967" y="4632"/>
                    <a:pt x="65109" y="18539"/>
                    <a:pt x="62823" y="28731"/>
                  </a:cubicBezTo>
                  <a:cubicBezTo>
                    <a:pt x="16341" y="332007"/>
                    <a:pt x="1006" y="648999"/>
                    <a:pt x="89112" y="945893"/>
                  </a:cubicBezTo>
                  <a:cubicBezTo>
                    <a:pt x="120163" y="1048668"/>
                    <a:pt x="158168" y="1148680"/>
                    <a:pt x="196173" y="1248597"/>
                  </a:cubicBezTo>
                  <a:cubicBezTo>
                    <a:pt x="215413" y="1296604"/>
                    <a:pt x="231796" y="1346038"/>
                    <a:pt x="253513" y="1392997"/>
                  </a:cubicBezTo>
                  <a:cubicBezTo>
                    <a:pt x="261895" y="1406998"/>
                    <a:pt x="239512" y="1420809"/>
                    <a:pt x="231225" y="1405950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="" xmlns:a16="http://schemas.microsoft.com/office/drawing/2014/main" id="{F5B30C8A-9AC1-BCE4-08D9-75EBCFC35665}"/>
                </a:ext>
              </a:extLst>
            </p:cNvPr>
            <p:cNvSpPr/>
            <p:nvPr/>
          </p:nvSpPr>
          <p:spPr>
            <a:xfrm>
              <a:off x="8173273" y="1979139"/>
              <a:ext cx="306132" cy="983319"/>
            </a:xfrm>
            <a:custGeom>
              <a:avLst/>
              <a:gdLst>
                <a:gd name="connsiteX0" fmla="*/ 280640 w 306132"/>
                <a:gd name="connsiteY0" fmla="*/ 973992 h 983319"/>
                <a:gd name="connsiteX1" fmla="*/ 123383 w 306132"/>
                <a:gd name="connsiteY1" fmla="*/ 542318 h 983319"/>
                <a:gd name="connsiteX2" fmla="*/ 224 w 306132"/>
                <a:gd name="connsiteY2" fmla="*/ 12538 h 983319"/>
                <a:gd name="connsiteX3" fmla="*/ 26037 w 306132"/>
                <a:gd name="connsiteY3" fmla="*/ 12538 h 983319"/>
                <a:gd name="connsiteX4" fmla="*/ 255113 w 306132"/>
                <a:gd name="connsiteY4" fmla="*/ 805113 h 983319"/>
                <a:gd name="connsiteX5" fmla="*/ 305596 w 306132"/>
                <a:gd name="connsiteY5" fmla="*/ 967229 h 983319"/>
                <a:gd name="connsiteX6" fmla="*/ 280736 w 306132"/>
                <a:gd name="connsiteY6" fmla="*/ 974087 h 983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6132" h="983319">
                  <a:moveTo>
                    <a:pt x="280640" y="973992"/>
                  </a:moveTo>
                  <a:cubicBezTo>
                    <a:pt x="237016" y="826925"/>
                    <a:pt x="190915" y="680336"/>
                    <a:pt x="123383" y="542318"/>
                  </a:cubicBezTo>
                  <a:cubicBezTo>
                    <a:pt x="41277" y="377917"/>
                    <a:pt x="-3586" y="196656"/>
                    <a:pt x="224" y="12538"/>
                  </a:cubicBezTo>
                  <a:cubicBezTo>
                    <a:pt x="129" y="-3940"/>
                    <a:pt x="26132" y="-4417"/>
                    <a:pt x="26037" y="12538"/>
                  </a:cubicBezTo>
                  <a:cubicBezTo>
                    <a:pt x="18131" y="357152"/>
                    <a:pt x="160245" y="503837"/>
                    <a:pt x="255113" y="805113"/>
                  </a:cubicBezTo>
                  <a:cubicBezTo>
                    <a:pt x="272544" y="858929"/>
                    <a:pt x="289594" y="912936"/>
                    <a:pt x="305596" y="967229"/>
                  </a:cubicBezTo>
                  <a:cubicBezTo>
                    <a:pt x="310073" y="982945"/>
                    <a:pt x="285213" y="990565"/>
                    <a:pt x="280736" y="974087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="" xmlns:a16="http://schemas.microsoft.com/office/drawing/2014/main" id="{D5F1774F-857B-4817-1418-BF8F119772FE}"/>
                </a:ext>
              </a:extLst>
            </p:cNvPr>
            <p:cNvSpPr/>
            <p:nvPr/>
          </p:nvSpPr>
          <p:spPr>
            <a:xfrm>
              <a:off x="7040539" y="2225492"/>
              <a:ext cx="431474" cy="565500"/>
            </a:xfrm>
            <a:custGeom>
              <a:avLst/>
              <a:gdLst>
                <a:gd name="connsiteX0" fmla="*/ 419250 w 431474"/>
                <a:gd name="connsiteY0" fmla="*/ 150519 h 565500"/>
                <a:gd name="connsiteX1" fmla="*/ 404676 w 431474"/>
                <a:gd name="connsiteY1" fmla="*/ 457414 h 565500"/>
                <a:gd name="connsiteX2" fmla="*/ 352003 w 431474"/>
                <a:gd name="connsiteY2" fmla="*/ 563523 h 565500"/>
                <a:gd name="connsiteX3" fmla="*/ 209890 w 431474"/>
                <a:gd name="connsiteY3" fmla="*/ 469987 h 565500"/>
                <a:gd name="connsiteX4" fmla="*/ 25867 w 431474"/>
                <a:gd name="connsiteY4" fmla="*/ 316540 h 565500"/>
                <a:gd name="connsiteX5" fmla="*/ 124260 w 431474"/>
                <a:gd name="connsiteY5" fmla="*/ 130231 h 565500"/>
                <a:gd name="connsiteX6" fmla="*/ 238084 w 431474"/>
                <a:gd name="connsiteY6" fmla="*/ 5548 h 565500"/>
                <a:gd name="connsiteX7" fmla="*/ 419155 w 431474"/>
                <a:gd name="connsiteY7" fmla="*/ 150519 h 565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31474" h="565500">
                  <a:moveTo>
                    <a:pt x="419250" y="150519"/>
                  </a:moveTo>
                  <a:cubicBezTo>
                    <a:pt x="445253" y="251293"/>
                    <a:pt x="424679" y="357307"/>
                    <a:pt x="404676" y="457414"/>
                  </a:cubicBezTo>
                  <a:cubicBezTo>
                    <a:pt x="394866" y="482465"/>
                    <a:pt x="391532" y="580573"/>
                    <a:pt x="352003" y="563523"/>
                  </a:cubicBezTo>
                  <a:cubicBezTo>
                    <a:pt x="304473" y="532471"/>
                    <a:pt x="258087" y="499896"/>
                    <a:pt x="209890" y="469987"/>
                  </a:cubicBezTo>
                  <a:cubicBezTo>
                    <a:pt x="142834" y="426744"/>
                    <a:pt x="68444" y="386644"/>
                    <a:pt x="25867" y="316540"/>
                  </a:cubicBezTo>
                  <a:cubicBezTo>
                    <a:pt x="-33378" y="233767"/>
                    <a:pt x="13199" y="112514"/>
                    <a:pt x="124260" y="130231"/>
                  </a:cubicBezTo>
                  <a:cubicBezTo>
                    <a:pt x="125213" y="69556"/>
                    <a:pt x="183411" y="21550"/>
                    <a:pt x="238084" y="5548"/>
                  </a:cubicBezTo>
                  <a:cubicBezTo>
                    <a:pt x="329429" y="-24170"/>
                    <a:pt x="400485" y="71461"/>
                    <a:pt x="419155" y="150519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="" xmlns:a16="http://schemas.microsoft.com/office/drawing/2014/main" id="{D92A226B-0916-1A6D-D9D8-054465F32F3A}"/>
                </a:ext>
              </a:extLst>
            </p:cNvPr>
            <p:cNvSpPr/>
            <p:nvPr/>
          </p:nvSpPr>
          <p:spPr>
            <a:xfrm>
              <a:off x="7446023" y="2533862"/>
              <a:ext cx="419468" cy="581802"/>
            </a:xfrm>
            <a:custGeom>
              <a:avLst/>
              <a:gdLst>
                <a:gd name="connsiteX0" fmla="*/ 166833 w 419468"/>
                <a:gd name="connsiteY0" fmla="*/ 182667 h 581802"/>
                <a:gd name="connsiteX1" fmla="*/ 419341 w 419468"/>
                <a:gd name="connsiteY1" fmla="*/ 182000 h 581802"/>
                <a:gd name="connsiteX2" fmla="*/ 407720 w 419468"/>
                <a:gd name="connsiteY2" fmla="*/ 419459 h 581802"/>
                <a:gd name="connsiteX3" fmla="*/ 404291 w 419468"/>
                <a:gd name="connsiteY3" fmla="*/ 554999 h 581802"/>
                <a:gd name="connsiteX4" fmla="*/ 370477 w 419468"/>
                <a:gd name="connsiteY4" fmla="*/ 578526 h 581802"/>
                <a:gd name="connsiteX5" fmla="*/ 43960 w 419468"/>
                <a:gd name="connsiteY5" fmla="*/ 438127 h 581802"/>
                <a:gd name="connsiteX6" fmla="*/ 141877 w 419468"/>
                <a:gd name="connsiteY6" fmla="*/ 193145 h 581802"/>
                <a:gd name="connsiteX7" fmla="*/ 140163 w 419468"/>
                <a:gd name="connsiteY7" fmla="*/ 191240 h 581802"/>
                <a:gd name="connsiteX8" fmla="*/ 128257 w 419468"/>
                <a:gd name="connsiteY8" fmla="*/ 180571 h 581802"/>
                <a:gd name="connsiteX9" fmla="*/ 141306 w 419468"/>
                <a:gd name="connsiteY9" fmla="*/ 158188 h 581802"/>
                <a:gd name="connsiteX10" fmla="*/ 166833 w 419468"/>
                <a:gd name="connsiteY10" fmla="*/ 182762 h 58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9468" h="581802">
                  <a:moveTo>
                    <a:pt x="166833" y="182667"/>
                  </a:moveTo>
                  <a:cubicBezTo>
                    <a:pt x="153688" y="-55363"/>
                    <a:pt x="426199" y="-66126"/>
                    <a:pt x="419341" y="182000"/>
                  </a:cubicBezTo>
                  <a:cubicBezTo>
                    <a:pt x="419722" y="260677"/>
                    <a:pt x="412387" y="341258"/>
                    <a:pt x="407720" y="419459"/>
                  </a:cubicBezTo>
                  <a:cubicBezTo>
                    <a:pt x="404386" y="464512"/>
                    <a:pt x="404386" y="509851"/>
                    <a:pt x="404291" y="554999"/>
                  </a:cubicBezTo>
                  <a:cubicBezTo>
                    <a:pt x="405815" y="577574"/>
                    <a:pt x="391337" y="587480"/>
                    <a:pt x="370477" y="578526"/>
                  </a:cubicBezTo>
                  <a:cubicBezTo>
                    <a:pt x="258749" y="542902"/>
                    <a:pt x="131876" y="520519"/>
                    <a:pt x="43960" y="438127"/>
                  </a:cubicBezTo>
                  <a:cubicBezTo>
                    <a:pt x="-48051" y="340211"/>
                    <a:pt x="13861" y="191144"/>
                    <a:pt x="141877" y="193145"/>
                  </a:cubicBezTo>
                  <a:cubicBezTo>
                    <a:pt x="141306" y="192478"/>
                    <a:pt x="140830" y="191811"/>
                    <a:pt x="140163" y="191240"/>
                  </a:cubicBezTo>
                  <a:cubicBezTo>
                    <a:pt x="135591" y="186287"/>
                    <a:pt x="133210" y="183810"/>
                    <a:pt x="128257" y="180571"/>
                  </a:cubicBezTo>
                  <a:cubicBezTo>
                    <a:pt x="113874" y="172094"/>
                    <a:pt x="127018" y="149711"/>
                    <a:pt x="141306" y="158188"/>
                  </a:cubicBezTo>
                  <a:cubicBezTo>
                    <a:pt x="151498" y="164760"/>
                    <a:pt x="159499" y="173428"/>
                    <a:pt x="166833" y="182762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="" xmlns:a16="http://schemas.microsoft.com/office/drawing/2014/main" id="{DD5E05DC-F04C-1868-BDE8-D3D9525FB7F0}"/>
                </a:ext>
              </a:extLst>
            </p:cNvPr>
            <p:cNvSpPr/>
            <p:nvPr/>
          </p:nvSpPr>
          <p:spPr>
            <a:xfrm>
              <a:off x="8103549" y="2264669"/>
              <a:ext cx="322738" cy="415332"/>
            </a:xfrm>
            <a:custGeom>
              <a:avLst/>
              <a:gdLst>
                <a:gd name="connsiteX0" fmla="*/ 219301 w 322738"/>
                <a:gd name="connsiteY0" fmla="*/ 3043 h 415332"/>
                <a:gd name="connsiteX1" fmla="*/ 320742 w 322738"/>
                <a:gd name="connsiteY1" fmla="*/ 121819 h 415332"/>
                <a:gd name="connsiteX2" fmla="*/ 221586 w 322738"/>
                <a:gd name="connsiteY2" fmla="*/ 370136 h 415332"/>
                <a:gd name="connsiteX3" fmla="*/ 177867 w 322738"/>
                <a:gd name="connsiteY3" fmla="*/ 415285 h 415332"/>
                <a:gd name="connsiteX4" fmla="*/ 157293 w 322738"/>
                <a:gd name="connsiteY4" fmla="*/ 392710 h 415332"/>
                <a:gd name="connsiteX5" fmla="*/ 73282 w 322738"/>
                <a:gd name="connsiteY5" fmla="*/ 272029 h 415332"/>
                <a:gd name="connsiteX6" fmla="*/ 892 w 322738"/>
                <a:gd name="connsiteY6" fmla="*/ 166111 h 415332"/>
                <a:gd name="connsiteX7" fmla="*/ 124241 w 322738"/>
                <a:gd name="connsiteY7" fmla="*/ 72385 h 415332"/>
                <a:gd name="connsiteX8" fmla="*/ 219301 w 322738"/>
                <a:gd name="connsiteY8" fmla="*/ 3043 h 415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2738" h="415332">
                  <a:moveTo>
                    <a:pt x="219301" y="3043"/>
                  </a:moveTo>
                  <a:cubicBezTo>
                    <a:pt x="293310" y="-15912"/>
                    <a:pt x="332267" y="57335"/>
                    <a:pt x="320742" y="121819"/>
                  </a:cubicBezTo>
                  <a:cubicBezTo>
                    <a:pt x="312169" y="211831"/>
                    <a:pt x="268069" y="294031"/>
                    <a:pt x="221586" y="370136"/>
                  </a:cubicBezTo>
                  <a:cubicBezTo>
                    <a:pt x="209299" y="385567"/>
                    <a:pt x="201298" y="416713"/>
                    <a:pt x="177867" y="415285"/>
                  </a:cubicBezTo>
                  <a:cubicBezTo>
                    <a:pt x="167199" y="412713"/>
                    <a:pt x="163198" y="400902"/>
                    <a:pt x="157293" y="392710"/>
                  </a:cubicBezTo>
                  <a:cubicBezTo>
                    <a:pt x="130337" y="350610"/>
                    <a:pt x="105381" y="309081"/>
                    <a:pt x="73282" y="272029"/>
                  </a:cubicBezTo>
                  <a:cubicBezTo>
                    <a:pt x="45279" y="239929"/>
                    <a:pt x="7084" y="210878"/>
                    <a:pt x="892" y="166111"/>
                  </a:cubicBezTo>
                  <a:cubicBezTo>
                    <a:pt x="-8919" y="98102"/>
                    <a:pt x="64138" y="56287"/>
                    <a:pt x="124241" y="72385"/>
                  </a:cubicBezTo>
                  <a:cubicBezTo>
                    <a:pt x="148435" y="41714"/>
                    <a:pt x="182439" y="16282"/>
                    <a:pt x="219301" y="3043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="" xmlns:a16="http://schemas.microsoft.com/office/drawing/2014/main" id="{CE4C54F2-517C-85B7-81E7-A477B8D47919}"/>
                </a:ext>
              </a:extLst>
            </p:cNvPr>
            <p:cNvSpPr/>
            <p:nvPr/>
          </p:nvSpPr>
          <p:spPr>
            <a:xfrm>
              <a:off x="8369194" y="2795070"/>
              <a:ext cx="308763" cy="412698"/>
            </a:xfrm>
            <a:custGeom>
              <a:avLst/>
              <a:gdLst>
                <a:gd name="connsiteX0" fmla="*/ 296841 w 308763"/>
                <a:gd name="connsiteY0" fmla="*/ 57381 h 412698"/>
                <a:gd name="connsiteX1" fmla="*/ 296841 w 308763"/>
                <a:gd name="connsiteY1" fmla="*/ 205209 h 412698"/>
                <a:gd name="connsiteX2" fmla="*/ 279505 w 308763"/>
                <a:gd name="connsiteY2" fmla="*/ 355037 h 412698"/>
                <a:gd name="connsiteX3" fmla="*/ 246549 w 308763"/>
                <a:gd name="connsiteY3" fmla="*/ 411616 h 412698"/>
                <a:gd name="connsiteX4" fmla="*/ 129011 w 308763"/>
                <a:gd name="connsiteY4" fmla="*/ 330748 h 412698"/>
                <a:gd name="connsiteX5" fmla="*/ 38047 w 308763"/>
                <a:gd name="connsiteY5" fmla="*/ 222640 h 412698"/>
                <a:gd name="connsiteX6" fmla="*/ 1185 w 308763"/>
                <a:gd name="connsiteY6" fmla="*/ 102529 h 412698"/>
                <a:gd name="connsiteX7" fmla="*/ 101292 w 308763"/>
                <a:gd name="connsiteY7" fmla="*/ 85670 h 412698"/>
                <a:gd name="connsiteX8" fmla="*/ 296841 w 308763"/>
                <a:gd name="connsiteY8" fmla="*/ 57381 h 41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8763" h="412698">
                  <a:moveTo>
                    <a:pt x="296841" y="57381"/>
                  </a:moveTo>
                  <a:cubicBezTo>
                    <a:pt x="317796" y="104053"/>
                    <a:pt x="306747" y="157298"/>
                    <a:pt x="296841" y="205209"/>
                  </a:cubicBezTo>
                  <a:cubicBezTo>
                    <a:pt x="285697" y="255025"/>
                    <a:pt x="280363" y="304650"/>
                    <a:pt x="279505" y="355037"/>
                  </a:cubicBezTo>
                  <a:cubicBezTo>
                    <a:pt x="278934" y="379611"/>
                    <a:pt x="283982" y="419807"/>
                    <a:pt x="246549" y="411616"/>
                  </a:cubicBezTo>
                  <a:cubicBezTo>
                    <a:pt x="200353" y="398185"/>
                    <a:pt x="164539" y="361705"/>
                    <a:pt x="129011" y="330748"/>
                  </a:cubicBezTo>
                  <a:cubicBezTo>
                    <a:pt x="94530" y="298649"/>
                    <a:pt x="60050" y="264835"/>
                    <a:pt x="38047" y="222640"/>
                  </a:cubicBezTo>
                  <a:cubicBezTo>
                    <a:pt x="22330" y="185302"/>
                    <a:pt x="-6149" y="144154"/>
                    <a:pt x="1185" y="102529"/>
                  </a:cubicBezTo>
                  <a:cubicBezTo>
                    <a:pt x="6233" y="48523"/>
                    <a:pt x="70622" y="61477"/>
                    <a:pt x="101292" y="85670"/>
                  </a:cubicBezTo>
                  <a:cubicBezTo>
                    <a:pt x="135107" y="802"/>
                    <a:pt x="251026" y="-41870"/>
                    <a:pt x="296841" y="57381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="" xmlns:a16="http://schemas.microsoft.com/office/drawing/2014/main" id="{6E37BDBC-BF0C-21A9-CB5A-25317D185B0C}"/>
                </a:ext>
              </a:extLst>
            </p:cNvPr>
            <p:cNvSpPr/>
            <p:nvPr/>
          </p:nvSpPr>
          <p:spPr>
            <a:xfrm>
              <a:off x="8127019" y="3262986"/>
              <a:ext cx="352469" cy="494898"/>
            </a:xfrm>
            <a:custGeom>
              <a:avLst/>
              <a:gdLst>
                <a:gd name="connsiteX0" fmla="*/ 351278 w 352469"/>
                <a:gd name="connsiteY0" fmla="*/ 444620 h 494898"/>
                <a:gd name="connsiteX1" fmla="*/ 332705 w 352469"/>
                <a:gd name="connsiteY1" fmla="*/ 494816 h 494898"/>
                <a:gd name="connsiteX2" fmla="*/ 189163 w 352469"/>
                <a:gd name="connsiteY2" fmla="*/ 383469 h 494898"/>
                <a:gd name="connsiteX3" fmla="*/ 24000 w 352469"/>
                <a:gd name="connsiteY3" fmla="*/ 225735 h 494898"/>
                <a:gd name="connsiteX4" fmla="*/ 100104 w 352469"/>
                <a:gd name="connsiteY4" fmla="*/ 86480 h 494898"/>
                <a:gd name="connsiteX5" fmla="*/ 284318 w 352469"/>
                <a:gd name="connsiteY5" fmla="*/ 71811 h 494898"/>
                <a:gd name="connsiteX6" fmla="*/ 340706 w 352469"/>
                <a:gd name="connsiteY6" fmla="*/ 276598 h 494898"/>
                <a:gd name="connsiteX7" fmla="*/ 351183 w 352469"/>
                <a:gd name="connsiteY7" fmla="*/ 444620 h 494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469" h="494898">
                  <a:moveTo>
                    <a:pt x="351278" y="444620"/>
                  </a:moveTo>
                  <a:cubicBezTo>
                    <a:pt x="351183" y="461764"/>
                    <a:pt x="359660" y="496817"/>
                    <a:pt x="332705" y="494816"/>
                  </a:cubicBezTo>
                  <a:cubicBezTo>
                    <a:pt x="282127" y="463098"/>
                    <a:pt x="238026" y="418807"/>
                    <a:pt x="189163" y="383469"/>
                  </a:cubicBezTo>
                  <a:cubicBezTo>
                    <a:pt x="129156" y="336511"/>
                    <a:pt x="62576" y="293553"/>
                    <a:pt x="24000" y="225735"/>
                  </a:cubicBezTo>
                  <a:cubicBezTo>
                    <a:pt x="-23721" y="160013"/>
                    <a:pt x="-1242" y="32282"/>
                    <a:pt x="100104" y="86480"/>
                  </a:cubicBezTo>
                  <a:cubicBezTo>
                    <a:pt x="143824" y="-27630"/>
                    <a:pt x="219834" y="-24963"/>
                    <a:pt x="284318" y="71811"/>
                  </a:cubicBezTo>
                  <a:cubicBezTo>
                    <a:pt x="321465" y="133438"/>
                    <a:pt x="332324" y="206209"/>
                    <a:pt x="340706" y="276598"/>
                  </a:cubicBezTo>
                  <a:cubicBezTo>
                    <a:pt x="345373" y="332415"/>
                    <a:pt x="347278" y="388708"/>
                    <a:pt x="351183" y="444620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="" xmlns:a16="http://schemas.microsoft.com/office/drawing/2014/main" id="{43F47F0D-3790-DC9C-91E9-D9A1493ADA29}"/>
                </a:ext>
              </a:extLst>
            </p:cNvPr>
            <p:cNvSpPr/>
            <p:nvPr/>
          </p:nvSpPr>
          <p:spPr>
            <a:xfrm>
              <a:off x="7560691" y="3168744"/>
              <a:ext cx="391525" cy="531433"/>
            </a:xfrm>
            <a:custGeom>
              <a:avLst/>
              <a:gdLst>
                <a:gd name="connsiteX0" fmla="*/ 370967 w 391525"/>
                <a:gd name="connsiteY0" fmla="*/ 93664 h 531433"/>
                <a:gd name="connsiteX1" fmla="*/ 381635 w 391525"/>
                <a:gd name="connsiteY1" fmla="*/ 396178 h 531433"/>
                <a:gd name="connsiteX2" fmla="*/ 339058 w 391525"/>
                <a:gd name="connsiteY2" fmla="*/ 531433 h 531433"/>
                <a:gd name="connsiteX3" fmla="*/ 288194 w 391525"/>
                <a:gd name="connsiteY3" fmla="*/ 500762 h 531433"/>
                <a:gd name="connsiteX4" fmla="*/ 13493 w 391525"/>
                <a:gd name="connsiteY4" fmla="*/ 276829 h 531433"/>
                <a:gd name="connsiteX5" fmla="*/ 161798 w 391525"/>
                <a:gd name="connsiteY5" fmla="*/ 77662 h 531433"/>
                <a:gd name="connsiteX6" fmla="*/ 254571 w 391525"/>
                <a:gd name="connsiteY6" fmla="*/ 1081 h 531433"/>
                <a:gd name="connsiteX7" fmla="*/ 370967 w 391525"/>
                <a:gd name="connsiteY7" fmla="*/ 93664 h 531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1525" h="531433">
                  <a:moveTo>
                    <a:pt x="370967" y="93664"/>
                  </a:moveTo>
                  <a:cubicBezTo>
                    <a:pt x="402875" y="191104"/>
                    <a:pt x="390302" y="296546"/>
                    <a:pt x="381635" y="396178"/>
                  </a:cubicBezTo>
                  <a:cubicBezTo>
                    <a:pt x="374967" y="426753"/>
                    <a:pt x="378682" y="531814"/>
                    <a:pt x="339058" y="531433"/>
                  </a:cubicBezTo>
                  <a:cubicBezTo>
                    <a:pt x="320198" y="526956"/>
                    <a:pt x="304292" y="509811"/>
                    <a:pt x="288194" y="500762"/>
                  </a:cubicBezTo>
                  <a:cubicBezTo>
                    <a:pt x="193706" y="431135"/>
                    <a:pt x="65119" y="390558"/>
                    <a:pt x="13493" y="276829"/>
                  </a:cubicBezTo>
                  <a:cubicBezTo>
                    <a:pt x="-29274" y="174912"/>
                    <a:pt x="32162" y="19369"/>
                    <a:pt x="161798" y="77662"/>
                  </a:cubicBezTo>
                  <a:cubicBezTo>
                    <a:pt x="178847" y="34037"/>
                    <a:pt x="202755" y="-1300"/>
                    <a:pt x="254571" y="1081"/>
                  </a:cubicBezTo>
                  <a:cubicBezTo>
                    <a:pt x="313436" y="-7968"/>
                    <a:pt x="356774" y="41276"/>
                    <a:pt x="370967" y="93664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="" xmlns:a16="http://schemas.microsoft.com/office/drawing/2014/main" id="{4D73616A-8B06-E0F7-F2B1-1459F3079111}"/>
                </a:ext>
              </a:extLst>
            </p:cNvPr>
            <p:cNvSpPr/>
            <p:nvPr/>
          </p:nvSpPr>
          <p:spPr>
            <a:xfrm>
              <a:off x="6980591" y="3117010"/>
              <a:ext cx="490379" cy="447723"/>
            </a:xfrm>
            <a:custGeom>
              <a:avLst/>
              <a:gdLst>
                <a:gd name="connsiteX0" fmla="*/ 471769 w 490379"/>
                <a:gd name="connsiteY0" fmla="*/ 381427 h 447723"/>
                <a:gd name="connsiteX1" fmla="*/ 468435 w 490379"/>
                <a:gd name="connsiteY1" fmla="*/ 447530 h 447723"/>
                <a:gd name="connsiteX2" fmla="*/ 179828 w 490379"/>
                <a:gd name="connsiteY2" fmla="*/ 290654 h 447723"/>
                <a:gd name="connsiteX3" fmla="*/ 19617 w 490379"/>
                <a:gd name="connsiteY3" fmla="*/ 184069 h 447723"/>
                <a:gd name="connsiteX4" fmla="*/ 45620 w 490379"/>
                <a:gd name="connsiteY4" fmla="*/ 35574 h 447723"/>
                <a:gd name="connsiteX5" fmla="*/ 202021 w 490379"/>
                <a:gd name="connsiteY5" fmla="*/ 48623 h 447723"/>
                <a:gd name="connsiteX6" fmla="*/ 364422 w 490379"/>
                <a:gd name="connsiteY6" fmla="*/ 67292 h 447723"/>
                <a:gd name="connsiteX7" fmla="*/ 440431 w 490379"/>
                <a:gd name="connsiteY7" fmla="*/ 298178 h 447723"/>
                <a:gd name="connsiteX8" fmla="*/ 471769 w 490379"/>
                <a:gd name="connsiteY8" fmla="*/ 381522 h 447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0379" h="447723">
                  <a:moveTo>
                    <a:pt x="471769" y="381427"/>
                  </a:moveTo>
                  <a:cubicBezTo>
                    <a:pt x="481008" y="400286"/>
                    <a:pt x="510345" y="451245"/>
                    <a:pt x="468435" y="447530"/>
                  </a:cubicBezTo>
                  <a:cubicBezTo>
                    <a:pt x="371661" y="396572"/>
                    <a:pt x="274982" y="344660"/>
                    <a:pt x="179828" y="290654"/>
                  </a:cubicBezTo>
                  <a:cubicBezTo>
                    <a:pt x="125535" y="257316"/>
                    <a:pt x="62003" y="232932"/>
                    <a:pt x="19617" y="184069"/>
                  </a:cubicBezTo>
                  <a:cubicBezTo>
                    <a:pt x="-15149" y="138539"/>
                    <a:pt x="-2005" y="66911"/>
                    <a:pt x="45620" y="35574"/>
                  </a:cubicBezTo>
                  <a:cubicBezTo>
                    <a:pt x="92864" y="2999"/>
                    <a:pt x="157920" y="16905"/>
                    <a:pt x="202021" y="48623"/>
                  </a:cubicBezTo>
                  <a:cubicBezTo>
                    <a:pt x="242312" y="-41674"/>
                    <a:pt x="320607" y="11190"/>
                    <a:pt x="364422" y="67292"/>
                  </a:cubicBezTo>
                  <a:cubicBezTo>
                    <a:pt x="414333" y="133967"/>
                    <a:pt x="420524" y="220073"/>
                    <a:pt x="440431" y="298178"/>
                  </a:cubicBezTo>
                  <a:cubicBezTo>
                    <a:pt x="448147" y="326944"/>
                    <a:pt x="459101" y="354566"/>
                    <a:pt x="471769" y="381522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="" xmlns:a16="http://schemas.microsoft.com/office/drawing/2014/main" id="{F28EA227-F048-1C2E-D4D9-0C1BF3406F1D}"/>
                </a:ext>
              </a:extLst>
            </p:cNvPr>
            <p:cNvSpPr/>
            <p:nvPr/>
          </p:nvSpPr>
          <p:spPr>
            <a:xfrm>
              <a:off x="7080175" y="2852421"/>
              <a:ext cx="365985" cy="249272"/>
            </a:xfrm>
            <a:custGeom>
              <a:avLst/>
              <a:gdLst>
                <a:gd name="connsiteX0" fmla="*/ 335894 w 365985"/>
                <a:gd name="connsiteY0" fmla="*/ 230059 h 249272"/>
                <a:gd name="connsiteX1" fmla="*/ 318273 w 365985"/>
                <a:gd name="connsiteY1" fmla="*/ 248062 h 249272"/>
                <a:gd name="connsiteX2" fmla="*/ 282364 w 365985"/>
                <a:gd name="connsiteY2" fmla="*/ 243394 h 249272"/>
                <a:gd name="connsiteX3" fmla="*/ 133583 w 365985"/>
                <a:gd name="connsiteY3" fmla="*/ 218534 h 249272"/>
                <a:gd name="connsiteX4" fmla="*/ 16330 w 365985"/>
                <a:gd name="connsiteY4" fmla="*/ 182911 h 249272"/>
                <a:gd name="connsiteX5" fmla="*/ 106913 w 365985"/>
                <a:gd name="connsiteY5" fmla="*/ 69563 h 249272"/>
                <a:gd name="connsiteX6" fmla="*/ 126916 w 365985"/>
                <a:gd name="connsiteY6" fmla="*/ 56419 h 249272"/>
                <a:gd name="connsiteX7" fmla="*/ 267124 w 365985"/>
                <a:gd name="connsiteY7" fmla="*/ 1459 h 249272"/>
                <a:gd name="connsiteX8" fmla="*/ 365136 w 365985"/>
                <a:gd name="connsiteY8" fmla="*/ 122713 h 249272"/>
                <a:gd name="connsiteX9" fmla="*/ 335989 w 365985"/>
                <a:gd name="connsiteY9" fmla="*/ 229964 h 249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5985" h="249272">
                  <a:moveTo>
                    <a:pt x="335894" y="230059"/>
                  </a:moveTo>
                  <a:cubicBezTo>
                    <a:pt x="332941" y="238537"/>
                    <a:pt x="329798" y="250252"/>
                    <a:pt x="318273" y="248062"/>
                  </a:cubicBezTo>
                  <a:cubicBezTo>
                    <a:pt x="306557" y="251872"/>
                    <a:pt x="293984" y="245680"/>
                    <a:pt x="282364" y="243394"/>
                  </a:cubicBezTo>
                  <a:cubicBezTo>
                    <a:pt x="233310" y="231774"/>
                    <a:pt x="183304" y="226535"/>
                    <a:pt x="133583" y="218534"/>
                  </a:cubicBezTo>
                  <a:cubicBezTo>
                    <a:pt x="93578" y="211962"/>
                    <a:pt x="49668" y="208057"/>
                    <a:pt x="16330" y="182911"/>
                  </a:cubicBezTo>
                  <a:cubicBezTo>
                    <a:pt x="-35200" y="136905"/>
                    <a:pt x="46334" y="81946"/>
                    <a:pt x="106913" y="69563"/>
                  </a:cubicBezTo>
                  <a:cubicBezTo>
                    <a:pt x="115009" y="67849"/>
                    <a:pt x="122153" y="63277"/>
                    <a:pt x="126916" y="56419"/>
                  </a:cubicBezTo>
                  <a:cubicBezTo>
                    <a:pt x="162730" y="5365"/>
                    <a:pt x="203973" y="-4256"/>
                    <a:pt x="267124" y="1459"/>
                  </a:cubicBezTo>
                  <a:cubicBezTo>
                    <a:pt x="326750" y="6698"/>
                    <a:pt x="358088" y="69658"/>
                    <a:pt x="365136" y="122713"/>
                  </a:cubicBezTo>
                  <a:cubicBezTo>
                    <a:pt x="370089" y="161003"/>
                    <a:pt x="352468" y="196626"/>
                    <a:pt x="335989" y="229964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="" xmlns:a16="http://schemas.microsoft.com/office/drawing/2014/main" id="{2B2CF0B1-3DF5-F98B-4ADD-8F48C51F7D51}"/>
                </a:ext>
              </a:extLst>
            </p:cNvPr>
            <p:cNvSpPr/>
            <p:nvPr/>
          </p:nvSpPr>
          <p:spPr>
            <a:xfrm>
              <a:off x="6767815" y="3733101"/>
              <a:ext cx="568053" cy="646496"/>
            </a:xfrm>
            <a:custGeom>
              <a:avLst/>
              <a:gdLst>
                <a:gd name="connsiteX0" fmla="*/ 568054 w 568053"/>
                <a:gd name="connsiteY0" fmla="*/ 139954 h 646496"/>
                <a:gd name="connsiteX1" fmla="*/ 539955 w 568053"/>
                <a:gd name="connsiteY1" fmla="*/ 144431 h 646496"/>
                <a:gd name="connsiteX2" fmla="*/ 501188 w 568053"/>
                <a:gd name="connsiteY2" fmla="*/ 118714 h 646496"/>
                <a:gd name="connsiteX3" fmla="*/ 446705 w 568053"/>
                <a:gd name="connsiteY3" fmla="*/ 248920 h 646496"/>
                <a:gd name="connsiteX4" fmla="*/ 174766 w 568053"/>
                <a:gd name="connsiteY4" fmla="*/ 522193 h 646496"/>
                <a:gd name="connsiteX5" fmla="*/ 121331 w 568053"/>
                <a:gd name="connsiteY5" fmla="*/ 618204 h 646496"/>
                <a:gd name="connsiteX6" fmla="*/ 88851 w 568053"/>
                <a:gd name="connsiteY6" fmla="*/ 642779 h 646496"/>
                <a:gd name="connsiteX7" fmla="*/ 31129 w 568053"/>
                <a:gd name="connsiteY7" fmla="*/ 459327 h 646496"/>
                <a:gd name="connsiteX8" fmla="*/ 21509 w 568053"/>
                <a:gd name="connsiteY8" fmla="*/ 187103 h 646496"/>
                <a:gd name="connsiteX9" fmla="*/ 95518 w 568053"/>
                <a:gd name="connsiteY9" fmla="*/ 85567 h 646496"/>
                <a:gd name="connsiteX10" fmla="*/ 222296 w 568053"/>
                <a:gd name="connsiteY10" fmla="*/ 74899 h 646496"/>
                <a:gd name="connsiteX11" fmla="*/ 471565 w 568053"/>
                <a:gd name="connsiteY11" fmla="*/ 31369 h 646496"/>
                <a:gd name="connsiteX12" fmla="*/ 499378 w 568053"/>
                <a:gd name="connsiteY12" fmla="*/ 89948 h 646496"/>
                <a:gd name="connsiteX13" fmla="*/ 547003 w 568053"/>
                <a:gd name="connsiteY13" fmla="*/ 117094 h 646496"/>
                <a:gd name="connsiteX14" fmla="*/ 568054 w 568053"/>
                <a:gd name="connsiteY14" fmla="*/ 139954 h 646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8053" h="646496">
                  <a:moveTo>
                    <a:pt x="568054" y="139954"/>
                  </a:moveTo>
                  <a:cubicBezTo>
                    <a:pt x="566530" y="156814"/>
                    <a:pt x="548813" y="155099"/>
                    <a:pt x="539955" y="144431"/>
                  </a:cubicBezTo>
                  <a:cubicBezTo>
                    <a:pt x="528049" y="134906"/>
                    <a:pt x="514618" y="124714"/>
                    <a:pt x="501188" y="118714"/>
                  </a:cubicBezTo>
                  <a:cubicBezTo>
                    <a:pt x="499474" y="165577"/>
                    <a:pt x="476328" y="213583"/>
                    <a:pt x="446705" y="248920"/>
                  </a:cubicBezTo>
                  <a:cubicBezTo>
                    <a:pt x="370219" y="353314"/>
                    <a:pt x="244299" y="411798"/>
                    <a:pt x="174766" y="522193"/>
                  </a:cubicBezTo>
                  <a:cubicBezTo>
                    <a:pt x="154954" y="552768"/>
                    <a:pt x="137905" y="586201"/>
                    <a:pt x="121331" y="618204"/>
                  </a:cubicBezTo>
                  <a:cubicBezTo>
                    <a:pt x="115140" y="630968"/>
                    <a:pt x="106758" y="655924"/>
                    <a:pt x="88851" y="642779"/>
                  </a:cubicBezTo>
                  <a:cubicBezTo>
                    <a:pt x="58752" y="587153"/>
                    <a:pt x="52084" y="519430"/>
                    <a:pt x="31129" y="459327"/>
                  </a:cubicBezTo>
                  <a:cubicBezTo>
                    <a:pt x="2840" y="371317"/>
                    <a:pt x="-17258" y="275495"/>
                    <a:pt x="21509" y="187103"/>
                  </a:cubicBezTo>
                  <a:cubicBezTo>
                    <a:pt x="36082" y="147098"/>
                    <a:pt x="58085" y="108141"/>
                    <a:pt x="95518" y="85567"/>
                  </a:cubicBezTo>
                  <a:cubicBezTo>
                    <a:pt x="132857" y="56992"/>
                    <a:pt x="183815" y="35751"/>
                    <a:pt x="222296" y="74899"/>
                  </a:cubicBezTo>
                  <a:cubicBezTo>
                    <a:pt x="285066" y="18796"/>
                    <a:pt x="399461" y="-36544"/>
                    <a:pt x="471565" y="31369"/>
                  </a:cubicBezTo>
                  <a:cubicBezTo>
                    <a:pt x="486996" y="49181"/>
                    <a:pt x="495759" y="69088"/>
                    <a:pt x="499378" y="89948"/>
                  </a:cubicBezTo>
                  <a:cubicBezTo>
                    <a:pt x="516047" y="93853"/>
                    <a:pt x="537288" y="110808"/>
                    <a:pt x="547003" y="117094"/>
                  </a:cubicBezTo>
                  <a:cubicBezTo>
                    <a:pt x="554242" y="124143"/>
                    <a:pt x="567292" y="128619"/>
                    <a:pt x="568054" y="139954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="" xmlns:a16="http://schemas.microsoft.com/office/drawing/2014/main" id="{0D644BFA-3971-E7BA-C296-197DAE75808B}"/>
                </a:ext>
              </a:extLst>
            </p:cNvPr>
            <p:cNvSpPr/>
            <p:nvPr/>
          </p:nvSpPr>
          <p:spPr>
            <a:xfrm>
              <a:off x="7581774" y="3685174"/>
              <a:ext cx="538923" cy="405915"/>
            </a:xfrm>
            <a:custGeom>
              <a:avLst/>
              <a:gdLst>
                <a:gd name="connsiteX0" fmla="*/ 490758 w 538923"/>
                <a:gd name="connsiteY0" fmla="*/ 276464 h 405915"/>
                <a:gd name="connsiteX1" fmla="*/ 519904 w 538923"/>
                <a:gd name="connsiteY1" fmla="*/ 393812 h 405915"/>
                <a:gd name="connsiteX2" fmla="*/ 184434 w 538923"/>
                <a:gd name="connsiteY2" fmla="*/ 405909 h 405915"/>
                <a:gd name="connsiteX3" fmla="*/ 47083 w 538923"/>
                <a:gd name="connsiteY3" fmla="*/ 184452 h 405915"/>
                <a:gd name="connsiteX4" fmla="*/ 138904 w 538923"/>
                <a:gd name="connsiteY4" fmla="*/ 3572 h 405915"/>
                <a:gd name="connsiteX5" fmla="*/ 490853 w 538923"/>
                <a:gd name="connsiteY5" fmla="*/ 276464 h 405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8923" h="405915">
                  <a:moveTo>
                    <a:pt x="490758" y="276464"/>
                  </a:moveTo>
                  <a:cubicBezTo>
                    <a:pt x="505617" y="294371"/>
                    <a:pt x="570577" y="393240"/>
                    <a:pt x="519904" y="393812"/>
                  </a:cubicBezTo>
                  <a:cubicBezTo>
                    <a:pt x="407605" y="385239"/>
                    <a:pt x="296257" y="405909"/>
                    <a:pt x="184434" y="405909"/>
                  </a:cubicBezTo>
                  <a:cubicBezTo>
                    <a:pt x="67753" y="406956"/>
                    <a:pt x="-69884" y="285608"/>
                    <a:pt x="47083" y="184452"/>
                  </a:cubicBezTo>
                  <a:cubicBezTo>
                    <a:pt x="-51977" y="102918"/>
                    <a:pt x="18032" y="-22812"/>
                    <a:pt x="138904" y="3572"/>
                  </a:cubicBezTo>
                  <a:cubicBezTo>
                    <a:pt x="267015" y="36529"/>
                    <a:pt x="409986" y="173594"/>
                    <a:pt x="490853" y="276464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="" xmlns:a16="http://schemas.microsoft.com/office/drawing/2014/main" id="{DBC59B36-784A-8DE3-AE28-C6D9D9D439E9}"/>
                </a:ext>
              </a:extLst>
            </p:cNvPr>
            <p:cNvSpPr/>
            <p:nvPr/>
          </p:nvSpPr>
          <p:spPr>
            <a:xfrm>
              <a:off x="7765228" y="4260258"/>
              <a:ext cx="294950" cy="511517"/>
            </a:xfrm>
            <a:custGeom>
              <a:avLst/>
              <a:gdLst>
                <a:gd name="connsiteX0" fmla="*/ 289302 w 294950"/>
                <a:gd name="connsiteY0" fmla="*/ 66378 h 511517"/>
                <a:gd name="connsiteX1" fmla="*/ 232437 w 294950"/>
                <a:gd name="connsiteY1" fmla="*/ 349747 h 511517"/>
                <a:gd name="connsiteX2" fmla="*/ 198814 w 294950"/>
                <a:gd name="connsiteY2" fmla="*/ 495670 h 511517"/>
                <a:gd name="connsiteX3" fmla="*/ 186336 w 294950"/>
                <a:gd name="connsiteY3" fmla="*/ 508338 h 511517"/>
                <a:gd name="connsiteX4" fmla="*/ 170430 w 294950"/>
                <a:gd name="connsiteY4" fmla="*/ 510148 h 511517"/>
                <a:gd name="connsiteX5" fmla="*/ 159000 w 294950"/>
                <a:gd name="connsiteY5" fmla="*/ 466904 h 511517"/>
                <a:gd name="connsiteX6" fmla="*/ 134425 w 294950"/>
                <a:gd name="connsiteY6" fmla="*/ 354890 h 511517"/>
                <a:gd name="connsiteX7" fmla="*/ 70798 w 294950"/>
                <a:gd name="connsiteY7" fmla="*/ 112003 h 511517"/>
                <a:gd name="connsiteX8" fmla="*/ 46795 w 294950"/>
                <a:gd name="connsiteY8" fmla="*/ 122194 h 511517"/>
                <a:gd name="connsiteX9" fmla="*/ 8409 w 294950"/>
                <a:gd name="connsiteY9" fmla="*/ 142578 h 511517"/>
                <a:gd name="connsiteX10" fmla="*/ 9838 w 294950"/>
                <a:gd name="connsiteY10" fmla="*/ 117527 h 511517"/>
                <a:gd name="connsiteX11" fmla="*/ 28793 w 294950"/>
                <a:gd name="connsiteY11" fmla="*/ 103144 h 511517"/>
                <a:gd name="connsiteX12" fmla="*/ 72132 w 294950"/>
                <a:gd name="connsiteY12" fmla="*/ 84571 h 511517"/>
                <a:gd name="connsiteX13" fmla="*/ 91182 w 294950"/>
                <a:gd name="connsiteY13" fmla="*/ 28849 h 511517"/>
                <a:gd name="connsiteX14" fmla="*/ 195671 w 294950"/>
                <a:gd name="connsiteY14" fmla="*/ 28468 h 511517"/>
                <a:gd name="connsiteX15" fmla="*/ 289492 w 294950"/>
                <a:gd name="connsiteY15" fmla="*/ 66473 h 511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4950" h="511517">
                  <a:moveTo>
                    <a:pt x="289302" y="66378"/>
                  </a:moveTo>
                  <a:cubicBezTo>
                    <a:pt x="311781" y="164009"/>
                    <a:pt x="261870" y="259640"/>
                    <a:pt x="232437" y="349747"/>
                  </a:cubicBezTo>
                  <a:cubicBezTo>
                    <a:pt x="215388" y="397277"/>
                    <a:pt x="203005" y="445568"/>
                    <a:pt x="198814" y="495670"/>
                  </a:cubicBezTo>
                  <a:cubicBezTo>
                    <a:pt x="198719" y="503766"/>
                    <a:pt x="192528" y="508052"/>
                    <a:pt x="186336" y="508338"/>
                  </a:cubicBezTo>
                  <a:cubicBezTo>
                    <a:pt x="183479" y="511577"/>
                    <a:pt x="178431" y="512624"/>
                    <a:pt x="170430" y="510148"/>
                  </a:cubicBezTo>
                  <a:cubicBezTo>
                    <a:pt x="159857" y="502052"/>
                    <a:pt x="164048" y="479477"/>
                    <a:pt x="159000" y="466904"/>
                  </a:cubicBezTo>
                  <a:cubicBezTo>
                    <a:pt x="151284" y="429471"/>
                    <a:pt x="143093" y="392038"/>
                    <a:pt x="134425" y="354890"/>
                  </a:cubicBezTo>
                  <a:cubicBezTo>
                    <a:pt x="123757" y="278690"/>
                    <a:pt x="73084" y="192108"/>
                    <a:pt x="70798" y="112003"/>
                  </a:cubicBezTo>
                  <a:cubicBezTo>
                    <a:pt x="62416" y="114670"/>
                    <a:pt x="54415" y="117908"/>
                    <a:pt x="46795" y="122194"/>
                  </a:cubicBezTo>
                  <a:cubicBezTo>
                    <a:pt x="33841" y="127910"/>
                    <a:pt x="24030" y="147150"/>
                    <a:pt x="8409" y="142578"/>
                  </a:cubicBezTo>
                  <a:cubicBezTo>
                    <a:pt x="-3306" y="138101"/>
                    <a:pt x="-2735" y="120099"/>
                    <a:pt x="9838" y="117527"/>
                  </a:cubicBezTo>
                  <a:cubicBezTo>
                    <a:pt x="16125" y="112479"/>
                    <a:pt x="22125" y="107335"/>
                    <a:pt x="28793" y="103144"/>
                  </a:cubicBezTo>
                  <a:cubicBezTo>
                    <a:pt x="42128" y="94572"/>
                    <a:pt x="56796" y="88666"/>
                    <a:pt x="72132" y="84571"/>
                  </a:cubicBezTo>
                  <a:cubicBezTo>
                    <a:pt x="74513" y="65426"/>
                    <a:pt x="80514" y="46756"/>
                    <a:pt x="91182" y="28849"/>
                  </a:cubicBezTo>
                  <a:cubicBezTo>
                    <a:pt x="116613" y="-9060"/>
                    <a:pt x="165667" y="846"/>
                    <a:pt x="195671" y="28468"/>
                  </a:cubicBezTo>
                  <a:cubicBezTo>
                    <a:pt x="218817" y="-23729"/>
                    <a:pt x="277491" y="-107"/>
                    <a:pt x="289492" y="66473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="" xmlns:a16="http://schemas.microsoft.com/office/drawing/2014/main" id="{0DBB2BA3-2FEB-4007-FC3C-37902C2939D3}"/>
                </a:ext>
              </a:extLst>
            </p:cNvPr>
            <p:cNvSpPr/>
            <p:nvPr/>
          </p:nvSpPr>
          <p:spPr>
            <a:xfrm>
              <a:off x="8219491" y="4379591"/>
              <a:ext cx="339252" cy="340932"/>
            </a:xfrm>
            <a:custGeom>
              <a:avLst/>
              <a:gdLst>
                <a:gd name="connsiteX0" fmla="*/ 335673 w 339252"/>
                <a:gd name="connsiteY0" fmla="*/ 302803 h 340932"/>
                <a:gd name="connsiteX1" fmla="*/ 327196 w 339252"/>
                <a:gd name="connsiteY1" fmla="*/ 340903 h 340932"/>
                <a:gd name="connsiteX2" fmla="*/ 31826 w 339252"/>
                <a:gd name="connsiteY2" fmla="*/ 205077 h 340932"/>
                <a:gd name="connsiteX3" fmla="*/ 1346 w 339252"/>
                <a:gd name="connsiteY3" fmla="*/ 110303 h 340932"/>
                <a:gd name="connsiteX4" fmla="*/ 120408 w 339252"/>
                <a:gd name="connsiteY4" fmla="*/ 25721 h 340932"/>
                <a:gd name="connsiteX5" fmla="*/ 210610 w 339252"/>
                <a:gd name="connsiteY5" fmla="*/ 11148 h 340932"/>
                <a:gd name="connsiteX6" fmla="*/ 314814 w 339252"/>
                <a:gd name="connsiteY6" fmla="*/ 165643 h 340932"/>
                <a:gd name="connsiteX7" fmla="*/ 335673 w 339252"/>
                <a:gd name="connsiteY7" fmla="*/ 302803 h 340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9252" h="340932">
                  <a:moveTo>
                    <a:pt x="335673" y="302803"/>
                  </a:moveTo>
                  <a:cubicBezTo>
                    <a:pt x="336245" y="314805"/>
                    <a:pt x="347389" y="341951"/>
                    <a:pt x="327196" y="340903"/>
                  </a:cubicBezTo>
                  <a:cubicBezTo>
                    <a:pt x="229089" y="316900"/>
                    <a:pt x="96881" y="288325"/>
                    <a:pt x="31826" y="205077"/>
                  </a:cubicBezTo>
                  <a:cubicBezTo>
                    <a:pt x="12871" y="177454"/>
                    <a:pt x="-5131" y="144879"/>
                    <a:pt x="1346" y="110303"/>
                  </a:cubicBezTo>
                  <a:cubicBezTo>
                    <a:pt x="11538" y="56868"/>
                    <a:pt x="63925" y="8005"/>
                    <a:pt x="120408" y="25721"/>
                  </a:cubicBezTo>
                  <a:cubicBezTo>
                    <a:pt x="143364" y="-7426"/>
                    <a:pt x="177654" y="-4188"/>
                    <a:pt x="210610" y="11148"/>
                  </a:cubicBezTo>
                  <a:cubicBezTo>
                    <a:pt x="272142" y="36675"/>
                    <a:pt x="302812" y="103731"/>
                    <a:pt x="314814" y="165643"/>
                  </a:cubicBezTo>
                  <a:cubicBezTo>
                    <a:pt x="323767" y="211077"/>
                    <a:pt x="328339" y="257178"/>
                    <a:pt x="335673" y="302803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="" xmlns:a16="http://schemas.microsoft.com/office/drawing/2014/main" id="{086B66B0-5BCB-7A41-C865-FA0AD404E791}"/>
                </a:ext>
              </a:extLst>
            </p:cNvPr>
            <p:cNvSpPr/>
            <p:nvPr/>
          </p:nvSpPr>
          <p:spPr>
            <a:xfrm>
              <a:off x="7212006" y="5126399"/>
              <a:ext cx="404530" cy="594257"/>
            </a:xfrm>
            <a:custGeom>
              <a:avLst/>
              <a:gdLst>
                <a:gd name="connsiteX0" fmla="*/ 352748 w 404530"/>
                <a:gd name="connsiteY0" fmla="*/ 14624 h 594257"/>
                <a:gd name="connsiteX1" fmla="*/ 396182 w 404530"/>
                <a:gd name="connsiteY1" fmla="*/ 218268 h 594257"/>
                <a:gd name="connsiteX2" fmla="*/ 267785 w 404530"/>
                <a:gd name="connsiteY2" fmla="*/ 483539 h 594257"/>
                <a:gd name="connsiteX3" fmla="*/ 199491 w 404530"/>
                <a:gd name="connsiteY3" fmla="*/ 582980 h 594257"/>
                <a:gd name="connsiteX4" fmla="*/ 183394 w 404530"/>
                <a:gd name="connsiteY4" fmla="*/ 594125 h 594257"/>
                <a:gd name="connsiteX5" fmla="*/ 171964 w 404530"/>
                <a:gd name="connsiteY5" fmla="*/ 581742 h 594257"/>
                <a:gd name="connsiteX6" fmla="*/ 152628 w 404530"/>
                <a:gd name="connsiteY6" fmla="*/ 527926 h 594257"/>
                <a:gd name="connsiteX7" fmla="*/ 25469 w 404530"/>
                <a:gd name="connsiteY7" fmla="*/ 300469 h 594257"/>
                <a:gd name="connsiteX8" fmla="*/ 1371 w 404530"/>
                <a:gd name="connsiteY8" fmla="*/ 170262 h 594257"/>
                <a:gd name="connsiteX9" fmla="*/ 188157 w 404530"/>
                <a:gd name="connsiteY9" fmla="*/ 54057 h 594257"/>
                <a:gd name="connsiteX10" fmla="*/ 352748 w 404530"/>
                <a:gd name="connsiteY10" fmla="*/ 14624 h 594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4530" h="594257">
                  <a:moveTo>
                    <a:pt x="352748" y="14624"/>
                  </a:moveTo>
                  <a:cubicBezTo>
                    <a:pt x="412375" y="63487"/>
                    <a:pt x="410470" y="149212"/>
                    <a:pt x="396182" y="218268"/>
                  </a:cubicBezTo>
                  <a:cubicBezTo>
                    <a:pt x="375418" y="315614"/>
                    <a:pt x="323792" y="402672"/>
                    <a:pt x="267785" y="483539"/>
                  </a:cubicBezTo>
                  <a:cubicBezTo>
                    <a:pt x="245307" y="516782"/>
                    <a:pt x="220446" y="548595"/>
                    <a:pt x="199491" y="582980"/>
                  </a:cubicBezTo>
                  <a:cubicBezTo>
                    <a:pt x="196253" y="588791"/>
                    <a:pt x="190919" y="595268"/>
                    <a:pt x="183394" y="594125"/>
                  </a:cubicBezTo>
                  <a:cubicBezTo>
                    <a:pt x="177012" y="593172"/>
                    <a:pt x="173583" y="587362"/>
                    <a:pt x="171964" y="581742"/>
                  </a:cubicBezTo>
                  <a:cubicBezTo>
                    <a:pt x="165868" y="563549"/>
                    <a:pt x="159296" y="545833"/>
                    <a:pt x="152628" y="527926"/>
                  </a:cubicBezTo>
                  <a:cubicBezTo>
                    <a:pt x="124625" y="444392"/>
                    <a:pt x="59569" y="380955"/>
                    <a:pt x="25469" y="300469"/>
                  </a:cubicBezTo>
                  <a:cubicBezTo>
                    <a:pt x="7181" y="259797"/>
                    <a:pt x="-4058" y="215030"/>
                    <a:pt x="1371" y="170262"/>
                  </a:cubicBezTo>
                  <a:cubicBezTo>
                    <a:pt x="38" y="38341"/>
                    <a:pt x="123005" y="20434"/>
                    <a:pt x="188157" y="54057"/>
                  </a:cubicBezTo>
                  <a:cubicBezTo>
                    <a:pt x="188442" y="54057"/>
                    <a:pt x="294170" y="-33954"/>
                    <a:pt x="352748" y="14624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="" xmlns:a16="http://schemas.microsoft.com/office/drawing/2014/main" id="{913DC126-8E31-89FA-0D95-42960C0165E8}"/>
                </a:ext>
              </a:extLst>
            </p:cNvPr>
            <p:cNvSpPr/>
            <p:nvPr/>
          </p:nvSpPr>
          <p:spPr>
            <a:xfrm>
              <a:off x="7132153" y="4475738"/>
              <a:ext cx="439279" cy="445843"/>
            </a:xfrm>
            <a:custGeom>
              <a:avLst/>
              <a:gdLst>
                <a:gd name="connsiteX0" fmla="*/ 376975 w 439279"/>
                <a:gd name="connsiteY0" fmla="*/ 23395 h 445843"/>
                <a:gd name="connsiteX1" fmla="*/ 400978 w 439279"/>
                <a:gd name="connsiteY1" fmla="*/ 292762 h 445843"/>
                <a:gd name="connsiteX2" fmla="*/ 328303 w 439279"/>
                <a:gd name="connsiteY2" fmla="*/ 413158 h 445843"/>
                <a:gd name="connsiteX3" fmla="*/ 280296 w 439279"/>
                <a:gd name="connsiteY3" fmla="*/ 441161 h 445843"/>
                <a:gd name="connsiteX4" fmla="*/ 247912 w 439279"/>
                <a:gd name="connsiteY4" fmla="*/ 417444 h 445843"/>
                <a:gd name="connsiteX5" fmla="*/ 195238 w 439279"/>
                <a:gd name="connsiteY5" fmla="*/ 379344 h 445843"/>
                <a:gd name="connsiteX6" fmla="*/ 195238 w 439279"/>
                <a:gd name="connsiteY6" fmla="*/ 379344 h 445843"/>
                <a:gd name="connsiteX7" fmla="*/ 194857 w 439279"/>
                <a:gd name="connsiteY7" fmla="*/ 379154 h 445843"/>
                <a:gd name="connsiteX8" fmla="*/ 194762 w 439279"/>
                <a:gd name="connsiteY8" fmla="*/ 379058 h 445843"/>
                <a:gd name="connsiteX9" fmla="*/ 2833 w 439279"/>
                <a:gd name="connsiteY9" fmla="*/ 193702 h 445843"/>
                <a:gd name="connsiteX10" fmla="*/ 197143 w 439279"/>
                <a:gd name="connsiteY10" fmla="*/ 65305 h 445843"/>
                <a:gd name="connsiteX11" fmla="*/ 236672 w 439279"/>
                <a:gd name="connsiteY11" fmla="*/ 22252 h 445843"/>
                <a:gd name="connsiteX12" fmla="*/ 376975 w 439279"/>
                <a:gd name="connsiteY12" fmla="*/ 23395 h 445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39279" h="445843">
                  <a:moveTo>
                    <a:pt x="376975" y="23395"/>
                  </a:moveTo>
                  <a:cubicBezTo>
                    <a:pt x="466034" y="84831"/>
                    <a:pt x="446031" y="209609"/>
                    <a:pt x="400978" y="292762"/>
                  </a:cubicBezTo>
                  <a:cubicBezTo>
                    <a:pt x="378595" y="333910"/>
                    <a:pt x="354306" y="374105"/>
                    <a:pt x="328303" y="413158"/>
                  </a:cubicBezTo>
                  <a:cubicBezTo>
                    <a:pt x="318016" y="428589"/>
                    <a:pt x="301633" y="457068"/>
                    <a:pt x="280296" y="441161"/>
                  </a:cubicBezTo>
                  <a:cubicBezTo>
                    <a:pt x="269152" y="433732"/>
                    <a:pt x="258579" y="425350"/>
                    <a:pt x="247912" y="417444"/>
                  </a:cubicBezTo>
                  <a:cubicBezTo>
                    <a:pt x="230481" y="404490"/>
                    <a:pt x="213145" y="391631"/>
                    <a:pt x="195238" y="379344"/>
                  </a:cubicBezTo>
                  <a:cubicBezTo>
                    <a:pt x="195238" y="379344"/>
                    <a:pt x="195238" y="379344"/>
                    <a:pt x="195238" y="379344"/>
                  </a:cubicBezTo>
                  <a:cubicBezTo>
                    <a:pt x="195143" y="379344"/>
                    <a:pt x="194953" y="379154"/>
                    <a:pt x="194857" y="379154"/>
                  </a:cubicBezTo>
                  <a:cubicBezTo>
                    <a:pt x="194857" y="379154"/>
                    <a:pt x="194829" y="379125"/>
                    <a:pt x="194762" y="379058"/>
                  </a:cubicBezTo>
                  <a:cubicBezTo>
                    <a:pt x="123610" y="328100"/>
                    <a:pt x="33313" y="281046"/>
                    <a:pt x="2833" y="193702"/>
                  </a:cubicBezTo>
                  <a:cubicBezTo>
                    <a:pt x="-20598" y="94927"/>
                    <a:pt x="106370" y="7964"/>
                    <a:pt x="197143" y="65305"/>
                  </a:cubicBezTo>
                  <a:cubicBezTo>
                    <a:pt x="211145" y="49493"/>
                    <a:pt x="219051" y="31301"/>
                    <a:pt x="236672" y="22252"/>
                  </a:cubicBezTo>
                  <a:cubicBezTo>
                    <a:pt x="282011" y="-4609"/>
                    <a:pt x="332398" y="-10514"/>
                    <a:pt x="376975" y="23395"/>
                  </a:cubicBezTo>
                  <a:close/>
                </a:path>
              </a:pathLst>
            </a:custGeom>
            <a:solidFill>
              <a:srgbClr val="6F9C3A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="" xmlns:a16="http://schemas.microsoft.com/office/drawing/2014/main" id="{A69DFDA9-D698-22E1-354A-8B697847A229}"/>
                </a:ext>
              </a:extLst>
            </p:cNvPr>
            <p:cNvSpPr/>
            <p:nvPr/>
          </p:nvSpPr>
          <p:spPr>
            <a:xfrm>
              <a:off x="7695759" y="5684439"/>
              <a:ext cx="472407" cy="315167"/>
            </a:xfrm>
            <a:custGeom>
              <a:avLst/>
              <a:gdLst>
                <a:gd name="connsiteX0" fmla="*/ 462213 w 472407"/>
                <a:gd name="connsiteY0" fmla="*/ 84186 h 315167"/>
                <a:gd name="connsiteX1" fmla="*/ 397824 w 472407"/>
                <a:gd name="connsiteY1" fmla="*/ 130859 h 315167"/>
                <a:gd name="connsiteX2" fmla="*/ 226564 w 472407"/>
                <a:gd name="connsiteY2" fmla="*/ 90568 h 315167"/>
                <a:gd name="connsiteX3" fmla="*/ 189321 w 472407"/>
                <a:gd name="connsiteY3" fmla="*/ 182674 h 315167"/>
                <a:gd name="connsiteX4" fmla="*/ 86737 w 472407"/>
                <a:gd name="connsiteY4" fmla="*/ 282782 h 315167"/>
                <a:gd name="connsiteX5" fmla="*/ 14061 w 472407"/>
                <a:gd name="connsiteY5" fmla="*/ 315167 h 315167"/>
                <a:gd name="connsiteX6" fmla="*/ 5679 w 472407"/>
                <a:gd name="connsiteY6" fmla="*/ 312405 h 315167"/>
                <a:gd name="connsiteX7" fmla="*/ 1393 w 472407"/>
                <a:gd name="connsiteY7" fmla="*/ 292022 h 315167"/>
                <a:gd name="connsiteX8" fmla="*/ 26444 w 472407"/>
                <a:gd name="connsiteY8" fmla="*/ 224108 h 315167"/>
                <a:gd name="connsiteX9" fmla="*/ 180559 w 472407"/>
                <a:gd name="connsiteY9" fmla="*/ 59421 h 315167"/>
                <a:gd name="connsiteX10" fmla="*/ 285048 w 472407"/>
                <a:gd name="connsiteY10" fmla="*/ 1509 h 315167"/>
                <a:gd name="connsiteX11" fmla="*/ 462118 w 472407"/>
                <a:gd name="connsiteY11" fmla="*/ 84186 h 315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2407" h="315167">
                  <a:moveTo>
                    <a:pt x="462213" y="84186"/>
                  </a:moveTo>
                  <a:cubicBezTo>
                    <a:pt x="496693" y="142193"/>
                    <a:pt x="435733" y="133430"/>
                    <a:pt x="397824" y="130859"/>
                  </a:cubicBezTo>
                  <a:cubicBezTo>
                    <a:pt x="339721" y="126096"/>
                    <a:pt x="277904" y="121048"/>
                    <a:pt x="226564" y="90568"/>
                  </a:cubicBezTo>
                  <a:cubicBezTo>
                    <a:pt x="225040" y="124381"/>
                    <a:pt x="206467" y="154481"/>
                    <a:pt x="189321" y="182674"/>
                  </a:cubicBezTo>
                  <a:cubicBezTo>
                    <a:pt x="163413" y="223728"/>
                    <a:pt x="133029" y="263732"/>
                    <a:pt x="86737" y="282782"/>
                  </a:cubicBezTo>
                  <a:cubicBezTo>
                    <a:pt x="62639" y="293355"/>
                    <a:pt x="39588" y="308976"/>
                    <a:pt x="14061" y="315167"/>
                  </a:cubicBezTo>
                  <a:cubicBezTo>
                    <a:pt x="11204" y="315167"/>
                    <a:pt x="8251" y="314405"/>
                    <a:pt x="5679" y="312405"/>
                  </a:cubicBezTo>
                  <a:cubicBezTo>
                    <a:pt x="-607" y="307547"/>
                    <a:pt x="-1083" y="298975"/>
                    <a:pt x="1393" y="292022"/>
                  </a:cubicBezTo>
                  <a:cubicBezTo>
                    <a:pt x="9109" y="269161"/>
                    <a:pt x="18062" y="246683"/>
                    <a:pt x="26444" y="224108"/>
                  </a:cubicBezTo>
                  <a:cubicBezTo>
                    <a:pt x="53971" y="153718"/>
                    <a:pt x="86356" y="48753"/>
                    <a:pt x="180559" y="59421"/>
                  </a:cubicBezTo>
                  <a:cubicBezTo>
                    <a:pt x="191036" y="16273"/>
                    <a:pt x="246662" y="5414"/>
                    <a:pt x="285048" y="1509"/>
                  </a:cubicBezTo>
                  <a:cubicBezTo>
                    <a:pt x="353723" y="-7064"/>
                    <a:pt x="428590" y="20940"/>
                    <a:pt x="462118" y="84186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="" xmlns:a16="http://schemas.microsoft.com/office/drawing/2014/main" id="{A3A20BB7-14AF-2E60-AD6B-3E403B2CB4B9}"/>
                </a:ext>
              </a:extLst>
            </p:cNvPr>
            <p:cNvSpPr/>
            <p:nvPr/>
          </p:nvSpPr>
          <p:spPr>
            <a:xfrm>
              <a:off x="6737223" y="5834549"/>
              <a:ext cx="361974" cy="511911"/>
            </a:xfrm>
            <a:custGeom>
              <a:avLst/>
              <a:gdLst>
                <a:gd name="connsiteX0" fmla="*/ 337851 w 361974"/>
                <a:gd name="connsiteY0" fmla="*/ 204777 h 511911"/>
                <a:gd name="connsiteX1" fmla="*/ 290036 w 361974"/>
                <a:gd name="connsiteY1" fmla="*/ 446046 h 511911"/>
                <a:gd name="connsiteX2" fmla="*/ 180879 w 361974"/>
                <a:gd name="connsiteY2" fmla="*/ 504243 h 511911"/>
                <a:gd name="connsiteX3" fmla="*/ 164020 w 361974"/>
                <a:gd name="connsiteY3" fmla="*/ 389467 h 511911"/>
                <a:gd name="connsiteX4" fmla="*/ 174117 w 361974"/>
                <a:gd name="connsiteY4" fmla="*/ 216112 h 511911"/>
                <a:gd name="connsiteX5" fmla="*/ 90011 w 361974"/>
                <a:gd name="connsiteY5" fmla="*/ 227161 h 511911"/>
                <a:gd name="connsiteX6" fmla="*/ 1714 w 361974"/>
                <a:gd name="connsiteY6" fmla="*/ 71332 h 511911"/>
                <a:gd name="connsiteX7" fmla="*/ 23812 w 361974"/>
                <a:gd name="connsiteY7" fmla="*/ 85 h 511911"/>
                <a:gd name="connsiteX8" fmla="*/ 43243 w 361974"/>
                <a:gd name="connsiteY8" fmla="*/ 5514 h 511911"/>
                <a:gd name="connsiteX9" fmla="*/ 162496 w 361974"/>
                <a:gd name="connsiteY9" fmla="*/ 30756 h 511911"/>
                <a:gd name="connsiteX10" fmla="*/ 224313 w 361974"/>
                <a:gd name="connsiteY10" fmla="*/ 155628 h 511911"/>
                <a:gd name="connsiteX11" fmla="*/ 237934 w 361974"/>
                <a:gd name="connsiteY11" fmla="*/ 162867 h 511911"/>
                <a:gd name="connsiteX12" fmla="*/ 337851 w 361974"/>
                <a:gd name="connsiteY12" fmla="*/ 204682 h 511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1974" h="511911">
                  <a:moveTo>
                    <a:pt x="337851" y="204777"/>
                  </a:moveTo>
                  <a:cubicBezTo>
                    <a:pt x="391858" y="279644"/>
                    <a:pt x="346043" y="385276"/>
                    <a:pt x="290036" y="446046"/>
                  </a:cubicBezTo>
                  <a:cubicBezTo>
                    <a:pt x="274605" y="461762"/>
                    <a:pt x="196881" y="535581"/>
                    <a:pt x="180879" y="504243"/>
                  </a:cubicBezTo>
                  <a:cubicBezTo>
                    <a:pt x="175736" y="465858"/>
                    <a:pt x="175926" y="426805"/>
                    <a:pt x="164020" y="389467"/>
                  </a:cubicBezTo>
                  <a:cubicBezTo>
                    <a:pt x="144018" y="333651"/>
                    <a:pt x="145637" y="268690"/>
                    <a:pt x="174117" y="216112"/>
                  </a:cubicBezTo>
                  <a:cubicBezTo>
                    <a:pt x="148304" y="228114"/>
                    <a:pt x="118014" y="230685"/>
                    <a:pt x="90011" y="227161"/>
                  </a:cubicBezTo>
                  <a:cubicBezTo>
                    <a:pt x="5048" y="224780"/>
                    <a:pt x="-5049" y="138769"/>
                    <a:pt x="1714" y="71332"/>
                  </a:cubicBezTo>
                  <a:cubicBezTo>
                    <a:pt x="6096" y="50567"/>
                    <a:pt x="-1810" y="6371"/>
                    <a:pt x="23812" y="85"/>
                  </a:cubicBezTo>
                  <a:cubicBezTo>
                    <a:pt x="30384" y="-677"/>
                    <a:pt x="37338" y="3895"/>
                    <a:pt x="43243" y="5514"/>
                  </a:cubicBezTo>
                  <a:cubicBezTo>
                    <a:pt x="81438" y="21135"/>
                    <a:pt x="122777" y="21612"/>
                    <a:pt x="162496" y="30756"/>
                  </a:cubicBezTo>
                  <a:cubicBezTo>
                    <a:pt x="212312" y="45043"/>
                    <a:pt x="225742" y="108193"/>
                    <a:pt x="224313" y="155628"/>
                  </a:cubicBezTo>
                  <a:cubicBezTo>
                    <a:pt x="229076" y="154771"/>
                    <a:pt x="233743" y="156771"/>
                    <a:pt x="237934" y="162867"/>
                  </a:cubicBezTo>
                  <a:cubicBezTo>
                    <a:pt x="274701" y="153342"/>
                    <a:pt x="314705" y="177440"/>
                    <a:pt x="337851" y="204682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="" xmlns:a16="http://schemas.microsoft.com/office/drawing/2014/main" id="{6553C1BD-C147-4922-8BD0-535B57DB91E4}"/>
                </a:ext>
              </a:extLst>
            </p:cNvPr>
            <p:cNvSpPr/>
            <p:nvPr/>
          </p:nvSpPr>
          <p:spPr>
            <a:xfrm>
              <a:off x="7351517" y="1696535"/>
              <a:ext cx="480766" cy="269738"/>
            </a:xfrm>
            <a:custGeom>
              <a:avLst/>
              <a:gdLst>
                <a:gd name="connsiteX0" fmla="*/ 411167 w 480766"/>
                <a:gd name="connsiteY0" fmla="*/ 14345 h 269738"/>
                <a:gd name="connsiteX1" fmla="*/ 469650 w 480766"/>
                <a:gd name="connsiteY1" fmla="*/ 139599 h 269738"/>
                <a:gd name="connsiteX2" fmla="*/ 306011 w 480766"/>
                <a:gd name="connsiteY2" fmla="*/ 200464 h 269738"/>
                <a:gd name="connsiteX3" fmla="*/ 238383 w 480766"/>
                <a:gd name="connsiteY3" fmla="*/ 267520 h 269738"/>
                <a:gd name="connsiteX4" fmla="*/ 29024 w 480766"/>
                <a:gd name="connsiteY4" fmla="*/ 121787 h 269738"/>
                <a:gd name="connsiteX5" fmla="*/ 21880 w 480766"/>
                <a:gd name="connsiteY5" fmla="*/ 33967 h 269738"/>
                <a:gd name="connsiteX6" fmla="*/ 272959 w 480766"/>
                <a:gd name="connsiteY6" fmla="*/ 5297 h 269738"/>
                <a:gd name="connsiteX7" fmla="*/ 411167 w 480766"/>
                <a:gd name="connsiteY7" fmla="*/ 14345 h 269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0766" h="269738">
                  <a:moveTo>
                    <a:pt x="411167" y="14345"/>
                  </a:moveTo>
                  <a:cubicBezTo>
                    <a:pt x="456982" y="33300"/>
                    <a:pt x="502321" y="90069"/>
                    <a:pt x="469650" y="139599"/>
                  </a:cubicBezTo>
                  <a:cubicBezTo>
                    <a:pt x="431836" y="187891"/>
                    <a:pt x="364113" y="203702"/>
                    <a:pt x="306011" y="200464"/>
                  </a:cubicBezTo>
                  <a:cubicBezTo>
                    <a:pt x="331538" y="245898"/>
                    <a:pt x="278388" y="278759"/>
                    <a:pt x="238383" y="267520"/>
                  </a:cubicBezTo>
                  <a:cubicBezTo>
                    <a:pt x="147324" y="262281"/>
                    <a:pt x="64933" y="208084"/>
                    <a:pt x="29024" y="121787"/>
                  </a:cubicBezTo>
                  <a:cubicBezTo>
                    <a:pt x="21118" y="99308"/>
                    <a:pt x="-27555" y="33300"/>
                    <a:pt x="21880" y="33967"/>
                  </a:cubicBezTo>
                  <a:cubicBezTo>
                    <a:pt x="106748" y="37491"/>
                    <a:pt x="189806" y="19298"/>
                    <a:pt x="272959" y="5297"/>
                  </a:cubicBezTo>
                  <a:cubicBezTo>
                    <a:pt x="318774" y="-228"/>
                    <a:pt x="368019" y="-6229"/>
                    <a:pt x="411167" y="14345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="" xmlns:a16="http://schemas.microsoft.com/office/drawing/2014/main" id="{F84045D3-87B6-B5C8-6E4B-6F131F8B1F43}"/>
                </a:ext>
              </a:extLst>
            </p:cNvPr>
            <p:cNvSpPr/>
            <p:nvPr/>
          </p:nvSpPr>
          <p:spPr>
            <a:xfrm>
              <a:off x="8146826" y="1609058"/>
              <a:ext cx="405184" cy="300007"/>
            </a:xfrm>
            <a:custGeom>
              <a:avLst/>
              <a:gdLst>
                <a:gd name="connsiteX0" fmla="*/ 385479 w 405184"/>
                <a:gd name="connsiteY0" fmla="*/ 571 h 300007"/>
                <a:gd name="connsiteX1" fmla="*/ 403480 w 405184"/>
                <a:gd name="connsiteY1" fmla="*/ 21621 h 300007"/>
                <a:gd name="connsiteX2" fmla="*/ 122779 w 405184"/>
                <a:gd name="connsiteY2" fmla="*/ 299180 h 300007"/>
                <a:gd name="connsiteX3" fmla="*/ 52294 w 405184"/>
                <a:gd name="connsiteY3" fmla="*/ 210407 h 300007"/>
                <a:gd name="connsiteX4" fmla="*/ 49532 w 405184"/>
                <a:gd name="connsiteY4" fmla="*/ 202501 h 300007"/>
                <a:gd name="connsiteX5" fmla="*/ 49913 w 405184"/>
                <a:gd name="connsiteY5" fmla="*/ 199834 h 300007"/>
                <a:gd name="connsiteX6" fmla="*/ 78011 w 405184"/>
                <a:gd name="connsiteY6" fmla="*/ 34099 h 300007"/>
                <a:gd name="connsiteX7" fmla="*/ 303087 w 405184"/>
                <a:gd name="connsiteY7" fmla="*/ 9334 h 300007"/>
                <a:gd name="connsiteX8" fmla="*/ 385479 w 405184"/>
                <a:gd name="connsiteY8" fmla="*/ 571 h 30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5184" h="300007">
                  <a:moveTo>
                    <a:pt x="385479" y="571"/>
                  </a:moveTo>
                  <a:cubicBezTo>
                    <a:pt x="398718" y="-2762"/>
                    <a:pt x="409481" y="9048"/>
                    <a:pt x="403480" y="21621"/>
                  </a:cubicBezTo>
                  <a:cubicBezTo>
                    <a:pt x="342044" y="127730"/>
                    <a:pt x="270988" y="313944"/>
                    <a:pt x="122779" y="299180"/>
                  </a:cubicBezTo>
                  <a:cubicBezTo>
                    <a:pt x="72582" y="289655"/>
                    <a:pt x="45721" y="259651"/>
                    <a:pt x="52294" y="210407"/>
                  </a:cubicBezTo>
                  <a:cubicBezTo>
                    <a:pt x="50579" y="208216"/>
                    <a:pt x="49532" y="205454"/>
                    <a:pt x="49532" y="202501"/>
                  </a:cubicBezTo>
                  <a:cubicBezTo>
                    <a:pt x="49532" y="201549"/>
                    <a:pt x="49627" y="200692"/>
                    <a:pt x="49913" y="199834"/>
                  </a:cubicBezTo>
                  <a:cubicBezTo>
                    <a:pt x="-33431" y="158210"/>
                    <a:pt x="-4380" y="58007"/>
                    <a:pt x="78011" y="34099"/>
                  </a:cubicBezTo>
                  <a:cubicBezTo>
                    <a:pt x="149544" y="8572"/>
                    <a:pt x="228983" y="14287"/>
                    <a:pt x="303087" y="9334"/>
                  </a:cubicBezTo>
                  <a:cubicBezTo>
                    <a:pt x="330519" y="7048"/>
                    <a:pt x="358332" y="5048"/>
                    <a:pt x="385479" y="571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="" xmlns:a16="http://schemas.microsoft.com/office/drawing/2014/main" id="{4DA7859D-CE4E-9F0E-29EC-8B07836A5F47}"/>
                </a:ext>
              </a:extLst>
            </p:cNvPr>
            <p:cNvSpPr/>
            <p:nvPr/>
          </p:nvSpPr>
          <p:spPr>
            <a:xfrm>
              <a:off x="8131953" y="1849582"/>
              <a:ext cx="376487" cy="315594"/>
            </a:xfrm>
            <a:custGeom>
              <a:avLst/>
              <a:gdLst>
                <a:gd name="connsiteX0" fmla="*/ 369205 w 376487"/>
                <a:gd name="connsiteY0" fmla="*/ 258586 h 315594"/>
                <a:gd name="connsiteX1" fmla="*/ 353679 w 376487"/>
                <a:gd name="connsiteY1" fmla="*/ 315164 h 315594"/>
                <a:gd name="connsiteX2" fmla="*/ 192516 w 376487"/>
                <a:gd name="connsiteY2" fmla="*/ 289161 h 315594"/>
                <a:gd name="connsiteX3" fmla="*/ 70024 w 376487"/>
                <a:gd name="connsiteY3" fmla="*/ 266396 h 315594"/>
                <a:gd name="connsiteX4" fmla="*/ 15 w 376487"/>
                <a:gd name="connsiteY4" fmla="*/ 193339 h 315594"/>
                <a:gd name="connsiteX5" fmla="*/ 30876 w 376487"/>
                <a:gd name="connsiteY5" fmla="*/ 127426 h 315594"/>
                <a:gd name="connsiteX6" fmla="*/ 66119 w 376487"/>
                <a:gd name="connsiteY6" fmla="*/ 100375 h 315594"/>
                <a:gd name="connsiteX7" fmla="*/ 108029 w 376487"/>
                <a:gd name="connsiteY7" fmla="*/ 91422 h 315594"/>
                <a:gd name="connsiteX8" fmla="*/ 120507 w 376487"/>
                <a:gd name="connsiteY8" fmla="*/ 30462 h 315594"/>
                <a:gd name="connsiteX9" fmla="*/ 279384 w 376487"/>
                <a:gd name="connsiteY9" fmla="*/ 58465 h 315594"/>
                <a:gd name="connsiteX10" fmla="*/ 369205 w 376487"/>
                <a:gd name="connsiteY10" fmla="*/ 258681 h 315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6487" h="315594">
                  <a:moveTo>
                    <a:pt x="369205" y="258586"/>
                  </a:moveTo>
                  <a:cubicBezTo>
                    <a:pt x="374634" y="278017"/>
                    <a:pt x="388350" y="320308"/>
                    <a:pt x="353679" y="315164"/>
                  </a:cubicBezTo>
                  <a:cubicBezTo>
                    <a:pt x="300053" y="306211"/>
                    <a:pt x="246427" y="296781"/>
                    <a:pt x="192516" y="289161"/>
                  </a:cubicBezTo>
                  <a:cubicBezTo>
                    <a:pt x="151939" y="283350"/>
                    <a:pt x="109077" y="279445"/>
                    <a:pt x="70024" y="266396"/>
                  </a:cubicBezTo>
                  <a:cubicBezTo>
                    <a:pt x="36210" y="255157"/>
                    <a:pt x="968" y="232868"/>
                    <a:pt x="15" y="193339"/>
                  </a:cubicBezTo>
                  <a:cubicBezTo>
                    <a:pt x="-556" y="168479"/>
                    <a:pt x="14874" y="145238"/>
                    <a:pt x="30876" y="127426"/>
                  </a:cubicBezTo>
                  <a:cubicBezTo>
                    <a:pt x="40782" y="116377"/>
                    <a:pt x="52689" y="106852"/>
                    <a:pt x="66119" y="100375"/>
                  </a:cubicBezTo>
                  <a:cubicBezTo>
                    <a:pt x="70405" y="98280"/>
                    <a:pt x="105362" y="85326"/>
                    <a:pt x="108029" y="91422"/>
                  </a:cubicBezTo>
                  <a:cubicBezTo>
                    <a:pt x="98694" y="70372"/>
                    <a:pt x="106124" y="47131"/>
                    <a:pt x="120507" y="30462"/>
                  </a:cubicBezTo>
                  <a:cubicBezTo>
                    <a:pt x="161274" y="-31832"/>
                    <a:pt x="244522" y="13603"/>
                    <a:pt x="279384" y="58465"/>
                  </a:cubicBezTo>
                  <a:cubicBezTo>
                    <a:pt x="327866" y="114949"/>
                    <a:pt x="349488" y="188291"/>
                    <a:pt x="369205" y="258681"/>
                  </a:cubicBezTo>
                  <a:close/>
                </a:path>
              </a:pathLst>
            </a:custGeom>
            <a:solidFill>
              <a:srgbClr val="6F9C3A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="" xmlns:a16="http://schemas.microsoft.com/office/drawing/2014/main" id="{B51EC0DC-314E-BDCF-ADC4-042F4FFF0F39}"/>
                </a:ext>
              </a:extLst>
            </p:cNvPr>
            <p:cNvSpPr/>
            <p:nvPr/>
          </p:nvSpPr>
          <p:spPr>
            <a:xfrm>
              <a:off x="7553197" y="1759012"/>
              <a:ext cx="534878" cy="331887"/>
            </a:xfrm>
            <a:custGeom>
              <a:avLst/>
              <a:gdLst>
                <a:gd name="connsiteX0" fmla="*/ 498570 w 534878"/>
                <a:gd name="connsiteY0" fmla="*/ 148273 h 331887"/>
                <a:gd name="connsiteX1" fmla="*/ 520287 w 534878"/>
                <a:gd name="connsiteY1" fmla="*/ 250381 h 331887"/>
                <a:gd name="connsiteX2" fmla="*/ 286353 w 534878"/>
                <a:gd name="connsiteY2" fmla="*/ 330772 h 331887"/>
                <a:gd name="connsiteX3" fmla="*/ 259207 w 534878"/>
                <a:gd name="connsiteY3" fmla="*/ 325248 h 331887"/>
                <a:gd name="connsiteX4" fmla="*/ 218726 w 534878"/>
                <a:gd name="connsiteY4" fmla="*/ 326486 h 331887"/>
                <a:gd name="connsiteX5" fmla="*/ 39656 w 534878"/>
                <a:gd name="connsiteY5" fmla="*/ 259144 h 331887"/>
                <a:gd name="connsiteX6" fmla="*/ 9271 w 534878"/>
                <a:gd name="connsiteY6" fmla="*/ 216567 h 331887"/>
                <a:gd name="connsiteX7" fmla="*/ 134430 w 534878"/>
                <a:gd name="connsiteY7" fmla="*/ 119698 h 331887"/>
                <a:gd name="connsiteX8" fmla="*/ 291021 w 534878"/>
                <a:gd name="connsiteY8" fmla="*/ 2255 h 331887"/>
                <a:gd name="connsiteX9" fmla="*/ 424656 w 534878"/>
                <a:gd name="connsiteY9" fmla="*/ 79407 h 331887"/>
                <a:gd name="connsiteX10" fmla="*/ 412083 w 534878"/>
                <a:gd name="connsiteY10" fmla="*/ 149607 h 331887"/>
                <a:gd name="connsiteX11" fmla="*/ 498475 w 534878"/>
                <a:gd name="connsiteY11" fmla="*/ 148178 h 331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4878" h="331887">
                  <a:moveTo>
                    <a:pt x="498570" y="148273"/>
                  </a:moveTo>
                  <a:cubicBezTo>
                    <a:pt x="538004" y="165418"/>
                    <a:pt x="545433" y="217901"/>
                    <a:pt x="520287" y="250381"/>
                  </a:cubicBezTo>
                  <a:cubicBezTo>
                    <a:pt x="464185" y="314675"/>
                    <a:pt x="369030" y="337440"/>
                    <a:pt x="286353" y="330772"/>
                  </a:cubicBezTo>
                  <a:cubicBezTo>
                    <a:pt x="277209" y="329534"/>
                    <a:pt x="268161" y="327629"/>
                    <a:pt x="259207" y="325248"/>
                  </a:cubicBezTo>
                  <a:cubicBezTo>
                    <a:pt x="245110" y="327343"/>
                    <a:pt x="231299" y="327819"/>
                    <a:pt x="218726" y="326486"/>
                  </a:cubicBezTo>
                  <a:cubicBezTo>
                    <a:pt x="155099" y="317628"/>
                    <a:pt x="98330" y="283433"/>
                    <a:pt x="39656" y="259144"/>
                  </a:cubicBezTo>
                  <a:cubicBezTo>
                    <a:pt x="23558" y="252191"/>
                    <a:pt x="-18542" y="236284"/>
                    <a:pt x="9271" y="216567"/>
                  </a:cubicBezTo>
                  <a:cubicBezTo>
                    <a:pt x="55753" y="190659"/>
                    <a:pt x="98806" y="159417"/>
                    <a:pt x="134430" y="119698"/>
                  </a:cubicBezTo>
                  <a:cubicBezTo>
                    <a:pt x="180245" y="73502"/>
                    <a:pt x="224060" y="16542"/>
                    <a:pt x="291021" y="2255"/>
                  </a:cubicBezTo>
                  <a:cubicBezTo>
                    <a:pt x="345313" y="-8889"/>
                    <a:pt x="412559" y="21972"/>
                    <a:pt x="424656" y="79407"/>
                  </a:cubicBezTo>
                  <a:cubicBezTo>
                    <a:pt x="428657" y="103601"/>
                    <a:pt x="421799" y="127318"/>
                    <a:pt x="412083" y="149607"/>
                  </a:cubicBezTo>
                  <a:cubicBezTo>
                    <a:pt x="439991" y="140082"/>
                    <a:pt x="470948" y="135510"/>
                    <a:pt x="498475" y="148178"/>
                  </a:cubicBezTo>
                  <a:close/>
                </a:path>
              </a:pathLst>
            </a:custGeom>
            <a:solidFill>
              <a:srgbClr val="6F9C3A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="" xmlns:a16="http://schemas.microsoft.com/office/drawing/2014/main" id="{4EA92D97-E1E5-528F-697C-4DBBFE989E36}"/>
                </a:ext>
              </a:extLst>
            </p:cNvPr>
            <p:cNvSpPr/>
            <p:nvPr/>
          </p:nvSpPr>
          <p:spPr>
            <a:xfrm>
              <a:off x="7324590" y="2364577"/>
              <a:ext cx="439750" cy="285372"/>
            </a:xfrm>
            <a:custGeom>
              <a:avLst/>
              <a:gdLst>
                <a:gd name="connsiteX0" fmla="*/ 414377 w 439750"/>
                <a:gd name="connsiteY0" fmla="*/ 61154 h 285372"/>
                <a:gd name="connsiteX1" fmla="*/ 401614 w 439750"/>
                <a:gd name="connsiteY1" fmla="*/ 194028 h 285372"/>
                <a:gd name="connsiteX2" fmla="*/ 9279 w 439750"/>
                <a:gd name="connsiteY2" fmla="*/ 285373 h 285372"/>
                <a:gd name="connsiteX3" fmla="*/ 3469 w 439750"/>
                <a:gd name="connsiteY3" fmla="*/ 261179 h 285372"/>
                <a:gd name="connsiteX4" fmla="*/ 46426 w 439750"/>
                <a:gd name="connsiteY4" fmla="*/ 179455 h 285372"/>
                <a:gd name="connsiteX5" fmla="*/ 183110 w 439750"/>
                <a:gd name="connsiteY5" fmla="*/ 7148 h 285372"/>
                <a:gd name="connsiteX6" fmla="*/ 290171 w 439750"/>
                <a:gd name="connsiteY6" fmla="*/ 29341 h 285372"/>
                <a:gd name="connsiteX7" fmla="*/ 347226 w 439750"/>
                <a:gd name="connsiteY7" fmla="*/ 23245 h 285372"/>
                <a:gd name="connsiteX8" fmla="*/ 414472 w 439750"/>
                <a:gd name="connsiteY8" fmla="*/ 61154 h 285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9750" h="285372">
                  <a:moveTo>
                    <a:pt x="414377" y="61154"/>
                  </a:moveTo>
                  <a:cubicBezTo>
                    <a:pt x="449429" y="118495"/>
                    <a:pt x="450858" y="145736"/>
                    <a:pt x="401614" y="194028"/>
                  </a:cubicBezTo>
                  <a:cubicBezTo>
                    <a:pt x="297791" y="295279"/>
                    <a:pt x="141486" y="272419"/>
                    <a:pt x="9279" y="285373"/>
                  </a:cubicBezTo>
                  <a:cubicBezTo>
                    <a:pt x="-1579" y="282325"/>
                    <a:pt x="-2056" y="269180"/>
                    <a:pt x="3469" y="261179"/>
                  </a:cubicBezTo>
                  <a:cubicBezTo>
                    <a:pt x="17280" y="233652"/>
                    <a:pt x="32044" y="206696"/>
                    <a:pt x="46426" y="179455"/>
                  </a:cubicBezTo>
                  <a:cubicBezTo>
                    <a:pt x="82431" y="116399"/>
                    <a:pt x="112339" y="38294"/>
                    <a:pt x="183110" y="7148"/>
                  </a:cubicBezTo>
                  <a:cubicBezTo>
                    <a:pt x="217496" y="-5616"/>
                    <a:pt x="267788" y="-3044"/>
                    <a:pt x="290171" y="29341"/>
                  </a:cubicBezTo>
                  <a:cubicBezTo>
                    <a:pt x="306078" y="19149"/>
                    <a:pt x="328843" y="24197"/>
                    <a:pt x="347226" y="23245"/>
                  </a:cubicBezTo>
                  <a:cubicBezTo>
                    <a:pt x="374848" y="22959"/>
                    <a:pt x="401328" y="36199"/>
                    <a:pt x="414472" y="61154"/>
                  </a:cubicBezTo>
                  <a:close/>
                </a:path>
              </a:pathLst>
            </a:custGeom>
            <a:solidFill>
              <a:srgbClr val="6F9C3A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="" xmlns:a16="http://schemas.microsoft.com/office/drawing/2014/main" id="{31697D5B-6D85-4C42-3FFA-32C17C2B5722}"/>
                </a:ext>
              </a:extLst>
            </p:cNvPr>
            <p:cNvSpPr/>
            <p:nvPr/>
          </p:nvSpPr>
          <p:spPr>
            <a:xfrm>
              <a:off x="7957908" y="2991284"/>
              <a:ext cx="261601" cy="367397"/>
            </a:xfrm>
            <a:custGeom>
              <a:avLst/>
              <a:gdLst>
                <a:gd name="connsiteX0" fmla="*/ 261595 w 261601"/>
                <a:gd name="connsiteY0" fmla="*/ 58811 h 367397"/>
                <a:gd name="connsiteX1" fmla="*/ 233306 w 261601"/>
                <a:gd name="connsiteY1" fmla="*/ 178921 h 367397"/>
                <a:gd name="connsiteX2" fmla="*/ 34043 w 261601"/>
                <a:gd name="connsiteY2" fmla="*/ 351990 h 367397"/>
                <a:gd name="connsiteX3" fmla="*/ 8040 w 261601"/>
                <a:gd name="connsiteY3" fmla="*/ 366373 h 367397"/>
                <a:gd name="connsiteX4" fmla="*/ 134 w 261601"/>
                <a:gd name="connsiteY4" fmla="*/ 352657 h 367397"/>
                <a:gd name="connsiteX5" fmla="*/ 2229 w 261601"/>
                <a:gd name="connsiteY5" fmla="*/ 236928 h 367397"/>
                <a:gd name="connsiteX6" fmla="*/ 128721 w 261601"/>
                <a:gd name="connsiteY6" fmla="*/ 22806 h 367397"/>
                <a:gd name="connsiteX7" fmla="*/ 251308 w 261601"/>
                <a:gd name="connsiteY7" fmla="*/ 21282 h 367397"/>
                <a:gd name="connsiteX8" fmla="*/ 261595 w 261601"/>
                <a:gd name="connsiteY8" fmla="*/ 58811 h 36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601" h="367397">
                  <a:moveTo>
                    <a:pt x="261595" y="58811"/>
                  </a:moveTo>
                  <a:cubicBezTo>
                    <a:pt x="261786" y="100530"/>
                    <a:pt x="257976" y="143774"/>
                    <a:pt x="233306" y="178921"/>
                  </a:cubicBezTo>
                  <a:cubicBezTo>
                    <a:pt x="186538" y="255406"/>
                    <a:pt x="99480" y="295316"/>
                    <a:pt x="34043" y="351990"/>
                  </a:cubicBezTo>
                  <a:cubicBezTo>
                    <a:pt x="25851" y="358086"/>
                    <a:pt x="19660" y="371135"/>
                    <a:pt x="8040" y="366373"/>
                  </a:cubicBezTo>
                  <a:cubicBezTo>
                    <a:pt x="2610" y="363992"/>
                    <a:pt x="-723" y="358467"/>
                    <a:pt x="134" y="352657"/>
                  </a:cubicBezTo>
                  <a:cubicBezTo>
                    <a:pt x="3658" y="314271"/>
                    <a:pt x="2039" y="275409"/>
                    <a:pt x="2229" y="236928"/>
                  </a:cubicBezTo>
                  <a:cubicBezTo>
                    <a:pt x="-1581" y="140059"/>
                    <a:pt x="-10629" y="1851"/>
                    <a:pt x="128721" y="22806"/>
                  </a:cubicBezTo>
                  <a:cubicBezTo>
                    <a:pt x="159678" y="-4531"/>
                    <a:pt x="221590" y="-9960"/>
                    <a:pt x="251308" y="21282"/>
                  </a:cubicBezTo>
                  <a:cubicBezTo>
                    <a:pt x="258833" y="32045"/>
                    <a:pt x="261500" y="45856"/>
                    <a:pt x="261595" y="58811"/>
                  </a:cubicBezTo>
                  <a:close/>
                </a:path>
              </a:pathLst>
            </a:custGeom>
            <a:solidFill>
              <a:srgbClr val="6F9C3A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417" name="Graphic 1414">
            <a:extLst>
              <a:ext uri="{FF2B5EF4-FFF2-40B4-BE49-F238E27FC236}">
                <a16:creationId xmlns="" xmlns:a16="http://schemas.microsoft.com/office/drawing/2014/main" id="{0B862F79-B6CE-BFA6-DF74-CE96DCEA377E}"/>
              </a:ext>
            </a:extLst>
          </p:cNvPr>
          <p:cNvGrpSpPr/>
          <p:nvPr/>
        </p:nvGrpSpPr>
        <p:grpSpPr>
          <a:xfrm>
            <a:off x="8289445" y="4317907"/>
            <a:ext cx="1289874" cy="2080707"/>
            <a:chOff x="2019368" y="723833"/>
            <a:chExt cx="2983003" cy="4811906"/>
          </a:xfrm>
        </p:grpSpPr>
        <p:sp>
          <p:nvSpPr>
            <p:cNvPr id="1418" name="Freeform: Shape 1417">
              <a:extLst>
                <a:ext uri="{FF2B5EF4-FFF2-40B4-BE49-F238E27FC236}">
                  <a16:creationId xmlns="" xmlns:a16="http://schemas.microsoft.com/office/drawing/2014/main" id="{D3783AC4-0EEE-1855-1FAD-C5B941E8D0A9}"/>
                </a:ext>
              </a:extLst>
            </p:cNvPr>
            <p:cNvSpPr/>
            <p:nvPr/>
          </p:nvSpPr>
          <p:spPr>
            <a:xfrm>
              <a:off x="3372870" y="1669279"/>
              <a:ext cx="88396" cy="468879"/>
            </a:xfrm>
            <a:custGeom>
              <a:avLst/>
              <a:gdLst>
                <a:gd name="connsiteX0" fmla="*/ 70893 w 88396"/>
                <a:gd name="connsiteY0" fmla="*/ 468702 h 468879"/>
                <a:gd name="connsiteX1" fmla="*/ 61654 w 88396"/>
                <a:gd name="connsiteY1" fmla="*/ 440984 h 468879"/>
                <a:gd name="connsiteX2" fmla="*/ 49748 w 88396"/>
                <a:gd name="connsiteY2" fmla="*/ 212575 h 468879"/>
                <a:gd name="connsiteX3" fmla="*/ 503 w 88396"/>
                <a:gd name="connsiteY3" fmla="*/ 14931 h 468879"/>
                <a:gd name="connsiteX4" fmla="*/ 23554 w 88396"/>
                <a:gd name="connsiteY4" fmla="*/ 8549 h 468879"/>
                <a:gd name="connsiteX5" fmla="*/ 60225 w 88396"/>
                <a:gd name="connsiteY5" fmla="*/ 154472 h 468879"/>
                <a:gd name="connsiteX6" fmla="*/ 85562 w 88396"/>
                <a:gd name="connsiteY6" fmla="*/ 441937 h 468879"/>
                <a:gd name="connsiteX7" fmla="*/ 70988 w 88396"/>
                <a:gd name="connsiteY7" fmla="*/ 468797 h 468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96" h="468879">
                  <a:moveTo>
                    <a:pt x="70893" y="468702"/>
                  </a:moveTo>
                  <a:cubicBezTo>
                    <a:pt x="56987" y="466511"/>
                    <a:pt x="61273" y="450795"/>
                    <a:pt x="61654" y="440984"/>
                  </a:cubicBezTo>
                  <a:cubicBezTo>
                    <a:pt x="67083" y="364499"/>
                    <a:pt x="64988" y="287632"/>
                    <a:pt x="49748" y="212575"/>
                  </a:cubicBezTo>
                  <a:cubicBezTo>
                    <a:pt x="36794" y="145709"/>
                    <a:pt x="7742" y="82939"/>
                    <a:pt x="503" y="14931"/>
                  </a:cubicBezTo>
                  <a:cubicBezTo>
                    <a:pt x="-3688" y="167"/>
                    <a:pt x="19553" y="-6596"/>
                    <a:pt x="23554" y="8549"/>
                  </a:cubicBezTo>
                  <a:cubicBezTo>
                    <a:pt x="29650" y="58651"/>
                    <a:pt x="45366" y="106466"/>
                    <a:pt x="60225" y="154472"/>
                  </a:cubicBezTo>
                  <a:cubicBezTo>
                    <a:pt x="87086" y="246960"/>
                    <a:pt x="92705" y="346687"/>
                    <a:pt x="85562" y="441937"/>
                  </a:cubicBezTo>
                  <a:cubicBezTo>
                    <a:pt x="84895" y="452605"/>
                    <a:pt x="86324" y="470226"/>
                    <a:pt x="70988" y="468797"/>
                  </a:cubicBezTo>
                  <a:close/>
                </a:path>
              </a:pathLst>
            </a:custGeom>
            <a:solidFill>
              <a:srgbClr val="354D1A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="" xmlns:a16="http://schemas.microsoft.com/office/drawing/2014/main" id="{94502792-B027-33D6-75DD-5D4751FC0F0F}"/>
                </a:ext>
              </a:extLst>
            </p:cNvPr>
            <p:cNvSpPr/>
            <p:nvPr/>
          </p:nvSpPr>
          <p:spPr>
            <a:xfrm>
              <a:off x="3460431" y="1624774"/>
              <a:ext cx="109082" cy="466808"/>
            </a:xfrm>
            <a:custGeom>
              <a:avLst/>
              <a:gdLst>
                <a:gd name="connsiteX0" fmla="*/ 96 w 109082"/>
                <a:gd name="connsiteY0" fmla="*/ 456438 h 466808"/>
                <a:gd name="connsiteX1" fmla="*/ 84393 w 109082"/>
                <a:gd name="connsiteY1" fmla="*/ 9811 h 466808"/>
                <a:gd name="connsiteX2" fmla="*/ 96870 w 109082"/>
                <a:gd name="connsiteY2" fmla="*/ 0 h 466808"/>
                <a:gd name="connsiteX3" fmla="*/ 104205 w 109082"/>
                <a:gd name="connsiteY3" fmla="*/ 26479 h 466808"/>
                <a:gd name="connsiteX4" fmla="*/ 25242 w 109082"/>
                <a:gd name="connsiteY4" fmla="*/ 456343 h 466808"/>
                <a:gd name="connsiteX5" fmla="*/ 1 w 109082"/>
                <a:gd name="connsiteY5" fmla="*/ 456343 h 466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082" h="466808">
                  <a:moveTo>
                    <a:pt x="96" y="456438"/>
                  </a:moveTo>
                  <a:cubicBezTo>
                    <a:pt x="9145" y="305086"/>
                    <a:pt x="7145" y="149352"/>
                    <a:pt x="84393" y="9811"/>
                  </a:cubicBezTo>
                  <a:cubicBezTo>
                    <a:pt x="85155" y="4381"/>
                    <a:pt x="90393" y="0"/>
                    <a:pt x="96870" y="0"/>
                  </a:cubicBezTo>
                  <a:cubicBezTo>
                    <a:pt x="113920" y="857"/>
                    <a:pt x="109824" y="17431"/>
                    <a:pt x="104205" y="26479"/>
                  </a:cubicBezTo>
                  <a:cubicBezTo>
                    <a:pt x="29719" y="160496"/>
                    <a:pt x="35148" y="311563"/>
                    <a:pt x="25242" y="456343"/>
                  </a:cubicBezTo>
                  <a:cubicBezTo>
                    <a:pt x="25242" y="470154"/>
                    <a:pt x="-189" y="470440"/>
                    <a:pt x="1" y="456343"/>
                  </a:cubicBezTo>
                  <a:close/>
                </a:path>
              </a:pathLst>
            </a:custGeom>
            <a:solidFill>
              <a:srgbClr val="354D1A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="" xmlns:a16="http://schemas.microsoft.com/office/drawing/2014/main" id="{D5C59A74-DF06-789B-A53F-AC3278A5FDBE}"/>
                </a:ext>
              </a:extLst>
            </p:cNvPr>
            <p:cNvSpPr/>
            <p:nvPr/>
          </p:nvSpPr>
          <p:spPr>
            <a:xfrm>
              <a:off x="3461443" y="1964531"/>
              <a:ext cx="312420" cy="464722"/>
            </a:xfrm>
            <a:custGeom>
              <a:avLst/>
              <a:gdLst>
                <a:gd name="connsiteX0" fmla="*/ 8800 w 312420"/>
                <a:gd name="connsiteY0" fmla="*/ 464344 h 464722"/>
                <a:gd name="connsiteX1" fmla="*/ 418 w 312420"/>
                <a:gd name="connsiteY1" fmla="*/ 449580 h 464722"/>
                <a:gd name="connsiteX2" fmla="*/ 36041 w 312420"/>
                <a:gd name="connsiteY2" fmla="*/ 330232 h 464722"/>
                <a:gd name="connsiteX3" fmla="*/ 184822 w 312420"/>
                <a:gd name="connsiteY3" fmla="*/ 84772 h 464722"/>
                <a:gd name="connsiteX4" fmla="*/ 300741 w 312420"/>
                <a:gd name="connsiteY4" fmla="*/ 0 h 464722"/>
                <a:gd name="connsiteX5" fmla="*/ 298074 w 312420"/>
                <a:gd name="connsiteY5" fmla="*/ 23908 h 464722"/>
                <a:gd name="connsiteX6" fmla="*/ 217588 w 312420"/>
                <a:gd name="connsiteY6" fmla="*/ 85344 h 464722"/>
                <a:gd name="connsiteX7" fmla="*/ 64521 w 312420"/>
                <a:gd name="connsiteY7" fmla="*/ 320897 h 464722"/>
                <a:gd name="connsiteX8" fmla="*/ 64902 w 312420"/>
                <a:gd name="connsiteY8" fmla="*/ 319850 h 464722"/>
                <a:gd name="connsiteX9" fmla="*/ 23468 w 312420"/>
                <a:gd name="connsiteY9" fmla="*/ 455962 h 464722"/>
                <a:gd name="connsiteX10" fmla="*/ 8800 w 312420"/>
                <a:gd name="connsiteY10" fmla="*/ 464344 h 464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2420" h="464722">
                  <a:moveTo>
                    <a:pt x="8800" y="464344"/>
                  </a:moveTo>
                  <a:cubicBezTo>
                    <a:pt x="2418" y="462629"/>
                    <a:pt x="-1297" y="455867"/>
                    <a:pt x="418" y="449580"/>
                  </a:cubicBezTo>
                  <a:cubicBezTo>
                    <a:pt x="11371" y="410242"/>
                    <a:pt x="23468" y="368237"/>
                    <a:pt x="36041" y="330232"/>
                  </a:cubicBezTo>
                  <a:cubicBezTo>
                    <a:pt x="64997" y="237839"/>
                    <a:pt x="117956" y="154114"/>
                    <a:pt x="184822" y="84772"/>
                  </a:cubicBezTo>
                  <a:cubicBezTo>
                    <a:pt x="219112" y="53054"/>
                    <a:pt x="251973" y="7144"/>
                    <a:pt x="300741" y="0"/>
                  </a:cubicBezTo>
                  <a:cubicBezTo>
                    <a:pt x="318076" y="857"/>
                    <a:pt x="315219" y="26194"/>
                    <a:pt x="298074" y="23908"/>
                  </a:cubicBezTo>
                  <a:cubicBezTo>
                    <a:pt x="265594" y="34671"/>
                    <a:pt x="242067" y="62579"/>
                    <a:pt x="217588" y="85344"/>
                  </a:cubicBezTo>
                  <a:cubicBezTo>
                    <a:pt x="150246" y="152114"/>
                    <a:pt x="95191" y="230981"/>
                    <a:pt x="64521" y="320897"/>
                  </a:cubicBezTo>
                  <a:cubicBezTo>
                    <a:pt x="64616" y="320516"/>
                    <a:pt x="64711" y="320230"/>
                    <a:pt x="64902" y="319850"/>
                  </a:cubicBezTo>
                  <a:cubicBezTo>
                    <a:pt x="49281" y="364522"/>
                    <a:pt x="36136" y="410146"/>
                    <a:pt x="23468" y="455962"/>
                  </a:cubicBezTo>
                  <a:cubicBezTo>
                    <a:pt x="21754" y="462248"/>
                    <a:pt x="14896" y="465963"/>
                    <a:pt x="8800" y="464344"/>
                  </a:cubicBezTo>
                  <a:close/>
                </a:path>
              </a:pathLst>
            </a:custGeom>
            <a:solidFill>
              <a:srgbClr val="354D1A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="" xmlns:a16="http://schemas.microsoft.com/office/drawing/2014/main" id="{274A91DD-E7BB-981F-165A-0298BC0C2ADB}"/>
                </a:ext>
              </a:extLst>
            </p:cNvPr>
            <p:cNvSpPr/>
            <p:nvPr/>
          </p:nvSpPr>
          <p:spPr>
            <a:xfrm>
              <a:off x="3191061" y="2046504"/>
              <a:ext cx="353732" cy="2187684"/>
            </a:xfrm>
            <a:custGeom>
              <a:avLst/>
              <a:gdLst>
                <a:gd name="connsiteX0" fmla="*/ 29626 w 353732"/>
                <a:gd name="connsiteY0" fmla="*/ 2179643 h 2187684"/>
                <a:gd name="connsiteX1" fmla="*/ 3909 w 353732"/>
                <a:gd name="connsiteY1" fmla="*/ 2054675 h 2187684"/>
                <a:gd name="connsiteX2" fmla="*/ 5433 w 353732"/>
                <a:gd name="connsiteY2" fmla="*/ 1831219 h 2187684"/>
                <a:gd name="connsiteX3" fmla="*/ 105160 w 353732"/>
                <a:gd name="connsiteY3" fmla="*/ 1306296 h 2187684"/>
                <a:gd name="connsiteX4" fmla="*/ 181645 w 353732"/>
                <a:gd name="connsiteY4" fmla="*/ 1095698 h 2187684"/>
                <a:gd name="connsiteX5" fmla="*/ 180788 w 353732"/>
                <a:gd name="connsiteY5" fmla="*/ 1098175 h 2187684"/>
                <a:gd name="connsiteX6" fmla="*/ 180598 w 353732"/>
                <a:gd name="connsiteY6" fmla="*/ 1098651 h 2187684"/>
                <a:gd name="connsiteX7" fmla="*/ 303470 w 353732"/>
                <a:gd name="connsiteY7" fmla="*/ 543439 h 2187684"/>
                <a:gd name="connsiteX8" fmla="*/ 284896 w 353732"/>
                <a:gd name="connsiteY8" fmla="*/ 23469 h 2187684"/>
                <a:gd name="connsiteX9" fmla="*/ 332712 w 353732"/>
                <a:gd name="connsiteY9" fmla="*/ 23469 h 2187684"/>
                <a:gd name="connsiteX10" fmla="*/ 353286 w 353732"/>
                <a:gd name="connsiteY10" fmla="*/ 496766 h 2187684"/>
                <a:gd name="connsiteX11" fmla="*/ 150403 w 353732"/>
                <a:gd name="connsiteY11" fmla="*/ 1321345 h 2187684"/>
                <a:gd name="connsiteX12" fmla="*/ 151451 w 353732"/>
                <a:gd name="connsiteY12" fmla="*/ 1318393 h 2187684"/>
                <a:gd name="connsiteX13" fmla="*/ 65155 w 353732"/>
                <a:gd name="connsiteY13" fmla="*/ 2144020 h 2187684"/>
                <a:gd name="connsiteX14" fmla="*/ 29531 w 353732"/>
                <a:gd name="connsiteY14" fmla="*/ 2179739 h 2187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3732" h="2187684">
                  <a:moveTo>
                    <a:pt x="29626" y="2179643"/>
                  </a:moveTo>
                  <a:cubicBezTo>
                    <a:pt x="8290" y="2143162"/>
                    <a:pt x="9243" y="2096014"/>
                    <a:pt x="3909" y="2054675"/>
                  </a:cubicBezTo>
                  <a:cubicBezTo>
                    <a:pt x="-2473" y="1981142"/>
                    <a:pt x="-377" y="1904085"/>
                    <a:pt x="5433" y="1831219"/>
                  </a:cubicBezTo>
                  <a:cubicBezTo>
                    <a:pt x="20197" y="1655006"/>
                    <a:pt x="47819" y="1472793"/>
                    <a:pt x="105160" y="1306296"/>
                  </a:cubicBezTo>
                  <a:cubicBezTo>
                    <a:pt x="129544" y="1234192"/>
                    <a:pt x="156214" y="1166850"/>
                    <a:pt x="181645" y="1095698"/>
                  </a:cubicBezTo>
                  <a:cubicBezTo>
                    <a:pt x="181360" y="1096460"/>
                    <a:pt x="181074" y="1097317"/>
                    <a:pt x="180788" y="1098175"/>
                  </a:cubicBezTo>
                  <a:lnTo>
                    <a:pt x="180598" y="1098651"/>
                  </a:lnTo>
                  <a:cubicBezTo>
                    <a:pt x="244987" y="917200"/>
                    <a:pt x="288421" y="733748"/>
                    <a:pt x="303470" y="543439"/>
                  </a:cubicBezTo>
                  <a:cubicBezTo>
                    <a:pt x="312709" y="369893"/>
                    <a:pt x="293088" y="196633"/>
                    <a:pt x="284896" y="23469"/>
                  </a:cubicBezTo>
                  <a:cubicBezTo>
                    <a:pt x="285277" y="-7297"/>
                    <a:pt x="331569" y="-8345"/>
                    <a:pt x="332712" y="23469"/>
                  </a:cubicBezTo>
                  <a:cubicBezTo>
                    <a:pt x="340427" y="181203"/>
                    <a:pt x="356620" y="338746"/>
                    <a:pt x="353286" y="496766"/>
                  </a:cubicBezTo>
                  <a:cubicBezTo>
                    <a:pt x="345666" y="782135"/>
                    <a:pt x="249559" y="1058074"/>
                    <a:pt x="150403" y="1321345"/>
                  </a:cubicBezTo>
                  <a:cubicBezTo>
                    <a:pt x="150784" y="1320298"/>
                    <a:pt x="151070" y="1319440"/>
                    <a:pt x="151451" y="1318393"/>
                  </a:cubicBezTo>
                  <a:cubicBezTo>
                    <a:pt x="76108" y="1547945"/>
                    <a:pt x="17625" y="1907038"/>
                    <a:pt x="65155" y="2144020"/>
                  </a:cubicBezTo>
                  <a:cubicBezTo>
                    <a:pt x="89158" y="2166689"/>
                    <a:pt x="52677" y="2204123"/>
                    <a:pt x="29531" y="2179739"/>
                  </a:cubicBezTo>
                  <a:close/>
                </a:path>
              </a:pathLst>
            </a:custGeom>
            <a:solidFill>
              <a:srgbClr val="3A571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="" xmlns:a16="http://schemas.microsoft.com/office/drawing/2014/main" id="{88011105-9F77-BD1F-BA65-150E57318DC6}"/>
                </a:ext>
              </a:extLst>
            </p:cNvPr>
            <p:cNvSpPr/>
            <p:nvPr/>
          </p:nvSpPr>
          <p:spPr>
            <a:xfrm>
              <a:off x="3323035" y="2130742"/>
              <a:ext cx="202213" cy="2113185"/>
            </a:xfrm>
            <a:custGeom>
              <a:avLst/>
              <a:gdLst>
                <a:gd name="connsiteX0" fmla="*/ 35384 w 202213"/>
                <a:gd name="connsiteY0" fmla="*/ 2111026 h 2113185"/>
                <a:gd name="connsiteX1" fmla="*/ 13096 w 202213"/>
                <a:gd name="connsiteY1" fmla="*/ 2053114 h 2113185"/>
                <a:gd name="connsiteX2" fmla="*/ 6238 w 202213"/>
                <a:gd name="connsiteY2" fmla="*/ 1976247 h 2113185"/>
                <a:gd name="connsiteX3" fmla="*/ 127301 w 202213"/>
                <a:gd name="connsiteY3" fmla="*/ 1116616 h 2113185"/>
                <a:gd name="connsiteX4" fmla="*/ 143017 w 202213"/>
                <a:gd name="connsiteY4" fmla="*/ 552069 h 2113185"/>
                <a:gd name="connsiteX5" fmla="*/ 99392 w 202213"/>
                <a:gd name="connsiteY5" fmla="*/ 128016 h 2113185"/>
                <a:gd name="connsiteX6" fmla="*/ 93201 w 202213"/>
                <a:gd name="connsiteY6" fmla="*/ 23908 h 2113185"/>
                <a:gd name="connsiteX7" fmla="*/ 117109 w 202213"/>
                <a:gd name="connsiteY7" fmla="*/ 0 h 2113185"/>
                <a:gd name="connsiteX8" fmla="*/ 141016 w 202213"/>
                <a:gd name="connsiteY8" fmla="*/ 23908 h 2113185"/>
                <a:gd name="connsiteX9" fmla="*/ 153780 w 202213"/>
                <a:gd name="connsiteY9" fmla="*/ 242125 h 2113185"/>
                <a:gd name="connsiteX10" fmla="*/ 190832 w 202213"/>
                <a:gd name="connsiteY10" fmla="*/ 550069 h 2113185"/>
                <a:gd name="connsiteX11" fmla="*/ 176926 w 202213"/>
                <a:gd name="connsiteY11" fmla="*/ 1105852 h 2113185"/>
                <a:gd name="connsiteX12" fmla="*/ 48814 w 202213"/>
                <a:gd name="connsiteY12" fmla="*/ 1828610 h 2113185"/>
                <a:gd name="connsiteX13" fmla="*/ 54339 w 202213"/>
                <a:gd name="connsiteY13" fmla="*/ 1980724 h 2113185"/>
                <a:gd name="connsiteX14" fmla="*/ 65483 w 202213"/>
                <a:gd name="connsiteY14" fmla="*/ 2077212 h 2113185"/>
                <a:gd name="connsiteX15" fmla="*/ 35384 w 202213"/>
                <a:gd name="connsiteY15" fmla="*/ 2110931 h 2113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213" h="2113185">
                  <a:moveTo>
                    <a:pt x="35384" y="2111026"/>
                  </a:moveTo>
                  <a:cubicBezTo>
                    <a:pt x="14620" y="2100739"/>
                    <a:pt x="16810" y="2072735"/>
                    <a:pt x="13096" y="2053114"/>
                  </a:cubicBezTo>
                  <a:cubicBezTo>
                    <a:pt x="9857" y="2025586"/>
                    <a:pt x="7762" y="2001107"/>
                    <a:pt x="6238" y="1976247"/>
                  </a:cubicBezTo>
                  <a:cubicBezTo>
                    <a:pt x="-27862" y="1682210"/>
                    <a:pt x="87105" y="1403509"/>
                    <a:pt x="127301" y="1116616"/>
                  </a:cubicBezTo>
                  <a:cubicBezTo>
                    <a:pt x="152827" y="930497"/>
                    <a:pt x="165115" y="738378"/>
                    <a:pt x="143017" y="552069"/>
                  </a:cubicBezTo>
                  <a:cubicBezTo>
                    <a:pt x="124252" y="411194"/>
                    <a:pt x="103393" y="270129"/>
                    <a:pt x="99392" y="128016"/>
                  </a:cubicBezTo>
                  <a:cubicBezTo>
                    <a:pt x="97392" y="93345"/>
                    <a:pt x="95487" y="58674"/>
                    <a:pt x="93201" y="23908"/>
                  </a:cubicBezTo>
                  <a:cubicBezTo>
                    <a:pt x="92439" y="10858"/>
                    <a:pt x="104726" y="0"/>
                    <a:pt x="117109" y="0"/>
                  </a:cubicBezTo>
                  <a:cubicBezTo>
                    <a:pt x="130158" y="0"/>
                    <a:pt x="141016" y="10954"/>
                    <a:pt x="141016" y="23908"/>
                  </a:cubicBezTo>
                  <a:cubicBezTo>
                    <a:pt x="145779" y="96298"/>
                    <a:pt x="148827" y="169926"/>
                    <a:pt x="153780" y="242125"/>
                  </a:cubicBezTo>
                  <a:cubicBezTo>
                    <a:pt x="160447" y="345377"/>
                    <a:pt x="179307" y="447294"/>
                    <a:pt x="190832" y="550069"/>
                  </a:cubicBezTo>
                  <a:cubicBezTo>
                    <a:pt x="212168" y="734949"/>
                    <a:pt x="201214" y="921830"/>
                    <a:pt x="176926" y="1105852"/>
                  </a:cubicBezTo>
                  <a:cubicBezTo>
                    <a:pt x="148541" y="1349311"/>
                    <a:pt x="54339" y="1582579"/>
                    <a:pt x="48814" y="1828610"/>
                  </a:cubicBezTo>
                  <a:cubicBezTo>
                    <a:pt x="47957" y="1878616"/>
                    <a:pt x="51005" y="1931860"/>
                    <a:pt x="54339" y="1980724"/>
                  </a:cubicBezTo>
                  <a:cubicBezTo>
                    <a:pt x="56911" y="2012918"/>
                    <a:pt x="58530" y="2045589"/>
                    <a:pt x="65483" y="2077212"/>
                  </a:cubicBezTo>
                  <a:cubicBezTo>
                    <a:pt x="77104" y="2095500"/>
                    <a:pt x="55196" y="2120932"/>
                    <a:pt x="35384" y="2110931"/>
                  </a:cubicBezTo>
                  <a:close/>
                </a:path>
              </a:pathLst>
            </a:custGeom>
            <a:solidFill>
              <a:srgbClr val="3A571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="" xmlns:a16="http://schemas.microsoft.com/office/drawing/2014/main" id="{B776298F-B211-F541-7281-4D1C13FED171}"/>
                </a:ext>
              </a:extLst>
            </p:cNvPr>
            <p:cNvSpPr/>
            <p:nvPr/>
          </p:nvSpPr>
          <p:spPr>
            <a:xfrm>
              <a:off x="3328852" y="2254283"/>
              <a:ext cx="278792" cy="1916191"/>
            </a:xfrm>
            <a:custGeom>
              <a:avLst/>
              <a:gdLst>
                <a:gd name="connsiteX0" fmla="*/ 179491 w 278792"/>
                <a:gd name="connsiteY0" fmla="*/ 1909285 h 1916191"/>
                <a:gd name="connsiteX1" fmla="*/ 181015 w 278792"/>
                <a:gd name="connsiteY1" fmla="*/ 1821274 h 1916191"/>
                <a:gd name="connsiteX2" fmla="*/ 217305 w 278792"/>
                <a:gd name="connsiteY2" fmla="*/ 1580863 h 1916191"/>
                <a:gd name="connsiteX3" fmla="*/ 169680 w 278792"/>
                <a:gd name="connsiteY3" fmla="*/ 889729 h 1916191"/>
                <a:gd name="connsiteX4" fmla="*/ 1374 w 278792"/>
                <a:gd name="connsiteY4" fmla="*/ 317752 h 1916191"/>
                <a:gd name="connsiteX5" fmla="*/ 50618 w 278792"/>
                <a:gd name="connsiteY5" fmla="*/ 17524 h 1916191"/>
                <a:gd name="connsiteX6" fmla="*/ 80050 w 278792"/>
                <a:gd name="connsiteY6" fmla="*/ 856 h 1916191"/>
                <a:gd name="connsiteX7" fmla="*/ 96719 w 278792"/>
                <a:gd name="connsiteY7" fmla="*/ 30288 h 1916191"/>
                <a:gd name="connsiteX8" fmla="*/ 48237 w 278792"/>
                <a:gd name="connsiteY8" fmla="*/ 279271 h 1916191"/>
                <a:gd name="connsiteX9" fmla="*/ 197303 w 278792"/>
                <a:gd name="connsiteY9" fmla="*/ 812671 h 1916191"/>
                <a:gd name="connsiteX10" fmla="*/ 273693 w 278792"/>
                <a:gd name="connsiteY10" fmla="*/ 1199386 h 1916191"/>
                <a:gd name="connsiteX11" fmla="*/ 242261 w 278792"/>
                <a:gd name="connsiteY11" fmla="*/ 1749265 h 1916191"/>
                <a:gd name="connsiteX12" fmla="*/ 220258 w 278792"/>
                <a:gd name="connsiteY12" fmla="*/ 1892426 h 1916191"/>
                <a:gd name="connsiteX13" fmla="*/ 179491 w 278792"/>
                <a:gd name="connsiteY13" fmla="*/ 1909285 h 1916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8792" h="1916191">
                  <a:moveTo>
                    <a:pt x="179491" y="1909285"/>
                  </a:moveTo>
                  <a:cubicBezTo>
                    <a:pt x="162632" y="1885853"/>
                    <a:pt x="179491" y="1848229"/>
                    <a:pt x="181015" y="1821274"/>
                  </a:cubicBezTo>
                  <a:cubicBezTo>
                    <a:pt x="195779" y="1741550"/>
                    <a:pt x="208828" y="1661539"/>
                    <a:pt x="217305" y="1580863"/>
                  </a:cubicBezTo>
                  <a:cubicBezTo>
                    <a:pt x="246547" y="1349691"/>
                    <a:pt x="230545" y="1114328"/>
                    <a:pt x="169680" y="889729"/>
                  </a:cubicBezTo>
                  <a:cubicBezTo>
                    <a:pt x="123770" y="694561"/>
                    <a:pt x="10899" y="520349"/>
                    <a:pt x="1374" y="317752"/>
                  </a:cubicBezTo>
                  <a:cubicBezTo>
                    <a:pt x="-6723" y="215073"/>
                    <a:pt x="22424" y="115156"/>
                    <a:pt x="50618" y="17524"/>
                  </a:cubicBezTo>
                  <a:cubicBezTo>
                    <a:pt x="54333" y="5047"/>
                    <a:pt x="67382" y="-2669"/>
                    <a:pt x="80050" y="856"/>
                  </a:cubicBezTo>
                  <a:cubicBezTo>
                    <a:pt x="92433" y="4285"/>
                    <a:pt x="100434" y="17810"/>
                    <a:pt x="96719" y="30288"/>
                  </a:cubicBezTo>
                  <a:cubicBezTo>
                    <a:pt x="74145" y="111631"/>
                    <a:pt x="47570" y="193927"/>
                    <a:pt x="48237" y="279271"/>
                  </a:cubicBezTo>
                  <a:cubicBezTo>
                    <a:pt x="44808" y="468914"/>
                    <a:pt x="146249" y="635125"/>
                    <a:pt x="197303" y="812671"/>
                  </a:cubicBezTo>
                  <a:cubicBezTo>
                    <a:pt x="233212" y="938878"/>
                    <a:pt x="263597" y="1068227"/>
                    <a:pt x="273693" y="1199386"/>
                  </a:cubicBezTo>
                  <a:cubicBezTo>
                    <a:pt x="287124" y="1383219"/>
                    <a:pt x="273122" y="1567813"/>
                    <a:pt x="242261" y="1749265"/>
                  </a:cubicBezTo>
                  <a:cubicBezTo>
                    <a:pt x="234736" y="1796890"/>
                    <a:pt x="222639" y="1844229"/>
                    <a:pt x="220258" y="1892426"/>
                  </a:cubicBezTo>
                  <a:cubicBezTo>
                    <a:pt x="221497" y="1912809"/>
                    <a:pt x="193302" y="1924429"/>
                    <a:pt x="179491" y="1909285"/>
                  </a:cubicBezTo>
                  <a:close/>
                </a:path>
              </a:pathLst>
            </a:custGeom>
            <a:solidFill>
              <a:srgbClr val="3A571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="" xmlns:a16="http://schemas.microsoft.com/office/drawing/2014/main" id="{763A6D6A-4A99-C18A-DB42-BFE461353C3A}"/>
                </a:ext>
              </a:extLst>
            </p:cNvPr>
            <p:cNvSpPr/>
            <p:nvPr/>
          </p:nvSpPr>
          <p:spPr>
            <a:xfrm>
              <a:off x="3346220" y="2294058"/>
              <a:ext cx="410756" cy="1947251"/>
            </a:xfrm>
            <a:custGeom>
              <a:avLst/>
              <a:gdLst>
                <a:gd name="connsiteX0" fmla="*/ 385674 w 410756"/>
                <a:gd name="connsiteY0" fmla="*/ 1947234 h 1947251"/>
                <a:gd name="connsiteX1" fmla="*/ 359576 w 410756"/>
                <a:gd name="connsiteY1" fmla="*/ 1847793 h 1947251"/>
                <a:gd name="connsiteX2" fmla="*/ 361005 w 410756"/>
                <a:gd name="connsiteY2" fmla="*/ 1616811 h 1947251"/>
                <a:gd name="connsiteX3" fmla="*/ 279090 w 410756"/>
                <a:gd name="connsiteY3" fmla="*/ 1053122 h 1947251"/>
                <a:gd name="connsiteX4" fmla="*/ 124499 w 410756"/>
                <a:gd name="connsiteY4" fmla="*/ 726605 h 1947251"/>
                <a:gd name="connsiteX5" fmla="*/ 674 w 410756"/>
                <a:gd name="connsiteY5" fmla="*/ 349986 h 1947251"/>
                <a:gd name="connsiteX6" fmla="*/ 52395 w 410756"/>
                <a:gd name="connsiteY6" fmla="*/ 49949 h 1947251"/>
                <a:gd name="connsiteX7" fmla="*/ 95829 w 410756"/>
                <a:gd name="connsiteY7" fmla="*/ 1943 h 1947251"/>
                <a:gd name="connsiteX8" fmla="*/ 106973 w 410756"/>
                <a:gd name="connsiteY8" fmla="*/ 37662 h 1947251"/>
                <a:gd name="connsiteX9" fmla="*/ 55157 w 410756"/>
                <a:gd name="connsiteY9" fmla="*/ 230257 h 1947251"/>
                <a:gd name="connsiteX10" fmla="*/ 122975 w 410756"/>
                <a:gd name="connsiteY10" fmla="*/ 628402 h 1947251"/>
                <a:gd name="connsiteX11" fmla="*/ 329858 w 410756"/>
                <a:gd name="connsiteY11" fmla="*/ 1054455 h 1947251"/>
                <a:gd name="connsiteX12" fmla="*/ 408820 w 410756"/>
                <a:gd name="connsiteY12" fmla="*/ 1753781 h 1947251"/>
                <a:gd name="connsiteX13" fmla="*/ 408153 w 410756"/>
                <a:gd name="connsiteY13" fmla="*/ 1908848 h 1947251"/>
                <a:gd name="connsiteX14" fmla="*/ 385770 w 410756"/>
                <a:gd name="connsiteY14" fmla="*/ 1947234 h 194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0756" h="1947251">
                  <a:moveTo>
                    <a:pt x="385674" y="1947234"/>
                  </a:moveTo>
                  <a:cubicBezTo>
                    <a:pt x="346050" y="1946472"/>
                    <a:pt x="363481" y="1874558"/>
                    <a:pt x="359576" y="1847793"/>
                  </a:cubicBezTo>
                  <a:cubicBezTo>
                    <a:pt x="360624" y="1770831"/>
                    <a:pt x="361957" y="1693869"/>
                    <a:pt x="361005" y="1616811"/>
                  </a:cubicBezTo>
                  <a:cubicBezTo>
                    <a:pt x="362719" y="1425073"/>
                    <a:pt x="343669" y="1234192"/>
                    <a:pt x="279090" y="1053122"/>
                  </a:cubicBezTo>
                  <a:cubicBezTo>
                    <a:pt x="239656" y="937869"/>
                    <a:pt x="186983" y="830427"/>
                    <a:pt x="124499" y="726605"/>
                  </a:cubicBezTo>
                  <a:cubicBezTo>
                    <a:pt x="51442" y="615353"/>
                    <a:pt x="9151" y="482098"/>
                    <a:pt x="674" y="349986"/>
                  </a:cubicBezTo>
                  <a:cubicBezTo>
                    <a:pt x="-4374" y="247593"/>
                    <a:pt x="19533" y="146342"/>
                    <a:pt x="52395" y="49949"/>
                  </a:cubicBezTo>
                  <a:cubicBezTo>
                    <a:pt x="59824" y="28994"/>
                    <a:pt x="65253" y="-9011"/>
                    <a:pt x="95829" y="1943"/>
                  </a:cubicBezTo>
                  <a:cubicBezTo>
                    <a:pt x="110307" y="8039"/>
                    <a:pt x="113259" y="24517"/>
                    <a:pt x="106973" y="37662"/>
                  </a:cubicBezTo>
                  <a:cubicBezTo>
                    <a:pt x="85351" y="100527"/>
                    <a:pt x="65349" y="164249"/>
                    <a:pt x="55157" y="230257"/>
                  </a:cubicBezTo>
                  <a:cubicBezTo>
                    <a:pt x="33726" y="365417"/>
                    <a:pt x="63825" y="506292"/>
                    <a:pt x="122975" y="628402"/>
                  </a:cubicBezTo>
                  <a:cubicBezTo>
                    <a:pt x="203366" y="764800"/>
                    <a:pt x="282138" y="902722"/>
                    <a:pt x="329858" y="1054455"/>
                  </a:cubicBezTo>
                  <a:cubicBezTo>
                    <a:pt x="409392" y="1278769"/>
                    <a:pt x="411773" y="1518799"/>
                    <a:pt x="408820" y="1753781"/>
                  </a:cubicBezTo>
                  <a:cubicBezTo>
                    <a:pt x="408725" y="1805502"/>
                    <a:pt x="406058" y="1857127"/>
                    <a:pt x="408153" y="1908848"/>
                  </a:cubicBezTo>
                  <a:cubicBezTo>
                    <a:pt x="416250" y="1924374"/>
                    <a:pt x="404534" y="1947996"/>
                    <a:pt x="385770" y="1947234"/>
                  </a:cubicBezTo>
                  <a:close/>
                </a:path>
              </a:pathLst>
            </a:custGeom>
            <a:solidFill>
              <a:srgbClr val="3A571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="" xmlns:a16="http://schemas.microsoft.com/office/drawing/2014/main" id="{A5E3C5D5-D42B-DC74-8B76-7B160DB34349}"/>
                </a:ext>
              </a:extLst>
            </p:cNvPr>
            <p:cNvSpPr/>
            <p:nvPr/>
          </p:nvSpPr>
          <p:spPr>
            <a:xfrm>
              <a:off x="2019368" y="1568759"/>
              <a:ext cx="1271138" cy="595892"/>
            </a:xfrm>
            <a:custGeom>
              <a:avLst/>
              <a:gdLst>
                <a:gd name="connsiteX0" fmla="*/ 1270948 w 1271138"/>
                <a:gd name="connsiteY0" fmla="*/ 122500 h 595892"/>
                <a:gd name="connsiteX1" fmla="*/ 1259041 w 1271138"/>
                <a:gd name="connsiteY1" fmla="*/ 134406 h 595892"/>
                <a:gd name="connsiteX2" fmla="*/ 970720 w 1271138"/>
                <a:gd name="connsiteY2" fmla="*/ 146598 h 595892"/>
                <a:gd name="connsiteX3" fmla="*/ 630677 w 1271138"/>
                <a:gd name="connsiteY3" fmla="*/ 273852 h 595892"/>
                <a:gd name="connsiteX4" fmla="*/ 15934 w 1271138"/>
                <a:gd name="connsiteY4" fmla="*/ 595892 h 595892"/>
                <a:gd name="connsiteX5" fmla="*/ 217 w 1271138"/>
                <a:gd name="connsiteY5" fmla="*/ 585986 h 595892"/>
                <a:gd name="connsiteX6" fmla="*/ 31745 w 1271138"/>
                <a:gd name="connsiteY6" fmla="*/ 544552 h 595892"/>
                <a:gd name="connsiteX7" fmla="*/ 178049 w 1271138"/>
                <a:gd name="connsiteY7" fmla="*/ 402439 h 595892"/>
                <a:gd name="connsiteX8" fmla="*/ 413602 w 1271138"/>
                <a:gd name="connsiteY8" fmla="*/ 169744 h 595892"/>
                <a:gd name="connsiteX9" fmla="*/ 814986 w 1271138"/>
                <a:gd name="connsiteY9" fmla="*/ 2675 h 595892"/>
                <a:gd name="connsiteX10" fmla="*/ 1238563 w 1271138"/>
                <a:gd name="connsiteY10" fmla="*/ 110212 h 595892"/>
                <a:gd name="connsiteX11" fmla="*/ 1271138 w 1271138"/>
                <a:gd name="connsiteY11" fmla="*/ 122595 h 595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71138" h="595892">
                  <a:moveTo>
                    <a:pt x="1270948" y="122500"/>
                  </a:moveTo>
                  <a:cubicBezTo>
                    <a:pt x="1270948" y="128786"/>
                    <a:pt x="1265518" y="134692"/>
                    <a:pt x="1259041" y="134406"/>
                  </a:cubicBezTo>
                  <a:cubicBezTo>
                    <a:pt x="1163125" y="134787"/>
                    <a:pt x="1065874" y="135263"/>
                    <a:pt x="970720" y="146598"/>
                  </a:cubicBezTo>
                  <a:cubicBezTo>
                    <a:pt x="849085" y="162409"/>
                    <a:pt x="732976" y="206605"/>
                    <a:pt x="630677" y="273852"/>
                  </a:cubicBezTo>
                  <a:cubicBezTo>
                    <a:pt x="437415" y="397772"/>
                    <a:pt x="255297" y="576937"/>
                    <a:pt x="15934" y="595892"/>
                  </a:cubicBezTo>
                  <a:cubicBezTo>
                    <a:pt x="9552" y="595702"/>
                    <a:pt x="1837" y="593035"/>
                    <a:pt x="217" y="585986"/>
                  </a:cubicBezTo>
                  <a:cubicBezTo>
                    <a:pt x="-2545" y="567412"/>
                    <a:pt x="21744" y="557411"/>
                    <a:pt x="31745" y="544552"/>
                  </a:cubicBezTo>
                  <a:cubicBezTo>
                    <a:pt x="80894" y="497499"/>
                    <a:pt x="130996" y="451493"/>
                    <a:pt x="178049" y="402439"/>
                  </a:cubicBezTo>
                  <a:cubicBezTo>
                    <a:pt x="255868" y="324239"/>
                    <a:pt x="324925" y="236228"/>
                    <a:pt x="413602" y="169744"/>
                  </a:cubicBezTo>
                  <a:cubicBezTo>
                    <a:pt x="533522" y="87829"/>
                    <a:pt x="669158" y="18772"/>
                    <a:pt x="814986" y="2675"/>
                  </a:cubicBezTo>
                  <a:cubicBezTo>
                    <a:pt x="961861" y="-10755"/>
                    <a:pt x="1116738" y="26583"/>
                    <a:pt x="1238563" y="110212"/>
                  </a:cubicBezTo>
                  <a:cubicBezTo>
                    <a:pt x="1250088" y="111070"/>
                    <a:pt x="1269900" y="106212"/>
                    <a:pt x="1271138" y="122595"/>
                  </a:cubicBezTo>
                  <a:close/>
                </a:path>
              </a:pathLst>
            </a:custGeom>
            <a:solidFill>
              <a:srgbClr val="3A571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="" xmlns:a16="http://schemas.microsoft.com/office/drawing/2014/main" id="{BB65FF71-C3D3-BA84-A6BD-0C2FF2F440B2}"/>
                </a:ext>
              </a:extLst>
            </p:cNvPr>
            <p:cNvSpPr/>
            <p:nvPr/>
          </p:nvSpPr>
          <p:spPr>
            <a:xfrm>
              <a:off x="2663315" y="948092"/>
              <a:ext cx="746920" cy="807630"/>
            </a:xfrm>
            <a:custGeom>
              <a:avLst/>
              <a:gdLst>
                <a:gd name="connsiteX0" fmla="*/ 746730 w 746920"/>
                <a:gd name="connsiteY0" fmla="*/ 794030 h 807630"/>
                <a:gd name="connsiteX1" fmla="*/ 743301 w 746920"/>
                <a:gd name="connsiteY1" fmla="*/ 804126 h 807630"/>
                <a:gd name="connsiteX2" fmla="*/ 726346 w 746920"/>
                <a:gd name="connsiteY2" fmla="*/ 804126 h 807630"/>
                <a:gd name="connsiteX3" fmla="*/ 571660 w 746920"/>
                <a:gd name="connsiteY3" fmla="*/ 580384 h 807630"/>
                <a:gd name="connsiteX4" fmla="*/ 305627 w 746920"/>
                <a:gd name="connsiteY4" fmla="*/ 347498 h 807630"/>
                <a:gd name="connsiteX5" fmla="*/ 141606 w 746920"/>
                <a:gd name="connsiteY5" fmla="*/ 277489 h 807630"/>
                <a:gd name="connsiteX6" fmla="*/ 5589 w 746920"/>
                <a:gd name="connsiteY6" fmla="*/ 132042 h 807630"/>
                <a:gd name="connsiteX7" fmla="*/ 155227 w 746920"/>
                <a:gd name="connsiteY7" fmla="*/ 64891 h 807630"/>
                <a:gd name="connsiteX8" fmla="*/ 408211 w 746920"/>
                <a:gd name="connsiteY8" fmla="*/ 17742 h 807630"/>
                <a:gd name="connsiteX9" fmla="*/ 572708 w 746920"/>
                <a:gd name="connsiteY9" fmla="*/ 16123 h 807630"/>
                <a:gd name="connsiteX10" fmla="*/ 638335 w 746920"/>
                <a:gd name="connsiteY10" fmla="*/ 181763 h 807630"/>
                <a:gd name="connsiteX11" fmla="*/ 671292 w 746920"/>
                <a:gd name="connsiteY11" fmla="*/ 434271 h 807630"/>
                <a:gd name="connsiteX12" fmla="*/ 728823 w 746920"/>
                <a:gd name="connsiteY12" fmla="*/ 724974 h 807630"/>
                <a:gd name="connsiteX13" fmla="*/ 731775 w 746920"/>
                <a:gd name="connsiteY13" fmla="*/ 743166 h 807630"/>
                <a:gd name="connsiteX14" fmla="*/ 746920 w 746920"/>
                <a:gd name="connsiteY14" fmla="*/ 794316 h 807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46920" h="807630">
                  <a:moveTo>
                    <a:pt x="746730" y="794030"/>
                  </a:moveTo>
                  <a:cubicBezTo>
                    <a:pt x="747206" y="797840"/>
                    <a:pt x="745777" y="801269"/>
                    <a:pt x="743301" y="804126"/>
                  </a:cubicBezTo>
                  <a:cubicBezTo>
                    <a:pt x="738824" y="809079"/>
                    <a:pt x="730918" y="808508"/>
                    <a:pt x="726346" y="804126"/>
                  </a:cubicBezTo>
                  <a:cubicBezTo>
                    <a:pt x="669482" y="732784"/>
                    <a:pt x="625667" y="653631"/>
                    <a:pt x="571660" y="580384"/>
                  </a:cubicBezTo>
                  <a:cubicBezTo>
                    <a:pt x="499461" y="485515"/>
                    <a:pt x="409926" y="404553"/>
                    <a:pt x="305627" y="347498"/>
                  </a:cubicBezTo>
                  <a:cubicBezTo>
                    <a:pt x="252668" y="319399"/>
                    <a:pt x="196185" y="301587"/>
                    <a:pt x="141606" y="277489"/>
                  </a:cubicBezTo>
                  <a:cubicBezTo>
                    <a:pt x="82932" y="252438"/>
                    <a:pt x="-25843" y="174238"/>
                    <a:pt x="5589" y="132042"/>
                  </a:cubicBezTo>
                  <a:cubicBezTo>
                    <a:pt x="28640" y="92228"/>
                    <a:pt x="114841" y="77369"/>
                    <a:pt x="155227" y="64891"/>
                  </a:cubicBezTo>
                  <a:cubicBezTo>
                    <a:pt x="238285" y="42793"/>
                    <a:pt x="323248" y="29839"/>
                    <a:pt x="408211" y="17742"/>
                  </a:cubicBezTo>
                  <a:cubicBezTo>
                    <a:pt x="467457" y="10122"/>
                    <a:pt x="542990" y="-17119"/>
                    <a:pt x="572708" y="16123"/>
                  </a:cubicBezTo>
                  <a:cubicBezTo>
                    <a:pt x="604712" y="55557"/>
                    <a:pt x="627762" y="133281"/>
                    <a:pt x="638335" y="181763"/>
                  </a:cubicBezTo>
                  <a:cubicBezTo>
                    <a:pt x="654909" y="265107"/>
                    <a:pt x="663386" y="349784"/>
                    <a:pt x="671292" y="434271"/>
                  </a:cubicBezTo>
                  <a:cubicBezTo>
                    <a:pt x="679959" y="532473"/>
                    <a:pt x="690532" y="633248"/>
                    <a:pt x="728823" y="724974"/>
                  </a:cubicBezTo>
                  <a:cubicBezTo>
                    <a:pt x="733014" y="730212"/>
                    <a:pt x="736538" y="736975"/>
                    <a:pt x="731775" y="743166"/>
                  </a:cubicBezTo>
                  <a:cubicBezTo>
                    <a:pt x="737586" y="760026"/>
                    <a:pt x="742634" y="777075"/>
                    <a:pt x="746920" y="794316"/>
                  </a:cubicBezTo>
                  <a:close/>
                </a:path>
              </a:pathLst>
            </a:custGeom>
            <a:solidFill>
              <a:srgbClr val="3A571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="" xmlns:a16="http://schemas.microsoft.com/office/drawing/2014/main" id="{82C7D54E-7CE1-60EC-3873-D0D2B2D7F7A6}"/>
                </a:ext>
              </a:extLst>
            </p:cNvPr>
            <p:cNvSpPr/>
            <p:nvPr/>
          </p:nvSpPr>
          <p:spPr>
            <a:xfrm>
              <a:off x="3494973" y="723833"/>
              <a:ext cx="799899" cy="1013972"/>
            </a:xfrm>
            <a:custGeom>
              <a:avLst/>
              <a:gdLst>
                <a:gd name="connsiteX0" fmla="*/ 788515 w 799899"/>
                <a:gd name="connsiteY0" fmla="*/ 7687 h 1013972"/>
                <a:gd name="connsiteX1" fmla="*/ 799373 w 799899"/>
                <a:gd name="connsiteY1" fmla="*/ 44739 h 1013972"/>
                <a:gd name="connsiteX2" fmla="*/ 740699 w 799899"/>
                <a:gd name="connsiteY2" fmla="*/ 340966 h 1013972"/>
                <a:gd name="connsiteX3" fmla="*/ 309597 w 799899"/>
                <a:gd name="connsiteY3" fmla="*/ 730825 h 1013972"/>
                <a:gd name="connsiteX4" fmla="*/ 64805 w 799899"/>
                <a:gd name="connsiteY4" fmla="*/ 981713 h 1013972"/>
                <a:gd name="connsiteX5" fmla="*/ 38706 w 799899"/>
                <a:gd name="connsiteY5" fmla="*/ 1008669 h 1013972"/>
                <a:gd name="connsiteX6" fmla="*/ 17751 w 799899"/>
                <a:gd name="connsiteY6" fmla="*/ 1013050 h 1013972"/>
                <a:gd name="connsiteX7" fmla="*/ 987 w 799899"/>
                <a:gd name="connsiteY7" fmla="*/ 983713 h 1013972"/>
                <a:gd name="connsiteX8" fmla="*/ 25467 w 799899"/>
                <a:gd name="connsiteY8" fmla="*/ 906370 h 1013972"/>
                <a:gd name="connsiteX9" fmla="*/ 93570 w 799899"/>
                <a:gd name="connsiteY9" fmla="*/ 536038 h 1013972"/>
                <a:gd name="connsiteX10" fmla="*/ 701932 w 799899"/>
                <a:gd name="connsiteY10" fmla="*/ 18259 h 1013972"/>
                <a:gd name="connsiteX11" fmla="*/ 736984 w 799899"/>
                <a:gd name="connsiteY11" fmla="*/ 7496 h 1013972"/>
                <a:gd name="connsiteX12" fmla="*/ 788515 w 799899"/>
                <a:gd name="connsiteY12" fmla="*/ 7591 h 1013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99899" h="1013972">
                  <a:moveTo>
                    <a:pt x="788515" y="7687"/>
                  </a:moveTo>
                  <a:cubicBezTo>
                    <a:pt x="799278" y="16735"/>
                    <a:pt x="800992" y="31594"/>
                    <a:pt x="799373" y="44739"/>
                  </a:cubicBezTo>
                  <a:cubicBezTo>
                    <a:pt x="786705" y="144561"/>
                    <a:pt x="777180" y="246288"/>
                    <a:pt x="740699" y="340966"/>
                  </a:cubicBezTo>
                  <a:cubicBezTo>
                    <a:pt x="663451" y="528514"/>
                    <a:pt x="475047" y="631003"/>
                    <a:pt x="309597" y="730825"/>
                  </a:cubicBezTo>
                  <a:cubicBezTo>
                    <a:pt x="229873" y="782069"/>
                    <a:pt x="72044" y="881605"/>
                    <a:pt x="64805" y="981713"/>
                  </a:cubicBezTo>
                  <a:cubicBezTo>
                    <a:pt x="66615" y="996572"/>
                    <a:pt x="54042" y="1010574"/>
                    <a:pt x="38706" y="1008669"/>
                  </a:cubicBezTo>
                  <a:cubicBezTo>
                    <a:pt x="32991" y="1013431"/>
                    <a:pt x="24990" y="1015241"/>
                    <a:pt x="17751" y="1013050"/>
                  </a:cubicBezTo>
                  <a:cubicBezTo>
                    <a:pt x="5655" y="1009717"/>
                    <a:pt x="-3013" y="996001"/>
                    <a:pt x="987" y="983713"/>
                  </a:cubicBezTo>
                  <a:cubicBezTo>
                    <a:pt x="9560" y="957805"/>
                    <a:pt x="25086" y="934660"/>
                    <a:pt x="25467" y="906370"/>
                  </a:cubicBezTo>
                  <a:cubicBezTo>
                    <a:pt x="44326" y="782831"/>
                    <a:pt x="47660" y="653291"/>
                    <a:pt x="93570" y="536038"/>
                  </a:cubicBezTo>
                  <a:cubicBezTo>
                    <a:pt x="189106" y="257337"/>
                    <a:pt x="422373" y="86649"/>
                    <a:pt x="701932" y="18259"/>
                  </a:cubicBezTo>
                  <a:cubicBezTo>
                    <a:pt x="713648" y="14640"/>
                    <a:pt x="725269" y="11116"/>
                    <a:pt x="736984" y="7496"/>
                  </a:cubicBezTo>
                  <a:cubicBezTo>
                    <a:pt x="752986" y="2543"/>
                    <a:pt x="774608" y="-6601"/>
                    <a:pt x="788515" y="7591"/>
                  </a:cubicBezTo>
                  <a:close/>
                </a:path>
              </a:pathLst>
            </a:custGeom>
            <a:solidFill>
              <a:srgbClr val="3A571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="" xmlns:a16="http://schemas.microsoft.com/office/drawing/2014/main" id="{9143FB7C-A2FD-96C8-76E0-ABA05B408F0A}"/>
                </a:ext>
              </a:extLst>
            </p:cNvPr>
            <p:cNvSpPr/>
            <p:nvPr/>
          </p:nvSpPr>
          <p:spPr>
            <a:xfrm>
              <a:off x="3787920" y="1542863"/>
              <a:ext cx="1214451" cy="449476"/>
            </a:xfrm>
            <a:custGeom>
              <a:avLst/>
              <a:gdLst>
                <a:gd name="connsiteX0" fmla="*/ 1197464 w 1214451"/>
                <a:gd name="connsiteY0" fmla="*/ 8569 h 449476"/>
                <a:gd name="connsiteX1" fmla="*/ 1206132 w 1214451"/>
                <a:gd name="connsiteY1" fmla="*/ 53146 h 449476"/>
                <a:gd name="connsiteX2" fmla="*/ 1037063 w 1214451"/>
                <a:gd name="connsiteY2" fmla="*/ 123440 h 449476"/>
                <a:gd name="connsiteX3" fmla="*/ 789699 w 1214451"/>
                <a:gd name="connsiteY3" fmla="*/ 225548 h 449476"/>
                <a:gd name="connsiteX4" fmla="*/ 629584 w 1214451"/>
                <a:gd name="connsiteY4" fmla="*/ 334324 h 449476"/>
                <a:gd name="connsiteX5" fmla="*/ 185814 w 1214451"/>
                <a:gd name="connsiteY5" fmla="*/ 448719 h 449476"/>
                <a:gd name="connsiteX6" fmla="*/ 53893 w 1214451"/>
                <a:gd name="connsiteY6" fmla="*/ 433193 h 449476"/>
                <a:gd name="connsiteX7" fmla="*/ 5792 w 1214451"/>
                <a:gd name="connsiteY7" fmla="*/ 386616 h 449476"/>
                <a:gd name="connsiteX8" fmla="*/ 22937 w 1214451"/>
                <a:gd name="connsiteY8" fmla="*/ 349373 h 449476"/>
                <a:gd name="connsiteX9" fmla="*/ 80753 w 1214451"/>
                <a:gd name="connsiteY9" fmla="*/ 328609 h 449476"/>
                <a:gd name="connsiteX10" fmla="*/ 248203 w 1214451"/>
                <a:gd name="connsiteY10" fmla="*/ 239169 h 449476"/>
                <a:gd name="connsiteX11" fmla="*/ 906762 w 1214451"/>
                <a:gd name="connsiteY11" fmla="*/ 1425 h 449476"/>
                <a:gd name="connsiteX12" fmla="*/ 1139362 w 1214451"/>
                <a:gd name="connsiteY12" fmla="*/ 3997 h 449476"/>
                <a:gd name="connsiteX13" fmla="*/ 1197369 w 1214451"/>
                <a:gd name="connsiteY13" fmla="*/ 8473 h 449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14451" h="449476">
                  <a:moveTo>
                    <a:pt x="1197464" y="8569"/>
                  </a:moveTo>
                  <a:cubicBezTo>
                    <a:pt x="1215657" y="15522"/>
                    <a:pt x="1220324" y="39715"/>
                    <a:pt x="1206132" y="53146"/>
                  </a:cubicBezTo>
                  <a:cubicBezTo>
                    <a:pt x="1156888" y="89245"/>
                    <a:pt x="1094404" y="104009"/>
                    <a:pt x="1037063" y="123440"/>
                  </a:cubicBezTo>
                  <a:cubicBezTo>
                    <a:pt x="951053" y="149158"/>
                    <a:pt x="867614" y="180971"/>
                    <a:pt x="789699" y="225548"/>
                  </a:cubicBezTo>
                  <a:cubicBezTo>
                    <a:pt x="733311" y="257362"/>
                    <a:pt x="683877" y="299367"/>
                    <a:pt x="629584" y="334324"/>
                  </a:cubicBezTo>
                  <a:cubicBezTo>
                    <a:pt x="499853" y="422620"/>
                    <a:pt x="340976" y="455005"/>
                    <a:pt x="185814" y="448719"/>
                  </a:cubicBezTo>
                  <a:cubicBezTo>
                    <a:pt x="141618" y="446338"/>
                    <a:pt x="97613" y="439765"/>
                    <a:pt x="53893" y="433193"/>
                  </a:cubicBezTo>
                  <a:cubicBezTo>
                    <a:pt x="29033" y="430336"/>
                    <a:pt x="-16021" y="420334"/>
                    <a:pt x="5792" y="386616"/>
                  </a:cubicBezTo>
                  <a:cubicBezTo>
                    <a:pt x="-4305" y="372328"/>
                    <a:pt x="5506" y="350897"/>
                    <a:pt x="22937" y="349373"/>
                  </a:cubicBezTo>
                  <a:cubicBezTo>
                    <a:pt x="42939" y="344611"/>
                    <a:pt x="61799" y="336514"/>
                    <a:pt x="80753" y="328609"/>
                  </a:cubicBezTo>
                  <a:cubicBezTo>
                    <a:pt x="138761" y="303082"/>
                    <a:pt x="192577" y="269268"/>
                    <a:pt x="248203" y="239169"/>
                  </a:cubicBezTo>
                  <a:cubicBezTo>
                    <a:pt x="452609" y="125155"/>
                    <a:pt x="666922" y="6473"/>
                    <a:pt x="906762" y="1425"/>
                  </a:cubicBezTo>
                  <a:cubicBezTo>
                    <a:pt x="984295" y="-2004"/>
                    <a:pt x="1061829" y="1520"/>
                    <a:pt x="1139362" y="3997"/>
                  </a:cubicBezTo>
                  <a:cubicBezTo>
                    <a:pt x="1158603" y="5521"/>
                    <a:pt x="1178796" y="2663"/>
                    <a:pt x="1197369" y="8473"/>
                  </a:cubicBezTo>
                  <a:close/>
                </a:path>
              </a:pathLst>
            </a:custGeom>
            <a:solidFill>
              <a:srgbClr val="3A571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="" xmlns:a16="http://schemas.microsoft.com/office/drawing/2014/main" id="{4D5ECF95-77EC-3266-8214-FAEDCD82B52B}"/>
                </a:ext>
              </a:extLst>
            </p:cNvPr>
            <p:cNvSpPr/>
            <p:nvPr/>
          </p:nvSpPr>
          <p:spPr>
            <a:xfrm>
              <a:off x="2314612" y="1285119"/>
              <a:ext cx="1191916" cy="936599"/>
            </a:xfrm>
            <a:custGeom>
              <a:avLst/>
              <a:gdLst>
                <a:gd name="connsiteX0" fmla="*/ 1190111 w 1191916"/>
                <a:gd name="connsiteY0" fmla="*/ 613308 h 936599"/>
                <a:gd name="connsiteX1" fmla="*/ 1175538 w 1191916"/>
                <a:gd name="connsiteY1" fmla="*/ 644836 h 936599"/>
                <a:gd name="connsiteX2" fmla="*/ 1170775 w 1191916"/>
                <a:gd name="connsiteY2" fmla="*/ 647217 h 936599"/>
                <a:gd name="connsiteX3" fmla="*/ 1171061 w 1191916"/>
                <a:gd name="connsiteY3" fmla="*/ 662266 h 936599"/>
                <a:gd name="connsiteX4" fmla="*/ 1138676 w 1191916"/>
                <a:gd name="connsiteY4" fmla="*/ 685698 h 936599"/>
                <a:gd name="connsiteX5" fmla="*/ 682048 w 1191916"/>
                <a:gd name="connsiteY5" fmla="*/ 739514 h 936599"/>
                <a:gd name="connsiteX6" fmla="*/ 113215 w 1191916"/>
                <a:gd name="connsiteY6" fmla="*/ 936586 h 936599"/>
                <a:gd name="connsiteX7" fmla="*/ 89783 w 1191916"/>
                <a:gd name="connsiteY7" fmla="*/ 915536 h 936599"/>
                <a:gd name="connsiteX8" fmla="*/ 131312 w 1191916"/>
                <a:gd name="connsiteY8" fmla="*/ 872007 h 936599"/>
                <a:gd name="connsiteX9" fmla="*/ 239230 w 1191916"/>
                <a:gd name="connsiteY9" fmla="*/ 771899 h 936599"/>
                <a:gd name="connsiteX10" fmla="*/ 542697 w 1191916"/>
                <a:gd name="connsiteY10" fmla="*/ 574255 h 936599"/>
                <a:gd name="connsiteX11" fmla="*/ 989038 w 1191916"/>
                <a:gd name="connsiteY11" fmla="*/ 587781 h 936599"/>
                <a:gd name="connsiteX12" fmla="*/ 1073811 w 1191916"/>
                <a:gd name="connsiteY12" fmla="*/ 617975 h 936599"/>
                <a:gd name="connsiteX13" fmla="*/ 786156 w 1191916"/>
                <a:gd name="connsiteY13" fmla="*/ 370039 h 936599"/>
                <a:gd name="connsiteX14" fmla="*/ 589750 w 1191916"/>
                <a:gd name="connsiteY14" fmla="*/ 234499 h 936599"/>
                <a:gd name="connsiteX15" fmla="*/ 246469 w 1191916"/>
                <a:gd name="connsiteY15" fmla="*/ 294125 h 936599"/>
                <a:gd name="connsiteX16" fmla="*/ 11773 w 1191916"/>
                <a:gd name="connsiteY16" fmla="*/ 433190 h 936599"/>
                <a:gd name="connsiteX17" fmla="*/ 23489 w 1191916"/>
                <a:gd name="connsiteY17" fmla="*/ 371944 h 936599"/>
                <a:gd name="connsiteX18" fmla="*/ 97689 w 1191916"/>
                <a:gd name="connsiteY18" fmla="*/ 232594 h 936599"/>
                <a:gd name="connsiteX19" fmla="*/ 239802 w 1191916"/>
                <a:gd name="connsiteY19" fmla="*/ 53905 h 936599"/>
                <a:gd name="connsiteX20" fmla="*/ 476117 w 1191916"/>
                <a:gd name="connsiteY20" fmla="*/ 88 h 936599"/>
                <a:gd name="connsiteX21" fmla="*/ 534410 w 1191916"/>
                <a:gd name="connsiteY21" fmla="*/ 4851 h 936599"/>
                <a:gd name="connsiteX22" fmla="*/ 1105815 w 1191916"/>
                <a:gd name="connsiteY22" fmla="*/ 547776 h 936599"/>
                <a:gd name="connsiteX23" fmla="*/ 1137629 w 1191916"/>
                <a:gd name="connsiteY23" fmla="*/ 563492 h 936599"/>
                <a:gd name="connsiteX24" fmla="*/ 1189921 w 1191916"/>
                <a:gd name="connsiteY24" fmla="*/ 613308 h 936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91916" h="936599">
                  <a:moveTo>
                    <a:pt x="1190111" y="613308"/>
                  </a:moveTo>
                  <a:cubicBezTo>
                    <a:pt x="1195826" y="625881"/>
                    <a:pt x="1187158" y="639502"/>
                    <a:pt x="1175538" y="644836"/>
                  </a:cubicBezTo>
                  <a:cubicBezTo>
                    <a:pt x="1174014" y="645693"/>
                    <a:pt x="1172395" y="646550"/>
                    <a:pt x="1170775" y="647217"/>
                  </a:cubicBezTo>
                  <a:cubicBezTo>
                    <a:pt x="1173919" y="650551"/>
                    <a:pt x="1174776" y="655885"/>
                    <a:pt x="1171061" y="662266"/>
                  </a:cubicBezTo>
                  <a:cubicBezTo>
                    <a:pt x="1162489" y="672744"/>
                    <a:pt x="1150868" y="679983"/>
                    <a:pt x="1138676" y="685698"/>
                  </a:cubicBezTo>
                  <a:cubicBezTo>
                    <a:pt x="994277" y="747991"/>
                    <a:pt x="832447" y="705605"/>
                    <a:pt x="682048" y="739514"/>
                  </a:cubicBezTo>
                  <a:cubicBezTo>
                    <a:pt x="483642" y="777614"/>
                    <a:pt x="315526" y="914107"/>
                    <a:pt x="113215" y="936586"/>
                  </a:cubicBezTo>
                  <a:cubicBezTo>
                    <a:pt x="101499" y="936967"/>
                    <a:pt x="87688" y="928871"/>
                    <a:pt x="89783" y="915536"/>
                  </a:cubicBezTo>
                  <a:cubicBezTo>
                    <a:pt x="95593" y="895819"/>
                    <a:pt x="117691" y="886199"/>
                    <a:pt x="131312" y="872007"/>
                  </a:cubicBezTo>
                  <a:cubicBezTo>
                    <a:pt x="168936" y="840479"/>
                    <a:pt x="204369" y="806475"/>
                    <a:pt x="239230" y="771899"/>
                  </a:cubicBezTo>
                  <a:cubicBezTo>
                    <a:pt x="325432" y="686365"/>
                    <a:pt x="429159" y="617689"/>
                    <a:pt x="542697" y="574255"/>
                  </a:cubicBezTo>
                  <a:cubicBezTo>
                    <a:pt x="704812" y="508914"/>
                    <a:pt x="830352" y="523011"/>
                    <a:pt x="989038" y="587781"/>
                  </a:cubicBezTo>
                  <a:cubicBezTo>
                    <a:pt x="1016947" y="597401"/>
                    <a:pt x="1045617" y="607402"/>
                    <a:pt x="1073811" y="617975"/>
                  </a:cubicBezTo>
                  <a:cubicBezTo>
                    <a:pt x="971417" y="543490"/>
                    <a:pt x="885311" y="448906"/>
                    <a:pt x="786156" y="370039"/>
                  </a:cubicBezTo>
                  <a:cubicBezTo>
                    <a:pt x="725482" y="318414"/>
                    <a:pt x="664808" y="263931"/>
                    <a:pt x="589750" y="234499"/>
                  </a:cubicBezTo>
                  <a:cubicBezTo>
                    <a:pt x="471640" y="175634"/>
                    <a:pt x="378105" y="189350"/>
                    <a:pt x="246469" y="294125"/>
                  </a:cubicBezTo>
                  <a:cubicBezTo>
                    <a:pt x="167317" y="337940"/>
                    <a:pt x="94831" y="398424"/>
                    <a:pt x="11773" y="433190"/>
                  </a:cubicBezTo>
                  <a:cubicBezTo>
                    <a:pt x="-18516" y="426808"/>
                    <a:pt x="18631" y="387565"/>
                    <a:pt x="23489" y="371944"/>
                  </a:cubicBezTo>
                  <a:cubicBezTo>
                    <a:pt x="48349" y="325558"/>
                    <a:pt x="73019" y="278980"/>
                    <a:pt x="97689" y="232594"/>
                  </a:cubicBezTo>
                  <a:cubicBezTo>
                    <a:pt x="134170" y="166300"/>
                    <a:pt x="168745" y="89147"/>
                    <a:pt x="239802" y="53905"/>
                  </a:cubicBezTo>
                  <a:cubicBezTo>
                    <a:pt x="313811" y="20472"/>
                    <a:pt x="395440" y="5422"/>
                    <a:pt x="476117" y="88"/>
                  </a:cubicBezTo>
                  <a:cubicBezTo>
                    <a:pt x="495739" y="-388"/>
                    <a:pt x="515265" y="1041"/>
                    <a:pt x="534410" y="4851"/>
                  </a:cubicBezTo>
                  <a:cubicBezTo>
                    <a:pt x="729196" y="36188"/>
                    <a:pt x="983324" y="392518"/>
                    <a:pt x="1105815" y="547776"/>
                  </a:cubicBezTo>
                  <a:cubicBezTo>
                    <a:pt x="1117912" y="540442"/>
                    <a:pt x="1129437" y="557968"/>
                    <a:pt x="1137629" y="563492"/>
                  </a:cubicBezTo>
                  <a:cubicBezTo>
                    <a:pt x="1154583" y="580447"/>
                    <a:pt x="1176014" y="593877"/>
                    <a:pt x="1189921" y="613308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="" xmlns:a16="http://schemas.microsoft.com/office/drawing/2014/main" id="{0AC70904-CAC1-72F3-752A-7B99791963EA}"/>
                </a:ext>
              </a:extLst>
            </p:cNvPr>
            <p:cNvSpPr/>
            <p:nvPr/>
          </p:nvSpPr>
          <p:spPr>
            <a:xfrm>
              <a:off x="3279455" y="751141"/>
              <a:ext cx="275010" cy="1002371"/>
            </a:xfrm>
            <a:custGeom>
              <a:avLst/>
              <a:gdLst>
                <a:gd name="connsiteX0" fmla="*/ 273465 w 275010"/>
                <a:gd name="connsiteY0" fmla="*/ 54197 h 1002371"/>
                <a:gd name="connsiteX1" fmla="*/ 273465 w 275010"/>
                <a:gd name="connsiteY1" fmla="*/ 263938 h 1002371"/>
                <a:gd name="connsiteX2" fmla="*/ 170023 w 275010"/>
                <a:gd name="connsiteY2" fmla="*/ 874681 h 1002371"/>
                <a:gd name="connsiteX3" fmla="*/ 154212 w 275010"/>
                <a:gd name="connsiteY3" fmla="*/ 932021 h 1002371"/>
                <a:gd name="connsiteX4" fmla="*/ 118493 w 275010"/>
                <a:gd name="connsiteY4" fmla="*/ 999839 h 1002371"/>
                <a:gd name="connsiteX5" fmla="*/ 20767 w 275010"/>
                <a:gd name="connsiteY5" fmla="*/ 781622 h 1002371"/>
                <a:gd name="connsiteX6" fmla="*/ 22291 w 275010"/>
                <a:gd name="connsiteY6" fmla="*/ 424815 h 1002371"/>
                <a:gd name="connsiteX7" fmla="*/ 176310 w 275010"/>
                <a:gd name="connsiteY7" fmla="*/ 118872 h 1002371"/>
                <a:gd name="connsiteX8" fmla="*/ 239937 w 275010"/>
                <a:gd name="connsiteY8" fmla="*/ 15145 h 1002371"/>
                <a:gd name="connsiteX9" fmla="*/ 257654 w 275010"/>
                <a:gd name="connsiteY9" fmla="*/ 0 h 1002371"/>
                <a:gd name="connsiteX10" fmla="*/ 273560 w 275010"/>
                <a:gd name="connsiteY10" fmla="*/ 54293 h 1002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5010" h="1002371">
                  <a:moveTo>
                    <a:pt x="273465" y="54197"/>
                  </a:moveTo>
                  <a:cubicBezTo>
                    <a:pt x="275846" y="124016"/>
                    <a:pt x="275180" y="194120"/>
                    <a:pt x="273465" y="263938"/>
                  </a:cubicBezTo>
                  <a:cubicBezTo>
                    <a:pt x="271179" y="471869"/>
                    <a:pt x="232984" y="676942"/>
                    <a:pt x="170023" y="874681"/>
                  </a:cubicBezTo>
                  <a:cubicBezTo>
                    <a:pt x="164690" y="893731"/>
                    <a:pt x="159356" y="912876"/>
                    <a:pt x="154212" y="932021"/>
                  </a:cubicBezTo>
                  <a:cubicBezTo>
                    <a:pt x="151831" y="940975"/>
                    <a:pt x="137734" y="1017080"/>
                    <a:pt x="118493" y="999839"/>
                  </a:cubicBezTo>
                  <a:cubicBezTo>
                    <a:pt x="57629" y="945261"/>
                    <a:pt x="39245" y="858107"/>
                    <a:pt x="20767" y="781622"/>
                  </a:cubicBezTo>
                  <a:cubicBezTo>
                    <a:pt x="-4379" y="664464"/>
                    <a:pt x="-9904" y="541211"/>
                    <a:pt x="22291" y="424815"/>
                  </a:cubicBezTo>
                  <a:cubicBezTo>
                    <a:pt x="50961" y="312706"/>
                    <a:pt x="119065" y="217742"/>
                    <a:pt x="176310" y="118872"/>
                  </a:cubicBezTo>
                  <a:cubicBezTo>
                    <a:pt x="197360" y="84201"/>
                    <a:pt x="218030" y="49149"/>
                    <a:pt x="239937" y="15145"/>
                  </a:cubicBezTo>
                  <a:cubicBezTo>
                    <a:pt x="244128" y="8954"/>
                    <a:pt x="249081" y="0"/>
                    <a:pt x="257654" y="0"/>
                  </a:cubicBezTo>
                  <a:cubicBezTo>
                    <a:pt x="279371" y="2762"/>
                    <a:pt x="270703" y="38672"/>
                    <a:pt x="273560" y="54293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="" xmlns:a16="http://schemas.microsoft.com/office/drawing/2014/main" id="{EA1B2BA6-841A-56FF-B317-8002175C17F7}"/>
                </a:ext>
              </a:extLst>
            </p:cNvPr>
            <p:cNvSpPr/>
            <p:nvPr/>
          </p:nvSpPr>
          <p:spPr>
            <a:xfrm>
              <a:off x="3773705" y="1054361"/>
              <a:ext cx="1113635" cy="695912"/>
            </a:xfrm>
            <a:custGeom>
              <a:avLst/>
              <a:gdLst>
                <a:gd name="connsiteX0" fmla="*/ 1100808 w 1113635"/>
                <a:gd name="connsiteY0" fmla="*/ 160838 h 695912"/>
                <a:gd name="connsiteX1" fmla="*/ 1074519 w 1113635"/>
                <a:gd name="connsiteY1" fmla="*/ 209701 h 695912"/>
                <a:gd name="connsiteX2" fmla="*/ 909737 w 1113635"/>
                <a:gd name="connsiteY2" fmla="*/ 333812 h 695912"/>
                <a:gd name="connsiteX3" fmla="*/ 566170 w 1113635"/>
                <a:gd name="connsiteY3" fmla="*/ 559173 h 695912"/>
                <a:gd name="connsiteX4" fmla="*/ 264799 w 1113635"/>
                <a:gd name="connsiteY4" fmla="*/ 642803 h 695912"/>
                <a:gd name="connsiteX5" fmla="*/ 21816 w 1113635"/>
                <a:gd name="connsiteY5" fmla="*/ 690809 h 695912"/>
                <a:gd name="connsiteX6" fmla="*/ 4 w 1113635"/>
                <a:gd name="connsiteY6" fmla="*/ 684046 h 695912"/>
                <a:gd name="connsiteX7" fmla="*/ 7624 w 1113635"/>
                <a:gd name="connsiteY7" fmla="*/ 670140 h 695912"/>
                <a:gd name="connsiteX8" fmla="*/ 100111 w 1113635"/>
                <a:gd name="connsiteY8" fmla="*/ 562602 h 695912"/>
                <a:gd name="connsiteX9" fmla="*/ 309185 w 1113635"/>
                <a:gd name="connsiteY9" fmla="*/ 273138 h 695912"/>
                <a:gd name="connsiteX10" fmla="*/ 889258 w 1113635"/>
                <a:gd name="connsiteY10" fmla="*/ 24630 h 695912"/>
                <a:gd name="connsiteX11" fmla="*/ 1100617 w 1113635"/>
                <a:gd name="connsiteY11" fmla="*/ 160647 h 695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13635" h="695912">
                  <a:moveTo>
                    <a:pt x="1100808" y="160838"/>
                  </a:moveTo>
                  <a:cubicBezTo>
                    <a:pt x="1135384" y="179221"/>
                    <a:pt x="1090902" y="198747"/>
                    <a:pt x="1074519" y="209701"/>
                  </a:cubicBezTo>
                  <a:cubicBezTo>
                    <a:pt x="1018131" y="249039"/>
                    <a:pt x="963076" y="290283"/>
                    <a:pt x="909737" y="333812"/>
                  </a:cubicBezTo>
                  <a:cubicBezTo>
                    <a:pt x="807248" y="425919"/>
                    <a:pt x="695996" y="509643"/>
                    <a:pt x="566170" y="559173"/>
                  </a:cubicBezTo>
                  <a:cubicBezTo>
                    <a:pt x="470348" y="602226"/>
                    <a:pt x="365764" y="616609"/>
                    <a:pt x="264799" y="642803"/>
                  </a:cubicBezTo>
                  <a:cubicBezTo>
                    <a:pt x="185170" y="665091"/>
                    <a:pt x="103636" y="679284"/>
                    <a:pt x="21816" y="690809"/>
                  </a:cubicBezTo>
                  <a:cubicBezTo>
                    <a:pt x="15720" y="700429"/>
                    <a:pt x="-282" y="695476"/>
                    <a:pt x="4" y="684046"/>
                  </a:cubicBezTo>
                  <a:cubicBezTo>
                    <a:pt x="4" y="678331"/>
                    <a:pt x="4195" y="674235"/>
                    <a:pt x="7624" y="670140"/>
                  </a:cubicBezTo>
                  <a:cubicBezTo>
                    <a:pt x="39056" y="634611"/>
                    <a:pt x="71346" y="600226"/>
                    <a:pt x="100111" y="562602"/>
                  </a:cubicBezTo>
                  <a:cubicBezTo>
                    <a:pt x="172216" y="467638"/>
                    <a:pt x="228985" y="362006"/>
                    <a:pt x="309185" y="273138"/>
                  </a:cubicBezTo>
                  <a:cubicBezTo>
                    <a:pt x="464824" y="96925"/>
                    <a:pt x="638179" y="-62714"/>
                    <a:pt x="889258" y="24630"/>
                  </a:cubicBezTo>
                  <a:cubicBezTo>
                    <a:pt x="968506" y="53967"/>
                    <a:pt x="1029847" y="116737"/>
                    <a:pt x="1100617" y="160647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="" xmlns:a16="http://schemas.microsoft.com/office/drawing/2014/main" id="{32ED8F83-65A0-CC69-7783-0EECB61F1ABB}"/>
                </a:ext>
              </a:extLst>
            </p:cNvPr>
            <p:cNvSpPr/>
            <p:nvPr/>
          </p:nvSpPr>
          <p:spPr>
            <a:xfrm>
              <a:off x="3578534" y="1799077"/>
              <a:ext cx="654709" cy="824875"/>
            </a:xfrm>
            <a:custGeom>
              <a:avLst/>
              <a:gdLst>
                <a:gd name="connsiteX0" fmla="*/ 647136 w 654709"/>
                <a:gd name="connsiteY0" fmla="*/ 782674 h 824875"/>
                <a:gd name="connsiteX1" fmla="*/ 632849 w 654709"/>
                <a:gd name="connsiteY1" fmla="*/ 824108 h 824875"/>
                <a:gd name="connsiteX2" fmla="*/ 365577 w 654709"/>
                <a:gd name="connsiteY2" fmla="*/ 527690 h 824875"/>
                <a:gd name="connsiteX3" fmla="*/ 318714 w 654709"/>
                <a:gd name="connsiteY3" fmla="*/ 376909 h 824875"/>
                <a:gd name="connsiteX4" fmla="*/ 122595 w 654709"/>
                <a:gd name="connsiteY4" fmla="*/ 206411 h 824875"/>
                <a:gd name="connsiteX5" fmla="*/ 8771 w 654709"/>
                <a:gd name="connsiteY5" fmla="*/ 211745 h 824875"/>
                <a:gd name="connsiteX6" fmla="*/ 389 w 654709"/>
                <a:gd name="connsiteY6" fmla="*/ 198029 h 824875"/>
                <a:gd name="connsiteX7" fmla="*/ 960 w 654709"/>
                <a:gd name="connsiteY7" fmla="*/ 190600 h 824875"/>
                <a:gd name="connsiteX8" fmla="*/ 28107 w 654709"/>
                <a:gd name="connsiteY8" fmla="*/ 145166 h 824875"/>
                <a:gd name="connsiteX9" fmla="*/ 259564 w 654709"/>
                <a:gd name="connsiteY9" fmla="*/ 9720 h 824875"/>
                <a:gd name="connsiteX10" fmla="*/ 440063 w 654709"/>
                <a:gd name="connsiteY10" fmla="*/ 147166 h 824875"/>
                <a:gd name="connsiteX11" fmla="*/ 503499 w 654709"/>
                <a:gd name="connsiteY11" fmla="*/ 218318 h 824875"/>
                <a:gd name="connsiteX12" fmla="*/ 532646 w 654709"/>
                <a:gd name="connsiteY12" fmla="*/ 504258 h 824875"/>
                <a:gd name="connsiteX13" fmla="*/ 602655 w 654709"/>
                <a:gd name="connsiteY13" fmla="*/ 690853 h 824875"/>
                <a:gd name="connsiteX14" fmla="*/ 647232 w 654709"/>
                <a:gd name="connsiteY14" fmla="*/ 782674 h 824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54709" h="824875">
                  <a:moveTo>
                    <a:pt x="647136" y="782674"/>
                  </a:moveTo>
                  <a:cubicBezTo>
                    <a:pt x="657138" y="798486"/>
                    <a:pt x="661424" y="830204"/>
                    <a:pt x="632849" y="824108"/>
                  </a:cubicBezTo>
                  <a:cubicBezTo>
                    <a:pt x="528836" y="775816"/>
                    <a:pt x="415584" y="629798"/>
                    <a:pt x="365577" y="527690"/>
                  </a:cubicBezTo>
                  <a:cubicBezTo>
                    <a:pt x="342908" y="479874"/>
                    <a:pt x="335860" y="426439"/>
                    <a:pt x="318714" y="376909"/>
                  </a:cubicBezTo>
                  <a:cubicBezTo>
                    <a:pt x="290425" y="288041"/>
                    <a:pt x="204510" y="237463"/>
                    <a:pt x="122595" y="206411"/>
                  </a:cubicBezTo>
                  <a:cubicBezTo>
                    <a:pt x="92496" y="192695"/>
                    <a:pt x="21058" y="212793"/>
                    <a:pt x="8771" y="211745"/>
                  </a:cubicBezTo>
                  <a:cubicBezTo>
                    <a:pt x="2199" y="210221"/>
                    <a:pt x="-564" y="203744"/>
                    <a:pt x="389" y="198029"/>
                  </a:cubicBezTo>
                  <a:cubicBezTo>
                    <a:pt x="-278" y="195553"/>
                    <a:pt x="-87" y="192791"/>
                    <a:pt x="960" y="190600"/>
                  </a:cubicBezTo>
                  <a:cubicBezTo>
                    <a:pt x="9628" y="175265"/>
                    <a:pt x="19439" y="160596"/>
                    <a:pt x="28107" y="145166"/>
                  </a:cubicBezTo>
                  <a:cubicBezTo>
                    <a:pt x="70683" y="58393"/>
                    <a:pt x="154599" y="-29809"/>
                    <a:pt x="259564" y="9720"/>
                  </a:cubicBezTo>
                  <a:cubicBezTo>
                    <a:pt x="332430" y="35533"/>
                    <a:pt x="388818" y="91349"/>
                    <a:pt x="440063" y="147166"/>
                  </a:cubicBezTo>
                  <a:cubicBezTo>
                    <a:pt x="460923" y="171074"/>
                    <a:pt x="487593" y="190505"/>
                    <a:pt x="503499" y="218318"/>
                  </a:cubicBezTo>
                  <a:cubicBezTo>
                    <a:pt x="538552" y="308710"/>
                    <a:pt x="507024" y="411104"/>
                    <a:pt x="532646" y="504258"/>
                  </a:cubicBezTo>
                  <a:cubicBezTo>
                    <a:pt x="545410" y="569790"/>
                    <a:pt x="572365" y="631798"/>
                    <a:pt x="602655" y="690853"/>
                  </a:cubicBezTo>
                  <a:cubicBezTo>
                    <a:pt x="617990" y="721238"/>
                    <a:pt x="632658" y="751908"/>
                    <a:pt x="647232" y="782674"/>
                  </a:cubicBezTo>
                  <a:close/>
                </a:path>
              </a:pathLst>
            </a:custGeom>
            <a:solidFill>
              <a:srgbClr val="4E722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="" xmlns:a16="http://schemas.microsoft.com/office/drawing/2014/main" id="{33F9CA0A-456F-40A8-6FB8-0EB84F32D322}"/>
                </a:ext>
              </a:extLst>
            </p:cNvPr>
            <p:cNvSpPr/>
            <p:nvPr/>
          </p:nvSpPr>
          <p:spPr>
            <a:xfrm>
              <a:off x="2376577" y="1887905"/>
              <a:ext cx="1279304" cy="1337843"/>
            </a:xfrm>
            <a:custGeom>
              <a:avLst/>
              <a:gdLst>
                <a:gd name="connsiteX0" fmla="*/ 1121479 w 1279304"/>
                <a:gd name="connsiteY0" fmla="*/ 50147 h 1337843"/>
                <a:gd name="connsiteX1" fmla="*/ 1115002 w 1279304"/>
                <a:gd name="connsiteY1" fmla="*/ 1105517 h 1337843"/>
                <a:gd name="connsiteX2" fmla="*/ 959173 w 1279304"/>
                <a:gd name="connsiteY2" fmla="*/ 1316781 h 1337843"/>
                <a:gd name="connsiteX3" fmla="*/ 927645 w 1279304"/>
                <a:gd name="connsiteY3" fmla="*/ 1336498 h 1337843"/>
                <a:gd name="connsiteX4" fmla="*/ 917835 w 1279304"/>
                <a:gd name="connsiteY4" fmla="*/ 1320686 h 1337843"/>
                <a:gd name="connsiteX5" fmla="*/ 897261 w 1279304"/>
                <a:gd name="connsiteY5" fmla="*/ 1199338 h 1337843"/>
                <a:gd name="connsiteX6" fmla="*/ 838491 w 1279304"/>
                <a:gd name="connsiteY6" fmla="*/ 844437 h 1337843"/>
                <a:gd name="connsiteX7" fmla="*/ 1052613 w 1279304"/>
                <a:gd name="connsiteY7" fmla="*/ 197308 h 1337843"/>
                <a:gd name="connsiteX8" fmla="*/ 1052994 w 1279304"/>
                <a:gd name="connsiteY8" fmla="*/ 196737 h 1337843"/>
                <a:gd name="connsiteX9" fmla="*/ 1104334 w 1279304"/>
                <a:gd name="connsiteY9" fmla="*/ 66625 h 1337843"/>
                <a:gd name="connsiteX10" fmla="*/ 1092618 w 1279304"/>
                <a:gd name="connsiteY10" fmla="*/ 53480 h 1337843"/>
                <a:gd name="connsiteX11" fmla="*/ 618083 w 1279304"/>
                <a:gd name="connsiteY11" fmla="*/ 541065 h 1337843"/>
                <a:gd name="connsiteX12" fmla="*/ 239369 w 1279304"/>
                <a:gd name="connsiteY12" fmla="*/ 739376 h 1337843"/>
                <a:gd name="connsiteX13" fmla="*/ 82302 w 1279304"/>
                <a:gd name="connsiteY13" fmla="*/ 829006 h 1337843"/>
                <a:gd name="connsiteX14" fmla="*/ 8959 w 1279304"/>
                <a:gd name="connsiteY14" fmla="*/ 861010 h 1337843"/>
                <a:gd name="connsiteX15" fmla="*/ 17436 w 1279304"/>
                <a:gd name="connsiteY15" fmla="*/ 721469 h 1337843"/>
                <a:gd name="connsiteX16" fmla="*/ 117449 w 1279304"/>
                <a:gd name="connsiteY16" fmla="*/ 483725 h 1337843"/>
                <a:gd name="connsiteX17" fmla="*/ 238797 w 1279304"/>
                <a:gd name="connsiteY17" fmla="*/ 317037 h 1337843"/>
                <a:gd name="connsiteX18" fmla="*/ 675995 w 1279304"/>
                <a:gd name="connsiteY18" fmla="*/ 22620 h 1337843"/>
                <a:gd name="connsiteX19" fmla="*/ 821537 w 1279304"/>
                <a:gd name="connsiteY19" fmla="*/ 331 h 1337843"/>
                <a:gd name="connsiteX20" fmla="*/ 1076426 w 1279304"/>
                <a:gd name="connsiteY20" fmla="*/ 35478 h 1337843"/>
                <a:gd name="connsiteX21" fmla="*/ 1106620 w 1279304"/>
                <a:gd name="connsiteY21" fmla="*/ 30906 h 1337843"/>
                <a:gd name="connsiteX22" fmla="*/ 1108335 w 1279304"/>
                <a:gd name="connsiteY22" fmla="*/ 35955 h 1337843"/>
                <a:gd name="connsiteX23" fmla="*/ 1121479 w 1279304"/>
                <a:gd name="connsiteY23" fmla="*/ 50242 h 1337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79304" h="1337843">
                  <a:moveTo>
                    <a:pt x="1121479" y="50147"/>
                  </a:moveTo>
                  <a:cubicBezTo>
                    <a:pt x="1345412" y="353518"/>
                    <a:pt x="1319980" y="797478"/>
                    <a:pt x="1115002" y="1105517"/>
                  </a:cubicBezTo>
                  <a:cubicBezTo>
                    <a:pt x="1067091" y="1178859"/>
                    <a:pt x="1014799" y="1249154"/>
                    <a:pt x="959173" y="1316781"/>
                  </a:cubicBezTo>
                  <a:cubicBezTo>
                    <a:pt x="951077" y="1326021"/>
                    <a:pt x="941933" y="1342689"/>
                    <a:pt x="927645" y="1336498"/>
                  </a:cubicBezTo>
                  <a:cubicBezTo>
                    <a:pt x="921264" y="1333641"/>
                    <a:pt x="918692" y="1327068"/>
                    <a:pt x="917835" y="1320686"/>
                  </a:cubicBezTo>
                  <a:cubicBezTo>
                    <a:pt x="910786" y="1280205"/>
                    <a:pt x="904309" y="1239724"/>
                    <a:pt x="897261" y="1199338"/>
                  </a:cubicBezTo>
                  <a:cubicBezTo>
                    <a:pt x="877449" y="1081038"/>
                    <a:pt x="853065" y="963499"/>
                    <a:pt x="838491" y="844437"/>
                  </a:cubicBezTo>
                  <a:cubicBezTo>
                    <a:pt x="801249" y="603263"/>
                    <a:pt x="914120" y="386284"/>
                    <a:pt x="1052613" y="197308"/>
                  </a:cubicBezTo>
                  <a:cubicBezTo>
                    <a:pt x="1052709" y="197117"/>
                    <a:pt x="1052899" y="196927"/>
                    <a:pt x="1052994" y="196737"/>
                  </a:cubicBezTo>
                  <a:cubicBezTo>
                    <a:pt x="1079093" y="157589"/>
                    <a:pt x="1096333" y="112916"/>
                    <a:pt x="1104334" y="66625"/>
                  </a:cubicBezTo>
                  <a:cubicBezTo>
                    <a:pt x="1101286" y="62529"/>
                    <a:pt x="1096143" y="58148"/>
                    <a:pt x="1092618" y="53480"/>
                  </a:cubicBezTo>
                  <a:cubicBezTo>
                    <a:pt x="909548" y="189021"/>
                    <a:pt x="796200" y="398666"/>
                    <a:pt x="618083" y="541065"/>
                  </a:cubicBezTo>
                  <a:cubicBezTo>
                    <a:pt x="504831" y="629267"/>
                    <a:pt x="367385" y="678225"/>
                    <a:pt x="239369" y="739376"/>
                  </a:cubicBezTo>
                  <a:cubicBezTo>
                    <a:pt x="185267" y="766332"/>
                    <a:pt x="133165" y="796431"/>
                    <a:pt x="82302" y="829006"/>
                  </a:cubicBezTo>
                  <a:cubicBezTo>
                    <a:pt x="59156" y="840436"/>
                    <a:pt x="36105" y="865773"/>
                    <a:pt x="8959" y="861010"/>
                  </a:cubicBezTo>
                  <a:cubicBezTo>
                    <a:pt x="-14853" y="856343"/>
                    <a:pt x="16198" y="743376"/>
                    <a:pt x="17436" y="721469"/>
                  </a:cubicBezTo>
                  <a:cubicBezTo>
                    <a:pt x="30486" y="634791"/>
                    <a:pt x="63252" y="552971"/>
                    <a:pt x="117449" y="483725"/>
                  </a:cubicBezTo>
                  <a:cubicBezTo>
                    <a:pt x="156787" y="427527"/>
                    <a:pt x="193649" y="369044"/>
                    <a:pt x="238797" y="317037"/>
                  </a:cubicBezTo>
                  <a:cubicBezTo>
                    <a:pt x="355860" y="177401"/>
                    <a:pt x="494067" y="62339"/>
                    <a:pt x="675995" y="22620"/>
                  </a:cubicBezTo>
                  <a:cubicBezTo>
                    <a:pt x="723810" y="11189"/>
                    <a:pt x="772197" y="2331"/>
                    <a:pt x="821537" y="331"/>
                  </a:cubicBezTo>
                  <a:cubicBezTo>
                    <a:pt x="908024" y="-3003"/>
                    <a:pt x="992225" y="19572"/>
                    <a:pt x="1076426" y="35478"/>
                  </a:cubicBezTo>
                  <a:cubicBezTo>
                    <a:pt x="1084903" y="29382"/>
                    <a:pt x="1098619" y="18333"/>
                    <a:pt x="1106620" y="30906"/>
                  </a:cubicBezTo>
                  <a:cubicBezTo>
                    <a:pt x="1107668" y="32716"/>
                    <a:pt x="1108144" y="34335"/>
                    <a:pt x="1108335" y="35955"/>
                  </a:cubicBezTo>
                  <a:cubicBezTo>
                    <a:pt x="1113383" y="39860"/>
                    <a:pt x="1117860" y="46146"/>
                    <a:pt x="1121479" y="50242"/>
                  </a:cubicBezTo>
                  <a:close/>
                </a:path>
              </a:pathLst>
            </a:custGeom>
            <a:solidFill>
              <a:srgbClr val="68993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="" xmlns:a16="http://schemas.microsoft.com/office/drawing/2014/main" id="{D537B1EF-1AB8-C4A8-9CE9-B10D1572CCCB}"/>
                </a:ext>
              </a:extLst>
            </p:cNvPr>
            <p:cNvSpPr/>
            <p:nvPr/>
          </p:nvSpPr>
          <p:spPr>
            <a:xfrm>
              <a:off x="3686365" y="1799083"/>
              <a:ext cx="1184364" cy="688179"/>
            </a:xfrm>
            <a:custGeom>
              <a:avLst/>
              <a:gdLst>
                <a:gd name="connsiteX0" fmla="*/ 1184053 w 1184364"/>
                <a:gd name="connsiteY0" fmla="*/ 661510 h 688179"/>
                <a:gd name="connsiteX1" fmla="*/ 1080326 w 1184364"/>
                <a:gd name="connsiteY1" fmla="*/ 688180 h 688179"/>
                <a:gd name="connsiteX2" fmla="*/ 625793 w 1184364"/>
                <a:gd name="connsiteY2" fmla="*/ 520159 h 688179"/>
                <a:gd name="connsiteX3" fmla="*/ 371380 w 1184364"/>
                <a:gd name="connsiteY3" fmla="*/ 268984 h 688179"/>
                <a:gd name="connsiteX4" fmla="*/ 26289 w 1184364"/>
                <a:gd name="connsiteY4" fmla="*/ 218883 h 688179"/>
                <a:gd name="connsiteX5" fmla="*/ 12001 w 1184364"/>
                <a:gd name="connsiteY5" fmla="*/ 227360 h 688179"/>
                <a:gd name="connsiteX6" fmla="*/ 0 w 1184364"/>
                <a:gd name="connsiteY6" fmla="*/ 215454 h 688179"/>
                <a:gd name="connsiteX7" fmla="*/ 74581 w 1184364"/>
                <a:gd name="connsiteY7" fmla="*/ 161828 h 688179"/>
                <a:gd name="connsiteX8" fmla="*/ 328517 w 1184364"/>
                <a:gd name="connsiteY8" fmla="*/ 38765 h 688179"/>
                <a:gd name="connsiteX9" fmla="*/ 983647 w 1184364"/>
                <a:gd name="connsiteY9" fmla="*/ 343756 h 688179"/>
                <a:gd name="connsiteX10" fmla="*/ 1142810 w 1184364"/>
                <a:gd name="connsiteY10" fmla="*/ 600359 h 688179"/>
                <a:gd name="connsiteX11" fmla="*/ 1184148 w 1184364"/>
                <a:gd name="connsiteY11" fmla="*/ 661605 h 688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84364" h="688179">
                  <a:moveTo>
                    <a:pt x="1184053" y="661510"/>
                  </a:moveTo>
                  <a:cubicBezTo>
                    <a:pt x="1190244" y="696847"/>
                    <a:pt x="1102328" y="685513"/>
                    <a:pt x="1080326" y="688180"/>
                  </a:cubicBezTo>
                  <a:cubicBezTo>
                    <a:pt x="942880" y="684084"/>
                    <a:pt x="733711" y="606074"/>
                    <a:pt x="625793" y="520159"/>
                  </a:cubicBezTo>
                  <a:cubicBezTo>
                    <a:pt x="531971" y="445768"/>
                    <a:pt x="465010" y="343375"/>
                    <a:pt x="371380" y="268984"/>
                  </a:cubicBezTo>
                  <a:cubicBezTo>
                    <a:pt x="276987" y="192975"/>
                    <a:pt x="133540" y="137921"/>
                    <a:pt x="26289" y="218883"/>
                  </a:cubicBezTo>
                  <a:cubicBezTo>
                    <a:pt x="21336" y="221836"/>
                    <a:pt x="18479" y="227551"/>
                    <a:pt x="12001" y="227360"/>
                  </a:cubicBezTo>
                  <a:cubicBezTo>
                    <a:pt x="5525" y="227360"/>
                    <a:pt x="95" y="221931"/>
                    <a:pt x="0" y="215454"/>
                  </a:cubicBezTo>
                  <a:cubicBezTo>
                    <a:pt x="1524" y="201643"/>
                    <a:pt x="61627" y="174211"/>
                    <a:pt x="74581" y="161828"/>
                  </a:cubicBezTo>
                  <a:cubicBezTo>
                    <a:pt x="155734" y="114775"/>
                    <a:pt x="240983" y="70864"/>
                    <a:pt x="328517" y="38765"/>
                  </a:cubicBezTo>
                  <a:cubicBezTo>
                    <a:pt x="630746" y="-76868"/>
                    <a:pt x="845058" y="78294"/>
                    <a:pt x="983647" y="343756"/>
                  </a:cubicBezTo>
                  <a:cubicBezTo>
                    <a:pt x="1032986" y="431100"/>
                    <a:pt x="1086898" y="518158"/>
                    <a:pt x="1142810" y="600359"/>
                  </a:cubicBezTo>
                  <a:cubicBezTo>
                    <a:pt x="1155859" y="621219"/>
                    <a:pt x="1172527" y="639983"/>
                    <a:pt x="1184148" y="661605"/>
                  </a:cubicBezTo>
                  <a:close/>
                </a:path>
              </a:pathLst>
            </a:custGeom>
            <a:solidFill>
              <a:srgbClr val="68993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="" xmlns:a16="http://schemas.microsoft.com/office/drawing/2014/main" id="{EFF8A89E-79B7-4C95-8881-2E5B9476B8C3}"/>
                </a:ext>
              </a:extLst>
            </p:cNvPr>
            <p:cNvSpPr/>
            <p:nvPr/>
          </p:nvSpPr>
          <p:spPr>
            <a:xfrm>
              <a:off x="3361033" y="1437969"/>
              <a:ext cx="616773" cy="680295"/>
            </a:xfrm>
            <a:custGeom>
              <a:avLst/>
              <a:gdLst>
                <a:gd name="connsiteX0" fmla="*/ 613749 w 616773"/>
                <a:gd name="connsiteY0" fmla="*/ 4782 h 680295"/>
                <a:gd name="connsiteX1" fmla="*/ 615558 w 616773"/>
                <a:gd name="connsiteY1" fmla="*/ 23356 h 680295"/>
                <a:gd name="connsiteX2" fmla="*/ 597270 w 616773"/>
                <a:gd name="connsiteY2" fmla="*/ 79268 h 680295"/>
                <a:gd name="connsiteX3" fmla="*/ 467730 w 616773"/>
                <a:gd name="connsiteY3" fmla="*/ 374257 h 680295"/>
                <a:gd name="connsiteX4" fmla="*/ 55393 w 616773"/>
                <a:gd name="connsiteY4" fmla="*/ 668675 h 680295"/>
                <a:gd name="connsiteX5" fmla="*/ 43773 w 616773"/>
                <a:gd name="connsiteY5" fmla="*/ 680295 h 680295"/>
                <a:gd name="connsiteX6" fmla="*/ 151596 w 616773"/>
                <a:gd name="connsiteY6" fmla="*/ 228620 h 680295"/>
                <a:gd name="connsiteX7" fmla="*/ 587936 w 616773"/>
                <a:gd name="connsiteY7" fmla="*/ 5544 h 680295"/>
                <a:gd name="connsiteX8" fmla="*/ 613844 w 616773"/>
                <a:gd name="connsiteY8" fmla="*/ 4878 h 680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6773" h="680295">
                  <a:moveTo>
                    <a:pt x="613749" y="4782"/>
                  </a:moveTo>
                  <a:cubicBezTo>
                    <a:pt x="617940" y="10116"/>
                    <a:pt x="616987" y="17260"/>
                    <a:pt x="615558" y="23356"/>
                  </a:cubicBezTo>
                  <a:cubicBezTo>
                    <a:pt x="610605" y="42216"/>
                    <a:pt x="603462" y="60980"/>
                    <a:pt x="597270" y="79268"/>
                  </a:cubicBezTo>
                  <a:cubicBezTo>
                    <a:pt x="560504" y="180042"/>
                    <a:pt x="532024" y="286532"/>
                    <a:pt x="467730" y="374257"/>
                  </a:cubicBezTo>
                  <a:cubicBezTo>
                    <a:pt x="361527" y="508655"/>
                    <a:pt x="210460" y="600476"/>
                    <a:pt x="55393" y="668675"/>
                  </a:cubicBezTo>
                  <a:cubicBezTo>
                    <a:pt x="50631" y="670580"/>
                    <a:pt x="48726" y="676390"/>
                    <a:pt x="43773" y="680295"/>
                  </a:cubicBezTo>
                  <a:cubicBezTo>
                    <a:pt x="-64241" y="564948"/>
                    <a:pt x="49202" y="316535"/>
                    <a:pt x="151596" y="228620"/>
                  </a:cubicBezTo>
                  <a:cubicBezTo>
                    <a:pt x="272944" y="113081"/>
                    <a:pt x="446680" y="88126"/>
                    <a:pt x="587936" y="5544"/>
                  </a:cubicBezTo>
                  <a:cubicBezTo>
                    <a:pt x="595556" y="401"/>
                    <a:pt x="607081" y="-3505"/>
                    <a:pt x="613844" y="4878"/>
                  </a:cubicBezTo>
                  <a:close/>
                </a:path>
              </a:pathLst>
            </a:custGeom>
            <a:solidFill>
              <a:srgbClr val="93B9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="" xmlns:a16="http://schemas.microsoft.com/office/drawing/2014/main" id="{82EFAF6B-B1BE-1D4F-D161-9A1A86B90DBC}"/>
                </a:ext>
              </a:extLst>
            </p:cNvPr>
            <p:cNvSpPr/>
            <p:nvPr/>
          </p:nvSpPr>
          <p:spPr>
            <a:xfrm>
              <a:off x="3563913" y="2004740"/>
              <a:ext cx="521068" cy="1104066"/>
            </a:xfrm>
            <a:custGeom>
              <a:avLst/>
              <a:gdLst>
                <a:gd name="connsiteX0" fmla="*/ 520120 w 521068"/>
                <a:gd name="connsiteY0" fmla="*/ 1057071 h 1104066"/>
                <a:gd name="connsiteX1" fmla="*/ 490974 w 521068"/>
                <a:gd name="connsiteY1" fmla="*/ 1101172 h 1104066"/>
                <a:gd name="connsiteX2" fmla="*/ 237037 w 521068"/>
                <a:gd name="connsiteY2" fmla="*/ 638352 h 1104066"/>
                <a:gd name="connsiteX3" fmla="*/ 7294 w 521068"/>
                <a:gd name="connsiteY3" fmla="*/ 55231 h 1104066"/>
                <a:gd name="connsiteX4" fmla="*/ 13867 w 521068"/>
                <a:gd name="connsiteY4" fmla="*/ 27323 h 1104066"/>
                <a:gd name="connsiteX5" fmla="*/ 466018 w 521068"/>
                <a:gd name="connsiteY5" fmla="*/ 425659 h 1104066"/>
                <a:gd name="connsiteX6" fmla="*/ 515739 w 521068"/>
                <a:gd name="connsiteY6" fmla="*/ 852760 h 1104066"/>
                <a:gd name="connsiteX7" fmla="*/ 520311 w 521068"/>
                <a:gd name="connsiteY7" fmla="*/ 1056976 h 1104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1068" h="1104066">
                  <a:moveTo>
                    <a:pt x="520120" y="1057071"/>
                  </a:moveTo>
                  <a:cubicBezTo>
                    <a:pt x="522502" y="1078121"/>
                    <a:pt x="522787" y="1114602"/>
                    <a:pt x="490974" y="1101172"/>
                  </a:cubicBezTo>
                  <a:cubicBezTo>
                    <a:pt x="362482" y="1001254"/>
                    <a:pt x="285520" y="790561"/>
                    <a:pt x="237037" y="638352"/>
                  </a:cubicBezTo>
                  <a:cubicBezTo>
                    <a:pt x="186650" y="434993"/>
                    <a:pt x="151408" y="217252"/>
                    <a:pt x="7294" y="55231"/>
                  </a:cubicBezTo>
                  <a:cubicBezTo>
                    <a:pt x="2913" y="54946"/>
                    <a:pt x="-9660" y="35896"/>
                    <a:pt x="13867" y="27323"/>
                  </a:cubicBezTo>
                  <a:cubicBezTo>
                    <a:pt x="270565" y="-99074"/>
                    <a:pt x="388866" y="243922"/>
                    <a:pt x="466018" y="425659"/>
                  </a:cubicBezTo>
                  <a:cubicBezTo>
                    <a:pt x="515263" y="562247"/>
                    <a:pt x="515929" y="709313"/>
                    <a:pt x="515739" y="852760"/>
                  </a:cubicBezTo>
                  <a:cubicBezTo>
                    <a:pt x="515358" y="920863"/>
                    <a:pt x="517072" y="988967"/>
                    <a:pt x="520311" y="1056976"/>
                  </a:cubicBezTo>
                  <a:close/>
                </a:path>
              </a:pathLst>
            </a:custGeom>
            <a:solidFill>
              <a:srgbClr val="93B96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="" xmlns:a16="http://schemas.microsoft.com/office/drawing/2014/main" id="{461210BC-BA6F-D4ED-BB38-25FE08E5B726}"/>
                </a:ext>
              </a:extLst>
            </p:cNvPr>
            <p:cNvSpPr/>
            <p:nvPr/>
          </p:nvSpPr>
          <p:spPr>
            <a:xfrm>
              <a:off x="2737670" y="4117181"/>
              <a:ext cx="1461240" cy="1418558"/>
            </a:xfrm>
            <a:custGeom>
              <a:avLst/>
              <a:gdLst>
                <a:gd name="connsiteX0" fmla="*/ 1167389 w 1461240"/>
                <a:gd name="connsiteY0" fmla="*/ 1418558 h 1418558"/>
                <a:gd name="connsiteX1" fmla="*/ 293756 w 1461240"/>
                <a:gd name="connsiteY1" fmla="*/ 1418558 h 1418558"/>
                <a:gd name="connsiteX2" fmla="*/ 269277 w 1461240"/>
                <a:gd name="connsiteY2" fmla="*/ 1398365 h 1418558"/>
                <a:gd name="connsiteX3" fmla="*/ 481 w 1461240"/>
                <a:gd name="connsiteY3" fmla="*/ 29813 h 1418558"/>
                <a:gd name="connsiteX4" fmla="*/ 24961 w 1461240"/>
                <a:gd name="connsiteY4" fmla="*/ 0 h 1418558"/>
                <a:gd name="connsiteX5" fmla="*/ 1436280 w 1461240"/>
                <a:gd name="connsiteY5" fmla="*/ 0 h 1418558"/>
                <a:gd name="connsiteX6" fmla="*/ 1460759 w 1461240"/>
                <a:gd name="connsiteY6" fmla="*/ 29813 h 1418558"/>
                <a:gd name="connsiteX7" fmla="*/ 1191964 w 1461240"/>
                <a:gd name="connsiteY7" fmla="*/ 1398365 h 1418558"/>
                <a:gd name="connsiteX8" fmla="*/ 1167485 w 1461240"/>
                <a:gd name="connsiteY8" fmla="*/ 1418558 h 141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61240" h="1418558">
                  <a:moveTo>
                    <a:pt x="1167389" y="1418558"/>
                  </a:moveTo>
                  <a:lnTo>
                    <a:pt x="293756" y="1418558"/>
                  </a:lnTo>
                  <a:cubicBezTo>
                    <a:pt x="281850" y="1418558"/>
                    <a:pt x="271563" y="1410081"/>
                    <a:pt x="269277" y="1398365"/>
                  </a:cubicBezTo>
                  <a:lnTo>
                    <a:pt x="481" y="29813"/>
                  </a:lnTo>
                  <a:cubicBezTo>
                    <a:pt x="-2567" y="14383"/>
                    <a:pt x="9244" y="0"/>
                    <a:pt x="24961" y="0"/>
                  </a:cubicBezTo>
                  <a:lnTo>
                    <a:pt x="1436280" y="0"/>
                  </a:lnTo>
                  <a:cubicBezTo>
                    <a:pt x="1451996" y="0"/>
                    <a:pt x="1463807" y="14383"/>
                    <a:pt x="1460759" y="29813"/>
                  </a:cubicBezTo>
                  <a:lnTo>
                    <a:pt x="1191964" y="1398365"/>
                  </a:lnTo>
                  <a:cubicBezTo>
                    <a:pt x="1189678" y="1410081"/>
                    <a:pt x="1179391" y="1418558"/>
                    <a:pt x="1167485" y="1418558"/>
                  </a:cubicBezTo>
                  <a:close/>
                </a:path>
              </a:pathLst>
            </a:custGeom>
            <a:solidFill>
              <a:srgbClr val="E1724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189" name="Graphic 1187">
            <a:extLst>
              <a:ext uri="{FF2B5EF4-FFF2-40B4-BE49-F238E27FC236}">
                <a16:creationId xmlns="" xmlns:a16="http://schemas.microsoft.com/office/drawing/2014/main" id="{3C348768-A7A2-A96C-D309-138292CF16B3}"/>
              </a:ext>
            </a:extLst>
          </p:cNvPr>
          <p:cNvGrpSpPr/>
          <p:nvPr/>
        </p:nvGrpSpPr>
        <p:grpSpPr>
          <a:xfrm>
            <a:off x="2453827" y="5683733"/>
            <a:ext cx="854640" cy="709074"/>
            <a:chOff x="7632780" y="4475305"/>
            <a:chExt cx="2142202" cy="1955067"/>
          </a:xfrm>
        </p:grpSpPr>
        <p:sp>
          <p:nvSpPr>
            <p:cNvPr id="1190" name="Freeform: Shape 1189">
              <a:extLst>
                <a:ext uri="{FF2B5EF4-FFF2-40B4-BE49-F238E27FC236}">
                  <a16:creationId xmlns="" xmlns:a16="http://schemas.microsoft.com/office/drawing/2014/main" id="{A716CC00-FB53-5C4F-AE4B-83011E2A0EE3}"/>
                </a:ext>
              </a:extLst>
            </p:cNvPr>
            <p:cNvSpPr/>
            <p:nvPr/>
          </p:nvSpPr>
          <p:spPr>
            <a:xfrm>
              <a:off x="9184114" y="5316274"/>
              <a:ext cx="45426" cy="14174"/>
            </a:xfrm>
            <a:custGeom>
              <a:avLst/>
              <a:gdLst>
                <a:gd name="connsiteX0" fmla="*/ 43882 w 45426"/>
                <a:gd name="connsiteY0" fmla="*/ 8349 h 14174"/>
                <a:gd name="connsiteX1" fmla="*/ 32947 w 45426"/>
                <a:gd name="connsiteY1" fmla="*/ 4469 h 14174"/>
                <a:gd name="connsiteX2" fmla="*/ 22071 w 45426"/>
                <a:gd name="connsiteY2" fmla="*/ 1941 h 14174"/>
                <a:gd name="connsiteX3" fmla="*/ 11077 w 45426"/>
                <a:gd name="connsiteY3" fmla="*/ 412 h 14174"/>
                <a:gd name="connsiteX4" fmla="*/ 553 w 45426"/>
                <a:gd name="connsiteY4" fmla="*/ 1000 h 14174"/>
                <a:gd name="connsiteX5" fmla="*/ 553 w 45426"/>
                <a:gd name="connsiteY5" fmla="*/ 2940 h 14174"/>
                <a:gd name="connsiteX6" fmla="*/ 10430 w 45426"/>
                <a:gd name="connsiteY6" fmla="*/ 5351 h 14174"/>
                <a:gd name="connsiteX7" fmla="*/ 20954 w 45426"/>
                <a:gd name="connsiteY7" fmla="*/ 7585 h 14174"/>
                <a:gd name="connsiteX8" fmla="*/ 31301 w 45426"/>
                <a:gd name="connsiteY8" fmla="*/ 10583 h 14174"/>
                <a:gd name="connsiteX9" fmla="*/ 36416 w 45426"/>
                <a:gd name="connsiteY9" fmla="*/ 12347 h 14174"/>
                <a:gd name="connsiteX10" fmla="*/ 41472 w 45426"/>
                <a:gd name="connsiteY10" fmla="*/ 14111 h 14174"/>
                <a:gd name="connsiteX11" fmla="*/ 43882 w 45426"/>
                <a:gd name="connsiteY11" fmla="*/ 8349 h 14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5426" h="14174">
                  <a:moveTo>
                    <a:pt x="43882" y="8349"/>
                  </a:moveTo>
                  <a:cubicBezTo>
                    <a:pt x="40766" y="6350"/>
                    <a:pt x="36475" y="5468"/>
                    <a:pt x="32947" y="4469"/>
                  </a:cubicBezTo>
                  <a:cubicBezTo>
                    <a:pt x="29361" y="3411"/>
                    <a:pt x="25716" y="2588"/>
                    <a:pt x="22071" y="1941"/>
                  </a:cubicBezTo>
                  <a:cubicBezTo>
                    <a:pt x="18426" y="1294"/>
                    <a:pt x="14722" y="765"/>
                    <a:pt x="11077" y="412"/>
                  </a:cubicBezTo>
                  <a:cubicBezTo>
                    <a:pt x="7843" y="118"/>
                    <a:pt x="3551" y="-587"/>
                    <a:pt x="553" y="1000"/>
                  </a:cubicBezTo>
                  <a:cubicBezTo>
                    <a:pt x="-270" y="1412"/>
                    <a:pt x="-94" y="2470"/>
                    <a:pt x="553" y="2940"/>
                  </a:cubicBezTo>
                  <a:cubicBezTo>
                    <a:pt x="3199" y="4763"/>
                    <a:pt x="7314" y="4822"/>
                    <a:pt x="10430" y="5351"/>
                  </a:cubicBezTo>
                  <a:cubicBezTo>
                    <a:pt x="13958" y="5997"/>
                    <a:pt x="17485" y="6703"/>
                    <a:pt x="20954" y="7585"/>
                  </a:cubicBezTo>
                  <a:cubicBezTo>
                    <a:pt x="24422" y="8467"/>
                    <a:pt x="27891" y="9466"/>
                    <a:pt x="31301" y="10583"/>
                  </a:cubicBezTo>
                  <a:cubicBezTo>
                    <a:pt x="33006" y="11112"/>
                    <a:pt x="34711" y="11700"/>
                    <a:pt x="36416" y="12347"/>
                  </a:cubicBezTo>
                  <a:cubicBezTo>
                    <a:pt x="38062" y="12935"/>
                    <a:pt x="39767" y="13817"/>
                    <a:pt x="41472" y="14111"/>
                  </a:cubicBezTo>
                  <a:cubicBezTo>
                    <a:pt x="44882" y="14757"/>
                    <a:pt x="47057" y="10348"/>
                    <a:pt x="43882" y="8349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="" xmlns:a16="http://schemas.microsoft.com/office/drawing/2014/main" id="{362C49D8-058B-2BF9-C193-EA041D7E9F15}"/>
                </a:ext>
              </a:extLst>
            </p:cNvPr>
            <p:cNvSpPr/>
            <p:nvPr/>
          </p:nvSpPr>
          <p:spPr>
            <a:xfrm>
              <a:off x="9215827" y="5280906"/>
              <a:ext cx="11238" cy="49943"/>
            </a:xfrm>
            <a:custGeom>
              <a:avLst/>
              <a:gdLst>
                <a:gd name="connsiteX0" fmla="*/ 6467 w 11238"/>
                <a:gd name="connsiteY0" fmla="*/ 23140 h 49943"/>
                <a:gd name="connsiteX1" fmla="*/ 4586 w 11238"/>
                <a:gd name="connsiteY1" fmla="*/ 11794 h 49943"/>
                <a:gd name="connsiteX2" fmla="*/ 3763 w 11238"/>
                <a:gd name="connsiteY2" fmla="*/ 6561 h 49943"/>
                <a:gd name="connsiteX3" fmla="*/ 2352 w 11238"/>
                <a:gd name="connsiteY3" fmla="*/ 623 h 49943"/>
                <a:gd name="connsiteX4" fmla="*/ 647 w 11238"/>
                <a:gd name="connsiteY4" fmla="*/ 858 h 49943"/>
                <a:gd name="connsiteX5" fmla="*/ 0 w 11238"/>
                <a:gd name="connsiteY5" fmla="*/ 7090 h 49943"/>
                <a:gd name="connsiteX6" fmla="*/ 118 w 11238"/>
                <a:gd name="connsiteY6" fmla="*/ 12440 h 49943"/>
                <a:gd name="connsiteX7" fmla="*/ 999 w 11238"/>
                <a:gd name="connsiteY7" fmla="*/ 24375 h 49943"/>
                <a:gd name="connsiteX8" fmla="*/ 4880 w 11238"/>
                <a:gd name="connsiteY8" fmla="*/ 47598 h 49943"/>
                <a:gd name="connsiteX9" fmla="*/ 11170 w 11238"/>
                <a:gd name="connsiteY9" fmla="*/ 45893 h 49943"/>
                <a:gd name="connsiteX10" fmla="*/ 6467 w 11238"/>
                <a:gd name="connsiteY10" fmla="*/ 23199 h 49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238" h="49943">
                  <a:moveTo>
                    <a:pt x="6467" y="23140"/>
                  </a:moveTo>
                  <a:cubicBezTo>
                    <a:pt x="5820" y="19378"/>
                    <a:pt x="5115" y="15556"/>
                    <a:pt x="4586" y="11794"/>
                  </a:cubicBezTo>
                  <a:cubicBezTo>
                    <a:pt x="4351" y="10030"/>
                    <a:pt x="4057" y="8325"/>
                    <a:pt x="3763" y="6561"/>
                  </a:cubicBezTo>
                  <a:cubicBezTo>
                    <a:pt x="3469" y="4504"/>
                    <a:pt x="2763" y="2622"/>
                    <a:pt x="2352" y="623"/>
                  </a:cubicBezTo>
                  <a:cubicBezTo>
                    <a:pt x="2175" y="-376"/>
                    <a:pt x="705" y="-82"/>
                    <a:pt x="647" y="858"/>
                  </a:cubicBezTo>
                  <a:cubicBezTo>
                    <a:pt x="470" y="2975"/>
                    <a:pt x="0" y="4915"/>
                    <a:pt x="0" y="7090"/>
                  </a:cubicBezTo>
                  <a:cubicBezTo>
                    <a:pt x="0" y="8854"/>
                    <a:pt x="0" y="10618"/>
                    <a:pt x="118" y="12440"/>
                  </a:cubicBezTo>
                  <a:cubicBezTo>
                    <a:pt x="294" y="16438"/>
                    <a:pt x="529" y="20436"/>
                    <a:pt x="999" y="24375"/>
                  </a:cubicBezTo>
                  <a:cubicBezTo>
                    <a:pt x="1940" y="32077"/>
                    <a:pt x="2822" y="40072"/>
                    <a:pt x="4880" y="47598"/>
                  </a:cubicBezTo>
                  <a:cubicBezTo>
                    <a:pt x="5997" y="51713"/>
                    <a:pt x="11935" y="49949"/>
                    <a:pt x="11170" y="45893"/>
                  </a:cubicBezTo>
                  <a:cubicBezTo>
                    <a:pt x="9759" y="38309"/>
                    <a:pt x="7702" y="30842"/>
                    <a:pt x="6467" y="23199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="" xmlns:a16="http://schemas.microsoft.com/office/drawing/2014/main" id="{3586B65D-4A38-3172-2949-43C2179E6A5A}"/>
                </a:ext>
              </a:extLst>
            </p:cNvPr>
            <p:cNvSpPr/>
            <p:nvPr/>
          </p:nvSpPr>
          <p:spPr>
            <a:xfrm>
              <a:off x="9535032" y="5174085"/>
              <a:ext cx="38065" cy="41039"/>
            </a:xfrm>
            <a:custGeom>
              <a:avLst/>
              <a:gdLst>
                <a:gd name="connsiteX0" fmla="*/ 36895 w 38065"/>
                <a:gd name="connsiteY0" fmla="*/ 38129 h 41039"/>
                <a:gd name="connsiteX1" fmla="*/ 6558 w 38065"/>
                <a:gd name="connsiteY1" fmla="*/ 28252 h 41039"/>
                <a:gd name="connsiteX2" fmla="*/ 13437 w 38065"/>
                <a:gd name="connsiteY2" fmla="*/ 16553 h 41039"/>
                <a:gd name="connsiteX3" fmla="*/ 17317 w 38065"/>
                <a:gd name="connsiteY3" fmla="*/ 9027 h 41039"/>
                <a:gd name="connsiteX4" fmla="*/ 20374 w 38065"/>
                <a:gd name="connsiteY4" fmla="*/ 1208 h 41039"/>
                <a:gd name="connsiteX5" fmla="*/ 18787 w 38065"/>
                <a:gd name="connsiteY5" fmla="*/ 267 h 41039"/>
                <a:gd name="connsiteX6" fmla="*/ 14260 w 38065"/>
                <a:gd name="connsiteY6" fmla="*/ 7263 h 41039"/>
                <a:gd name="connsiteX7" fmla="*/ 9909 w 38065"/>
                <a:gd name="connsiteY7" fmla="*/ 14495 h 41039"/>
                <a:gd name="connsiteX8" fmla="*/ 326 w 38065"/>
                <a:gd name="connsiteY8" fmla="*/ 28840 h 41039"/>
                <a:gd name="connsiteX9" fmla="*/ 1796 w 38065"/>
                <a:gd name="connsiteY9" fmla="*/ 32426 h 41039"/>
                <a:gd name="connsiteX10" fmla="*/ 34484 w 38065"/>
                <a:gd name="connsiteY10" fmla="*/ 40245 h 41039"/>
                <a:gd name="connsiteX11" fmla="*/ 36777 w 38065"/>
                <a:gd name="connsiteY11" fmla="*/ 38129 h 41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065" h="41039">
                  <a:moveTo>
                    <a:pt x="36895" y="38129"/>
                  </a:moveTo>
                  <a:cubicBezTo>
                    <a:pt x="27900" y="31897"/>
                    <a:pt x="17200" y="29781"/>
                    <a:pt x="6558" y="28252"/>
                  </a:cubicBezTo>
                  <a:cubicBezTo>
                    <a:pt x="8969" y="24431"/>
                    <a:pt x="11262" y="20550"/>
                    <a:pt x="13437" y="16553"/>
                  </a:cubicBezTo>
                  <a:cubicBezTo>
                    <a:pt x="14789" y="14083"/>
                    <a:pt x="16083" y="11555"/>
                    <a:pt x="17317" y="9027"/>
                  </a:cubicBezTo>
                  <a:cubicBezTo>
                    <a:pt x="18552" y="6499"/>
                    <a:pt x="19904" y="3971"/>
                    <a:pt x="20374" y="1208"/>
                  </a:cubicBezTo>
                  <a:cubicBezTo>
                    <a:pt x="20551" y="385"/>
                    <a:pt x="19492" y="-438"/>
                    <a:pt x="18787" y="267"/>
                  </a:cubicBezTo>
                  <a:cubicBezTo>
                    <a:pt x="16906" y="2325"/>
                    <a:pt x="15671" y="4794"/>
                    <a:pt x="14260" y="7263"/>
                  </a:cubicBezTo>
                  <a:cubicBezTo>
                    <a:pt x="12849" y="9674"/>
                    <a:pt x="11438" y="12084"/>
                    <a:pt x="9909" y="14495"/>
                  </a:cubicBezTo>
                  <a:cubicBezTo>
                    <a:pt x="6852" y="19375"/>
                    <a:pt x="3619" y="24137"/>
                    <a:pt x="326" y="28840"/>
                  </a:cubicBezTo>
                  <a:cubicBezTo>
                    <a:pt x="-497" y="30016"/>
                    <a:pt x="326" y="32191"/>
                    <a:pt x="1796" y="32426"/>
                  </a:cubicBezTo>
                  <a:cubicBezTo>
                    <a:pt x="12967" y="34249"/>
                    <a:pt x="25078" y="33602"/>
                    <a:pt x="34484" y="40245"/>
                  </a:cubicBezTo>
                  <a:cubicBezTo>
                    <a:pt x="37306" y="42244"/>
                    <a:pt x="39599" y="40069"/>
                    <a:pt x="36777" y="38129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="" xmlns:a16="http://schemas.microsoft.com/office/drawing/2014/main" id="{8AA97493-7D9F-6C8B-75FD-7B22C64CF3B9}"/>
                </a:ext>
              </a:extLst>
            </p:cNvPr>
            <p:cNvSpPr/>
            <p:nvPr/>
          </p:nvSpPr>
          <p:spPr>
            <a:xfrm>
              <a:off x="9738306" y="5524191"/>
              <a:ext cx="36677" cy="10324"/>
            </a:xfrm>
            <a:custGeom>
              <a:avLst/>
              <a:gdLst>
                <a:gd name="connsiteX0" fmla="*/ 36098 w 36677"/>
                <a:gd name="connsiteY0" fmla="*/ 382 h 10324"/>
                <a:gd name="connsiteX1" fmla="*/ 32512 w 36677"/>
                <a:gd name="connsiteY1" fmla="*/ 147 h 10324"/>
                <a:gd name="connsiteX2" fmla="*/ 28337 w 36677"/>
                <a:gd name="connsiteY2" fmla="*/ 617 h 10324"/>
                <a:gd name="connsiteX3" fmla="*/ 19636 w 36677"/>
                <a:gd name="connsiteY3" fmla="*/ 1734 h 10324"/>
                <a:gd name="connsiteX4" fmla="*/ 11347 w 36677"/>
                <a:gd name="connsiteY4" fmla="*/ 2734 h 10324"/>
                <a:gd name="connsiteX5" fmla="*/ 7055 w 36677"/>
                <a:gd name="connsiteY5" fmla="*/ 3204 h 10324"/>
                <a:gd name="connsiteX6" fmla="*/ 2469 w 36677"/>
                <a:gd name="connsiteY6" fmla="*/ 3733 h 10324"/>
                <a:gd name="connsiteX7" fmla="*/ 0 w 36677"/>
                <a:gd name="connsiteY7" fmla="*/ 6967 h 10324"/>
                <a:gd name="connsiteX8" fmla="*/ 2469 w 36677"/>
                <a:gd name="connsiteY8" fmla="*/ 10200 h 10324"/>
                <a:gd name="connsiteX9" fmla="*/ 11935 w 36677"/>
                <a:gd name="connsiteY9" fmla="*/ 9495 h 10324"/>
                <a:gd name="connsiteX10" fmla="*/ 20695 w 36677"/>
                <a:gd name="connsiteY10" fmla="*/ 7966 h 10324"/>
                <a:gd name="connsiteX11" fmla="*/ 28984 w 36677"/>
                <a:gd name="connsiteY11" fmla="*/ 5673 h 10324"/>
                <a:gd name="connsiteX12" fmla="*/ 33041 w 36677"/>
                <a:gd name="connsiteY12" fmla="*/ 4145 h 10324"/>
                <a:gd name="connsiteX13" fmla="*/ 36509 w 36677"/>
                <a:gd name="connsiteY13" fmla="*/ 1969 h 10324"/>
                <a:gd name="connsiteX14" fmla="*/ 36098 w 36677"/>
                <a:gd name="connsiteY14" fmla="*/ 323 h 10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6677" h="10324">
                  <a:moveTo>
                    <a:pt x="36098" y="382"/>
                  </a:moveTo>
                  <a:cubicBezTo>
                    <a:pt x="34922" y="-206"/>
                    <a:pt x="33746" y="29"/>
                    <a:pt x="32512" y="147"/>
                  </a:cubicBezTo>
                  <a:cubicBezTo>
                    <a:pt x="31101" y="265"/>
                    <a:pt x="29690" y="441"/>
                    <a:pt x="28337" y="617"/>
                  </a:cubicBezTo>
                  <a:cubicBezTo>
                    <a:pt x="25457" y="970"/>
                    <a:pt x="22576" y="1323"/>
                    <a:pt x="19636" y="1734"/>
                  </a:cubicBezTo>
                  <a:cubicBezTo>
                    <a:pt x="16873" y="2146"/>
                    <a:pt x="14110" y="2440"/>
                    <a:pt x="11347" y="2734"/>
                  </a:cubicBezTo>
                  <a:cubicBezTo>
                    <a:pt x="9936" y="2910"/>
                    <a:pt x="8525" y="3028"/>
                    <a:pt x="7055" y="3204"/>
                  </a:cubicBezTo>
                  <a:cubicBezTo>
                    <a:pt x="5526" y="3322"/>
                    <a:pt x="3939" y="3322"/>
                    <a:pt x="2469" y="3733"/>
                  </a:cubicBezTo>
                  <a:cubicBezTo>
                    <a:pt x="1058" y="4145"/>
                    <a:pt x="0" y="5438"/>
                    <a:pt x="0" y="6967"/>
                  </a:cubicBezTo>
                  <a:cubicBezTo>
                    <a:pt x="0" y="8319"/>
                    <a:pt x="999" y="9965"/>
                    <a:pt x="2469" y="10200"/>
                  </a:cubicBezTo>
                  <a:cubicBezTo>
                    <a:pt x="5526" y="10612"/>
                    <a:pt x="8878" y="9906"/>
                    <a:pt x="11935" y="9495"/>
                  </a:cubicBezTo>
                  <a:cubicBezTo>
                    <a:pt x="14874" y="9083"/>
                    <a:pt x="17755" y="8554"/>
                    <a:pt x="20695" y="7966"/>
                  </a:cubicBezTo>
                  <a:cubicBezTo>
                    <a:pt x="23517" y="7378"/>
                    <a:pt x="26221" y="6614"/>
                    <a:pt x="28984" y="5673"/>
                  </a:cubicBezTo>
                  <a:cubicBezTo>
                    <a:pt x="30336" y="5203"/>
                    <a:pt x="31688" y="4733"/>
                    <a:pt x="33041" y="4145"/>
                  </a:cubicBezTo>
                  <a:cubicBezTo>
                    <a:pt x="34334" y="3616"/>
                    <a:pt x="35745" y="3204"/>
                    <a:pt x="36509" y="1969"/>
                  </a:cubicBezTo>
                  <a:cubicBezTo>
                    <a:pt x="36862" y="1440"/>
                    <a:pt x="36627" y="617"/>
                    <a:pt x="36098" y="323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="" xmlns:a16="http://schemas.microsoft.com/office/drawing/2014/main" id="{F83D0267-05E2-D324-CE1C-E5F7B317377B}"/>
                </a:ext>
              </a:extLst>
            </p:cNvPr>
            <p:cNvSpPr/>
            <p:nvPr/>
          </p:nvSpPr>
          <p:spPr>
            <a:xfrm>
              <a:off x="9738233" y="5524336"/>
              <a:ext cx="21731" cy="37004"/>
            </a:xfrm>
            <a:custGeom>
              <a:avLst/>
              <a:gdLst>
                <a:gd name="connsiteX0" fmla="*/ 13125 w 21731"/>
                <a:gd name="connsiteY0" fmla="*/ 18874 h 37004"/>
                <a:gd name="connsiteX1" fmla="*/ 8716 w 21731"/>
                <a:gd name="connsiteY1" fmla="*/ 10173 h 37004"/>
                <a:gd name="connsiteX2" fmla="*/ 7011 w 21731"/>
                <a:gd name="connsiteY2" fmla="*/ 5235 h 37004"/>
                <a:gd name="connsiteX3" fmla="*/ 4306 w 21731"/>
                <a:gd name="connsiteY3" fmla="*/ 355 h 37004"/>
                <a:gd name="connsiteX4" fmla="*/ 485 w 21731"/>
                <a:gd name="connsiteY4" fmla="*/ 1354 h 37004"/>
                <a:gd name="connsiteX5" fmla="*/ 896 w 21731"/>
                <a:gd name="connsiteY5" fmla="*/ 6646 h 37004"/>
                <a:gd name="connsiteX6" fmla="*/ 2954 w 21731"/>
                <a:gd name="connsiteY6" fmla="*/ 11349 h 37004"/>
                <a:gd name="connsiteX7" fmla="*/ 7775 w 21731"/>
                <a:gd name="connsiteY7" fmla="*/ 20285 h 37004"/>
                <a:gd name="connsiteX8" fmla="*/ 13537 w 21731"/>
                <a:gd name="connsiteY8" fmla="*/ 28163 h 37004"/>
                <a:gd name="connsiteX9" fmla="*/ 19122 w 21731"/>
                <a:gd name="connsiteY9" fmla="*/ 35865 h 37004"/>
                <a:gd name="connsiteX10" fmla="*/ 21591 w 21731"/>
                <a:gd name="connsiteY10" fmla="*/ 35630 h 37004"/>
                <a:gd name="connsiteX11" fmla="*/ 13125 w 21731"/>
                <a:gd name="connsiteY11" fmla="*/ 18815 h 37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731" h="37004">
                  <a:moveTo>
                    <a:pt x="13125" y="18874"/>
                  </a:moveTo>
                  <a:cubicBezTo>
                    <a:pt x="11479" y="16111"/>
                    <a:pt x="9950" y="13172"/>
                    <a:pt x="8716" y="10173"/>
                  </a:cubicBezTo>
                  <a:cubicBezTo>
                    <a:pt x="8069" y="8586"/>
                    <a:pt x="7481" y="6881"/>
                    <a:pt x="7011" y="5235"/>
                  </a:cubicBezTo>
                  <a:cubicBezTo>
                    <a:pt x="6423" y="3353"/>
                    <a:pt x="6129" y="1354"/>
                    <a:pt x="4306" y="355"/>
                  </a:cubicBezTo>
                  <a:cubicBezTo>
                    <a:pt x="3072" y="-351"/>
                    <a:pt x="1190" y="2"/>
                    <a:pt x="485" y="1354"/>
                  </a:cubicBezTo>
                  <a:cubicBezTo>
                    <a:pt x="-456" y="3236"/>
                    <a:pt x="132" y="4764"/>
                    <a:pt x="896" y="6646"/>
                  </a:cubicBezTo>
                  <a:cubicBezTo>
                    <a:pt x="1543" y="8233"/>
                    <a:pt x="2249" y="9820"/>
                    <a:pt x="2954" y="11349"/>
                  </a:cubicBezTo>
                  <a:cubicBezTo>
                    <a:pt x="4424" y="14406"/>
                    <a:pt x="5952" y="17405"/>
                    <a:pt x="7775" y="20285"/>
                  </a:cubicBezTo>
                  <a:cubicBezTo>
                    <a:pt x="9539" y="23048"/>
                    <a:pt x="11479" y="25635"/>
                    <a:pt x="13537" y="28163"/>
                  </a:cubicBezTo>
                  <a:cubicBezTo>
                    <a:pt x="15535" y="30574"/>
                    <a:pt x="16888" y="32749"/>
                    <a:pt x="19122" y="35865"/>
                  </a:cubicBezTo>
                  <a:cubicBezTo>
                    <a:pt x="20180" y="37394"/>
                    <a:pt x="22296" y="37452"/>
                    <a:pt x="21591" y="35630"/>
                  </a:cubicBezTo>
                  <a:cubicBezTo>
                    <a:pt x="19004" y="28634"/>
                    <a:pt x="16300" y="24165"/>
                    <a:pt x="13125" y="18815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="" xmlns:a16="http://schemas.microsoft.com/office/drawing/2014/main" id="{29BAF6D9-A4DB-20FC-A00D-B94504C75B83}"/>
                </a:ext>
              </a:extLst>
            </p:cNvPr>
            <p:cNvSpPr/>
            <p:nvPr/>
          </p:nvSpPr>
          <p:spPr>
            <a:xfrm>
              <a:off x="9242026" y="5593356"/>
              <a:ext cx="29786" cy="42005"/>
            </a:xfrm>
            <a:custGeom>
              <a:avLst/>
              <a:gdLst>
                <a:gd name="connsiteX0" fmla="*/ 29358 w 29786"/>
                <a:gd name="connsiteY0" fmla="*/ 38276 h 42005"/>
                <a:gd name="connsiteX1" fmla="*/ 15425 w 29786"/>
                <a:gd name="connsiteY1" fmla="*/ 18698 h 42005"/>
                <a:gd name="connsiteX2" fmla="*/ 8546 w 29786"/>
                <a:gd name="connsiteY2" fmla="*/ 9468 h 42005"/>
                <a:gd name="connsiteX3" fmla="*/ 1491 w 29786"/>
                <a:gd name="connsiteY3" fmla="*/ 238 h 42005"/>
                <a:gd name="connsiteX4" fmla="*/ 22 w 29786"/>
                <a:gd name="connsiteY4" fmla="*/ 1061 h 42005"/>
                <a:gd name="connsiteX5" fmla="*/ 5372 w 29786"/>
                <a:gd name="connsiteY5" fmla="*/ 11232 h 42005"/>
                <a:gd name="connsiteX6" fmla="*/ 11486 w 29786"/>
                <a:gd name="connsiteY6" fmla="*/ 20933 h 42005"/>
                <a:gd name="connsiteX7" fmla="*/ 24773 w 29786"/>
                <a:gd name="connsiteY7" fmla="*/ 40863 h 42005"/>
                <a:gd name="connsiteX8" fmla="*/ 29358 w 29786"/>
                <a:gd name="connsiteY8" fmla="*/ 38335 h 42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786" h="42005">
                  <a:moveTo>
                    <a:pt x="29358" y="38276"/>
                  </a:moveTo>
                  <a:cubicBezTo>
                    <a:pt x="25008" y="31633"/>
                    <a:pt x="20246" y="25048"/>
                    <a:pt x="15425" y="18698"/>
                  </a:cubicBezTo>
                  <a:cubicBezTo>
                    <a:pt x="13073" y="15641"/>
                    <a:pt x="10898" y="12467"/>
                    <a:pt x="8546" y="9468"/>
                  </a:cubicBezTo>
                  <a:cubicBezTo>
                    <a:pt x="6253" y="6470"/>
                    <a:pt x="4372" y="2766"/>
                    <a:pt x="1491" y="238"/>
                  </a:cubicBezTo>
                  <a:cubicBezTo>
                    <a:pt x="786" y="-350"/>
                    <a:pt x="-155" y="238"/>
                    <a:pt x="22" y="1061"/>
                  </a:cubicBezTo>
                  <a:cubicBezTo>
                    <a:pt x="727" y="4706"/>
                    <a:pt x="3490" y="8116"/>
                    <a:pt x="5372" y="11232"/>
                  </a:cubicBezTo>
                  <a:cubicBezTo>
                    <a:pt x="7312" y="14524"/>
                    <a:pt x="9487" y="17640"/>
                    <a:pt x="11486" y="20933"/>
                  </a:cubicBezTo>
                  <a:cubicBezTo>
                    <a:pt x="15660" y="27694"/>
                    <a:pt x="20128" y="34396"/>
                    <a:pt x="24773" y="40863"/>
                  </a:cubicBezTo>
                  <a:cubicBezTo>
                    <a:pt x="26713" y="43508"/>
                    <a:pt x="31181" y="41098"/>
                    <a:pt x="29358" y="38335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="" xmlns:a16="http://schemas.microsoft.com/office/drawing/2014/main" id="{0CB3AD2F-C036-A9BB-21C6-3A6EB9EED506}"/>
                </a:ext>
              </a:extLst>
            </p:cNvPr>
            <p:cNvSpPr/>
            <p:nvPr/>
          </p:nvSpPr>
          <p:spPr>
            <a:xfrm>
              <a:off x="9227654" y="5624937"/>
              <a:ext cx="45222" cy="19452"/>
            </a:xfrm>
            <a:custGeom>
              <a:avLst/>
              <a:gdLst>
                <a:gd name="connsiteX0" fmla="*/ 43848 w 45222"/>
                <a:gd name="connsiteY0" fmla="*/ 110 h 19452"/>
                <a:gd name="connsiteX1" fmla="*/ 37969 w 45222"/>
                <a:gd name="connsiteY1" fmla="*/ 992 h 19452"/>
                <a:gd name="connsiteX2" fmla="*/ 32560 w 45222"/>
                <a:gd name="connsiteY2" fmla="*/ 3167 h 19452"/>
                <a:gd name="connsiteX3" fmla="*/ 21331 w 45222"/>
                <a:gd name="connsiteY3" fmla="*/ 7753 h 19452"/>
                <a:gd name="connsiteX4" fmla="*/ 10278 w 45222"/>
                <a:gd name="connsiteY4" fmla="*/ 12574 h 19452"/>
                <a:gd name="connsiteX5" fmla="*/ 166 w 45222"/>
                <a:gd name="connsiteY5" fmla="*/ 18453 h 19452"/>
                <a:gd name="connsiteX6" fmla="*/ 636 w 45222"/>
                <a:gd name="connsiteY6" fmla="*/ 19453 h 19452"/>
                <a:gd name="connsiteX7" fmla="*/ 12159 w 45222"/>
                <a:gd name="connsiteY7" fmla="*/ 16748 h 19452"/>
                <a:gd name="connsiteX8" fmla="*/ 23506 w 45222"/>
                <a:gd name="connsiteY8" fmla="*/ 12633 h 19452"/>
                <a:gd name="connsiteX9" fmla="*/ 34794 w 45222"/>
                <a:gd name="connsiteY9" fmla="*/ 8223 h 19452"/>
                <a:gd name="connsiteX10" fmla="*/ 40261 w 45222"/>
                <a:gd name="connsiteY10" fmla="*/ 6048 h 19452"/>
                <a:gd name="connsiteX11" fmla="*/ 44965 w 45222"/>
                <a:gd name="connsiteY11" fmla="*/ 2697 h 19452"/>
                <a:gd name="connsiteX12" fmla="*/ 43848 w 45222"/>
                <a:gd name="connsiteY12" fmla="*/ 110 h 19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222" h="19452">
                  <a:moveTo>
                    <a:pt x="43848" y="110"/>
                  </a:moveTo>
                  <a:cubicBezTo>
                    <a:pt x="41496" y="-184"/>
                    <a:pt x="40144" y="110"/>
                    <a:pt x="37969" y="992"/>
                  </a:cubicBezTo>
                  <a:cubicBezTo>
                    <a:pt x="36146" y="1698"/>
                    <a:pt x="34382" y="2462"/>
                    <a:pt x="32560" y="3167"/>
                  </a:cubicBezTo>
                  <a:cubicBezTo>
                    <a:pt x="28797" y="4696"/>
                    <a:pt x="25035" y="6166"/>
                    <a:pt x="21331" y="7753"/>
                  </a:cubicBezTo>
                  <a:cubicBezTo>
                    <a:pt x="17627" y="9340"/>
                    <a:pt x="13923" y="10869"/>
                    <a:pt x="10278" y="12574"/>
                  </a:cubicBezTo>
                  <a:cubicBezTo>
                    <a:pt x="6868" y="14161"/>
                    <a:pt x="2870" y="15925"/>
                    <a:pt x="166" y="18453"/>
                  </a:cubicBezTo>
                  <a:cubicBezTo>
                    <a:pt x="-187" y="18806"/>
                    <a:pt x="48" y="19453"/>
                    <a:pt x="636" y="19453"/>
                  </a:cubicBezTo>
                  <a:cubicBezTo>
                    <a:pt x="4458" y="19453"/>
                    <a:pt x="8573" y="17924"/>
                    <a:pt x="12159" y="16748"/>
                  </a:cubicBezTo>
                  <a:cubicBezTo>
                    <a:pt x="15981" y="15455"/>
                    <a:pt x="19743" y="14044"/>
                    <a:pt x="23506" y="12633"/>
                  </a:cubicBezTo>
                  <a:cubicBezTo>
                    <a:pt x="27269" y="11222"/>
                    <a:pt x="31031" y="9693"/>
                    <a:pt x="34794" y="8223"/>
                  </a:cubicBezTo>
                  <a:lnTo>
                    <a:pt x="40261" y="6048"/>
                  </a:lnTo>
                  <a:cubicBezTo>
                    <a:pt x="42437" y="5166"/>
                    <a:pt x="43613" y="4520"/>
                    <a:pt x="44965" y="2697"/>
                  </a:cubicBezTo>
                  <a:cubicBezTo>
                    <a:pt x="45612" y="1874"/>
                    <a:pt x="44965" y="228"/>
                    <a:pt x="43848" y="110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="" xmlns:a16="http://schemas.microsoft.com/office/drawing/2014/main" id="{9E810746-7E88-AFCC-5B17-6CE0EC3729E6}"/>
                </a:ext>
              </a:extLst>
            </p:cNvPr>
            <p:cNvSpPr/>
            <p:nvPr/>
          </p:nvSpPr>
          <p:spPr>
            <a:xfrm>
              <a:off x="8143182" y="4590623"/>
              <a:ext cx="143221" cy="830619"/>
            </a:xfrm>
            <a:custGeom>
              <a:avLst/>
              <a:gdLst>
                <a:gd name="connsiteX0" fmla="*/ 110700 w 143221"/>
                <a:gd name="connsiteY0" fmla="*/ 801729 h 830619"/>
                <a:gd name="connsiteX1" fmla="*/ 87771 w 143221"/>
                <a:gd name="connsiteY1" fmla="*/ 817720 h 830619"/>
                <a:gd name="connsiteX2" fmla="*/ 49145 w 143221"/>
                <a:gd name="connsiteY2" fmla="*/ 828773 h 830619"/>
                <a:gd name="connsiteX3" fmla="*/ 12106 w 143221"/>
                <a:gd name="connsiteY3" fmla="*/ 583730 h 830619"/>
                <a:gd name="connsiteX4" fmla="*/ 3699 w 143221"/>
                <a:gd name="connsiteY4" fmla="*/ 388072 h 830619"/>
                <a:gd name="connsiteX5" fmla="*/ 54 w 143221"/>
                <a:gd name="connsiteY5" fmla="*/ 168721 h 830619"/>
                <a:gd name="connsiteX6" fmla="*/ 13517 w 143221"/>
                <a:gd name="connsiteY6" fmla="*/ 33325 h 830619"/>
                <a:gd name="connsiteX7" fmla="*/ 47087 w 143221"/>
                <a:gd name="connsiteY7" fmla="*/ 402 h 830619"/>
                <a:gd name="connsiteX8" fmla="*/ 50732 w 143221"/>
                <a:gd name="connsiteY8" fmla="*/ 49 h 830619"/>
                <a:gd name="connsiteX9" fmla="*/ 62138 w 143221"/>
                <a:gd name="connsiteY9" fmla="*/ 1048 h 830619"/>
                <a:gd name="connsiteX10" fmla="*/ 64078 w 143221"/>
                <a:gd name="connsiteY10" fmla="*/ 1519 h 830619"/>
                <a:gd name="connsiteX11" fmla="*/ 100823 w 143221"/>
                <a:gd name="connsiteY11" fmla="*/ 32090 h 830619"/>
                <a:gd name="connsiteX12" fmla="*/ 135216 w 143221"/>
                <a:gd name="connsiteY12" fmla="*/ 262964 h 830619"/>
                <a:gd name="connsiteX13" fmla="*/ 140683 w 143221"/>
                <a:gd name="connsiteY13" fmla="*/ 596429 h 830619"/>
                <a:gd name="connsiteX14" fmla="*/ 142917 w 143221"/>
                <a:gd name="connsiteY14" fmla="*/ 704135 h 830619"/>
                <a:gd name="connsiteX15" fmla="*/ 110700 w 143221"/>
                <a:gd name="connsiteY15" fmla="*/ 801729 h 830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3221" h="830619">
                  <a:moveTo>
                    <a:pt x="110700" y="801729"/>
                  </a:moveTo>
                  <a:cubicBezTo>
                    <a:pt x="103410" y="807549"/>
                    <a:pt x="95649" y="812723"/>
                    <a:pt x="87771" y="817720"/>
                  </a:cubicBezTo>
                  <a:cubicBezTo>
                    <a:pt x="76483" y="825069"/>
                    <a:pt x="62902" y="834711"/>
                    <a:pt x="49145" y="828773"/>
                  </a:cubicBezTo>
                  <a:cubicBezTo>
                    <a:pt x="-2003" y="798671"/>
                    <a:pt x="10872" y="638641"/>
                    <a:pt x="12106" y="583730"/>
                  </a:cubicBezTo>
                  <a:cubicBezTo>
                    <a:pt x="7756" y="518589"/>
                    <a:pt x="5169" y="453331"/>
                    <a:pt x="3699" y="388072"/>
                  </a:cubicBezTo>
                  <a:cubicBezTo>
                    <a:pt x="2288" y="314936"/>
                    <a:pt x="-416" y="241799"/>
                    <a:pt x="54" y="168721"/>
                  </a:cubicBezTo>
                  <a:cubicBezTo>
                    <a:pt x="1289" y="123511"/>
                    <a:pt x="-63" y="76889"/>
                    <a:pt x="13517" y="33325"/>
                  </a:cubicBezTo>
                  <a:cubicBezTo>
                    <a:pt x="19926" y="12983"/>
                    <a:pt x="32801" y="2636"/>
                    <a:pt x="47087" y="402"/>
                  </a:cubicBezTo>
                  <a:cubicBezTo>
                    <a:pt x="48322" y="225"/>
                    <a:pt x="49498" y="108"/>
                    <a:pt x="50732" y="49"/>
                  </a:cubicBezTo>
                  <a:cubicBezTo>
                    <a:pt x="54495" y="-128"/>
                    <a:pt x="58317" y="166"/>
                    <a:pt x="62138" y="1048"/>
                  </a:cubicBezTo>
                  <a:cubicBezTo>
                    <a:pt x="62785" y="1166"/>
                    <a:pt x="63431" y="1283"/>
                    <a:pt x="64078" y="1519"/>
                  </a:cubicBezTo>
                  <a:cubicBezTo>
                    <a:pt x="78247" y="5222"/>
                    <a:pt x="92004" y="15981"/>
                    <a:pt x="100823" y="32090"/>
                  </a:cubicBezTo>
                  <a:cubicBezTo>
                    <a:pt x="138332" y="102170"/>
                    <a:pt x="132511" y="185771"/>
                    <a:pt x="135216" y="262964"/>
                  </a:cubicBezTo>
                  <a:cubicBezTo>
                    <a:pt x="134922" y="374139"/>
                    <a:pt x="137332" y="485313"/>
                    <a:pt x="140683" y="596429"/>
                  </a:cubicBezTo>
                  <a:cubicBezTo>
                    <a:pt x="141624" y="632351"/>
                    <a:pt x="143153" y="668213"/>
                    <a:pt x="142917" y="704135"/>
                  </a:cubicBezTo>
                  <a:cubicBezTo>
                    <a:pt x="144446" y="739527"/>
                    <a:pt x="141154" y="778506"/>
                    <a:pt x="110700" y="801729"/>
                  </a:cubicBezTo>
                  <a:close/>
                </a:path>
              </a:pathLst>
            </a:custGeom>
            <a:solidFill>
              <a:srgbClr val="4A701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="" xmlns:a16="http://schemas.microsoft.com/office/drawing/2014/main" id="{44B83970-2E04-CD25-7418-26C7C10B8AA3}"/>
                </a:ext>
              </a:extLst>
            </p:cNvPr>
            <p:cNvSpPr/>
            <p:nvPr/>
          </p:nvSpPr>
          <p:spPr>
            <a:xfrm>
              <a:off x="8172387" y="4590623"/>
              <a:ext cx="81923" cy="521088"/>
            </a:xfrm>
            <a:custGeom>
              <a:avLst/>
              <a:gdLst>
                <a:gd name="connsiteX0" fmla="*/ 77732 w 81923"/>
                <a:gd name="connsiteY0" fmla="*/ 422642 h 521088"/>
                <a:gd name="connsiteX1" fmla="*/ 73793 w 81923"/>
                <a:gd name="connsiteY1" fmla="*/ 271371 h 521088"/>
                <a:gd name="connsiteX2" fmla="*/ 63681 w 81923"/>
                <a:gd name="connsiteY2" fmla="*/ 142736 h 521088"/>
                <a:gd name="connsiteX3" fmla="*/ 34109 w 81923"/>
                <a:gd name="connsiteY3" fmla="*/ 3459 h 521088"/>
                <a:gd name="connsiteX4" fmla="*/ 34873 w 81923"/>
                <a:gd name="connsiteY4" fmla="*/ 1519 h 521088"/>
                <a:gd name="connsiteX5" fmla="*/ 32933 w 81923"/>
                <a:gd name="connsiteY5" fmla="*/ 1048 h 521088"/>
                <a:gd name="connsiteX6" fmla="*/ 21527 w 81923"/>
                <a:gd name="connsiteY6" fmla="*/ 49 h 521088"/>
                <a:gd name="connsiteX7" fmla="*/ 17882 w 81923"/>
                <a:gd name="connsiteY7" fmla="*/ 402 h 521088"/>
                <a:gd name="connsiteX8" fmla="*/ 19881 w 81923"/>
                <a:gd name="connsiteY8" fmla="*/ 4458 h 521088"/>
                <a:gd name="connsiteX9" fmla="*/ 127 w 81923"/>
                <a:gd name="connsiteY9" fmla="*/ 194590 h 521088"/>
                <a:gd name="connsiteX10" fmla="*/ 6359 w 81923"/>
                <a:gd name="connsiteY10" fmla="*/ 506772 h 521088"/>
                <a:gd name="connsiteX11" fmla="*/ 12709 w 81923"/>
                <a:gd name="connsiteY11" fmla="*/ 513239 h 521088"/>
                <a:gd name="connsiteX12" fmla="*/ 18412 w 81923"/>
                <a:gd name="connsiteY12" fmla="*/ 505596 h 521088"/>
                <a:gd name="connsiteX13" fmla="*/ 17941 w 81923"/>
                <a:gd name="connsiteY13" fmla="*/ 474143 h 521088"/>
                <a:gd name="connsiteX14" fmla="*/ 13708 w 81923"/>
                <a:gd name="connsiteY14" fmla="*/ 271136 h 521088"/>
                <a:gd name="connsiteX15" fmla="*/ 27759 w 81923"/>
                <a:gd name="connsiteY15" fmla="*/ 22742 h 521088"/>
                <a:gd name="connsiteX16" fmla="*/ 51805 w 81923"/>
                <a:gd name="connsiteY16" fmla="*/ 157492 h 521088"/>
                <a:gd name="connsiteX17" fmla="*/ 69678 w 81923"/>
                <a:gd name="connsiteY17" fmla="*/ 514591 h 521088"/>
                <a:gd name="connsiteX18" fmla="*/ 81906 w 81923"/>
                <a:gd name="connsiteY18" fmla="*/ 513415 h 521088"/>
                <a:gd name="connsiteX19" fmla="*/ 77732 w 81923"/>
                <a:gd name="connsiteY19" fmla="*/ 422642 h 521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1923" h="521088">
                  <a:moveTo>
                    <a:pt x="77732" y="422642"/>
                  </a:moveTo>
                  <a:cubicBezTo>
                    <a:pt x="75909" y="372257"/>
                    <a:pt x="76439" y="321697"/>
                    <a:pt x="73793" y="271371"/>
                  </a:cubicBezTo>
                  <a:cubicBezTo>
                    <a:pt x="71735" y="228336"/>
                    <a:pt x="67326" y="185595"/>
                    <a:pt x="63681" y="142736"/>
                  </a:cubicBezTo>
                  <a:cubicBezTo>
                    <a:pt x="60506" y="95879"/>
                    <a:pt x="53745" y="46612"/>
                    <a:pt x="34109" y="3459"/>
                  </a:cubicBezTo>
                  <a:cubicBezTo>
                    <a:pt x="34344" y="2812"/>
                    <a:pt x="34579" y="2165"/>
                    <a:pt x="34873" y="1519"/>
                  </a:cubicBezTo>
                  <a:cubicBezTo>
                    <a:pt x="34226" y="1283"/>
                    <a:pt x="33580" y="1166"/>
                    <a:pt x="32933" y="1048"/>
                  </a:cubicBezTo>
                  <a:cubicBezTo>
                    <a:pt x="29112" y="166"/>
                    <a:pt x="25290" y="-128"/>
                    <a:pt x="21527" y="49"/>
                  </a:cubicBezTo>
                  <a:cubicBezTo>
                    <a:pt x="20293" y="108"/>
                    <a:pt x="19117" y="225"/>
                    <a:pt x="17882" y="402"/>
                  </a:cubicBezTo>
                  <a:cubicBezTo>
                    <a:pt x="18588" y="1754"/>
                    <a:pt x="19293" y="3106"/>
                    <a:pt x="19881" y="4458"/>
                  </a:cubicBezTo>
                  <a:cubicBezTo>
                    <a:pt x="127" y="61251"/>
                    <a:pt x="1009" y="157316"/>
                    <a:pt x="127" y="194590"/>
                  </a:cubicBezTo>
                  <a:cubicBezTo>
                    <a:pt x="-696" y="298650"/>
                    <a:pt x="2597" y="402770"/>
                    <a:pt x="6359" y="506772"/>
                  </a:cubicBezTo>
                  <a:cubicBezTo>
                    <a:pt x="6477" y="510182"/>
                    <a:pt x="9122" y="513592"/>
                    <a:pt x="12709" y="513239"/>
                  </a:cubicBezTo>
                  <a:cubicBezTo>
                    <a:pt x="16530" y="512886"/>
                    <a:pt x="18470" y="509006"/>
                    <a:pt x="18412" y="505596"/>
                  </a:cubicBezTo>
                  <a:cubicBezTo>
                    <a:pt x="18235" y="495131"/>
                    <a:pt x="18118" y="484666"/>
                    <a:pt x="17941" y="474143"/>
                  </a:cubicBezTo>
                  <a:cubicBezTo>
                    <a:pt x="17177" y="406474"/>
                    <a:pt x="14414" y="338805"/>
                    <a:pt x="13708" y="271136"/>
                  </a:cubicBezTo>
                  <a:cubicBezTo>
                    <a:pt x="14590" y="230394"/>
                    <a:pt x="8828" y="95056"/>
                    <a:pt x="27759" y="22742"/>
                  </a:cubicBezTo>
                  <a:cubicBezTo>
                    <a:pt x="43986" y="65072"/>
                    <a:pt x="48748" y="112693"/>
                    <a:pt x="51805" y="157492"/>
                  </a:cubicBezTo>
                  <a:cubicBezTo>
                    <a:pt x="65562" y="276133"/>
                    <a:pt x="61212" y="395597"/>
                    <a:pt x="69678" y="514591"/>
                  </a:cubicBezTo>
                  <a:cubicBezTo>
                    <a:pt x="70736" y="524939"/>
                    <a:pt x="82435" y="521705"/>
                    <a:pt x="81906" y="513415"/>
                  </a:cubicBezTo>
                  <a:cubicBezTo>
                    <a:pt x="80378" y="483138"/>
                    <a:pt x="79025" y="452919"/>
                    <a:pt x="77732" y="422642"/>
                  </a:cubicBezTo>
                  <a:close/>
                </a:path>
              </a:pathLst>
            </a:custGeom>
            <a:solidFill>
              <a:srgbClr val="4A701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="" xmlns:a16="http://schemas.microsoft.com/office/drawing/2014/main" id="{E5DD4C36-2D06-556B-CB4F-E9E4525CF3EC}"/>
                </a:ext>
              </a:extLst>
            </p:cNvPr>
            <p:cNvSpPr/>
            <p:nvPr/>
          </p:nvSpPr>
          <p:spPr>
            <a:xfrm>
              <a:off x="8082039" y="4881375"/>
              <a:ext cx="142700" cy="643558"/>
            </a:xfrm>
            <a:custGeom>
              <a:avLst/>
              <a:gdLst>
                <a:gd name="connsiteX0" fmla="*/ 102528 w 142700"/>
                <a:gd name="connsiteY0" fmla="*/ 642728 h 643558"/>
                <a:gd name="connsiteX1" fmla="*/ 13870 w 142700"/>
                <a:gd name="connsiteY1" fmla="*/ 592755 h 643558"/>
                <a:gd name="connsiteX2" fmla="*/ 7579 w 142700"/>
                <a:gd name="connsiteY2" fmla="*/ 528379 h 643558"/>
                <a:gd name="connsiteX3" fmla="*/ 466 w 142700"/>
                <a:gd name="connsiteY3" fmla="*/ 246356 h 643558"/>
                <a:gd name="connsiteX4" fmla="*/ 7403 w 142700"/>
                <a:gd name="connsiteY4" fmla="*/ 76684 h 643558"/>
                <a:gd name="connsiteX5" fmla="*/ 44971 w 142700"/>
                <a:gd name="connsiteY5" fmla="*/ 1490 h 643558"/>
                <a:gd name="connsiteX6" fmla="*/ 47969 w 142700"/>
                <a:gd name="connsiteY6" fmla="*/ 549 h 643558"/>
                <a:gd name="connsiteX7" fmla="*/ 47969 w 142700"/>
                <a:gd name="connsiteY7" fmla="*/ 549 h 643558"/>
                <a:gd name="connsiteX8" fmla="*/ 59786 w 142700"/>
                <a:gd name="connsiteY8" fmla="*/ 1020 h 643558"/>
                <a:gd name="connsiteX9" fmla="*/ 63196 w 142700"/>
                <a:gd name="connsiteY9" fmla="*/ 2195 h 643558"/>
                <a:gd name="connsiteX10" fmla="*/ 80010 w 142700"/>
                <a:gd name="connsiteY10" fmla="*/ 14130 h 643558"/>
                <a:gd name="connsiteX11" fmla="*/ 117108 w 142700"/>
                <a:gd name="connsiteY11" fmla="*/ 95615 h 643558"/>
                <a:gd name="connsiteX12" fmla="*/ 140918 w 142700"/>
                <a:gd name="connsiteY12" fmla="*/ 435135 h 643558"/>
                <a:gd name="connsiteX13" fmla="*/ 142447 w 142700"/>
                <a:gd name="connsiteY13" fmla="*/ 601162 h 643558"/>
                <a:gd name="connsiteX14" fmla="*/ 102469 w 142700"/>
                <a:gd name="connsiteY14" fmla="*/ 642728 h 643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700" h="643558">
                  <a:moveTo>
                    <a:pt x="102528" y="642728"/>
                  </a:moveTo>
                  <a:cubicBezTo>
                    <a:pt x="62197" y="643669"/>
                    <a:pt x="28921" y="633792"/>
                    <a:pt x="13870" y="592755"/>
                  </a:cubicBezTo>
                  <a:cubicBezTo>
                    <a:pt x="8344" y="582290"/>
                    <a:pt x="-8823" y="532141"/>
                    <a:pt x="7579" y="528379"/>
                  </a:cubicBezTo>
                  <a:cubicBezTo>
                    <a:pt x="4228" y="434430"/>
                    <a:pt x="1994" y="340422"/>
                    <a:pt x="466" y="246356"/>
                  </a:cubicBezTo>
                  <a:cubicBezTo>
                    <a:pt x="-181" y="189799"/>
                    <a:pt x="-1474" y="132712"/>
                    <a:pt x="7403" y="76684"/>
                  </a:cubicBezTo>
                  <a:cubicBezTo>
                    <a:pt x="9696" y="51169"/>
                    <a:pt x="22571" y="9721"/>
                    <a:pt x="44971" y="1490"/>
                  </a:cubicBezTo>
                  <a:cubicBezTo>
                    <a:pt x="45970" y="1078"/>
                    <a:pt x="46970" y="784"/>
                    <a:pt x="47969" y="549"/>
                  </a:cubicBezTo>
                  <a:lnTo>
                    <a:pt x="47969" y="549"/>
                  </a:lnTo>
                  <a:cubicBezTo>
                    <a:pt x="51673" y="-274"/>
                    <a:pt x="55612" y="-215"/>
                    <a:pt x="59786" y="1020"/>
                  </a:cubicBezTo>
                  <a:cubicBezTo>
                    <a:pt x="60903" y="1314"/>
                    <a:pt x="62020" y="1666"/>
                    <a:pt x="63196" y="2195"/>
                  </a:cubicBezTo>
                  <a:cubicBezTo>
                    <a:pt x="68429" y="4312"/>
                    <a:pt x="74072" y="8192"/>
                    <a:pt x="80010" y="14130"/>
                  </a:cubicBezTo>
                  <a:cubicBezTo>
                    <a:pt x="99764" y="37059"/>
                    <a:pt x="109053" y="66984"/>
                    <a:pt x="117108" y="95615"/>
                  </a:cubicBezTo>
                  <a:cubicBezTo>
                    <a:pt x="144211" y="206437"/>
                    <a:pt x="139860" y="321903"/>
                    <a:pt x="140918" y="435135"/>
                  </a:cubicBezTo>
                  <a:cubicBezTo>
                    <a:pt x="140918" y="490517"/>
                    <a:pt x="142035" y="545840"/>
                    <a:pt x="142447" y="601162"/>
                  </a:cubicBezTo>
                  <a:cubicBezTo>
                    <a:pt x="144034" y="634497"/>
                    <a:pt x="139037" y="647078"/>
                    <a:pt x="102469" y="642728"/>
                  </a:cubicBezTo>
                  <a:close/>
                </a:path>
              </a:pathLst>
            </a:custGeom>
            <a:solidFill>
              <a:srgbClr val="719B4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="" xmlns:a16="http://schemas.microsoft.com/office/drawing/2014/main" id="{1BE34ACA-32D3-A76F-95F4-EFD3A314C622}"/>
                </a:ext>
              </a:extLst>
            </p:cNvPr>
            <p:cNvSpPr/>
            <p:nvPr/>
          </p:nvSpPr>
          <p:spPr>
            <a:xfrm>
              <a:off x="8240470" y="4810228"/>
              <a:ext cx="139221" cy="667763"/>
            </a:xfrm>
            <a:custGeom>
              <a:avLst/>
              <a:gdLst>
                <a:gd name="connsiteX0" fmla="*/ 128467 w 139221"/>
                <a:gd name="connsiteY0" fmla="*/ 502284 h 667763"/>
                <a:gd name="connsiteX1" fmla="*/ 124586 w 139221"/>
                <a:gd name="connsiteY1" fmla="*/ 609579 h 667763"/>
                <a:gd name="connsiteX2" fmla="*/ 108654 w 139221"/>
                <a:gd name="connsiteY2" fmla="*/ 650615 h 667763"/>
                <a:gd name="connsiteX3" fmla="*/ 47511 w 139221"/>
                <a:gd name="connsiteY3" fmla="*/ 651850 h 667763"/>
                <a:gd name="connsiteX4" fmla="*/ 19173 w 139221"/>
                <a:gd name="connsiteY4" fmla="*/ 548436 h 667763"/>
                <a:gd name="connsiteX5" fmla="*/ 8885 w 139221"/>
                <a:gd name="connsiteY5" fmla="*/ 436732 h 667763"/>
                <a:gd name="connsiteX6" fmla="*/ 17351 w 139221"/>
                <a:gd name="connsiteY6" fmla="*/ 29425 h 667763"/>
                <a:gd name="connsiteX7" fmla="*/ 52214 w 139221"/>
                <a:gd name="connsiteY7" fmla="*/ 911 h 667763"/>
                <a:gd name="connsiteX8" fmla="*/ 56388 w 139221"/>
                <a:gd name="connsiteY8" fmla="*/ 265 h 667763"/>
                <a:gd name="connsiteX9" fmla="*/ 65854 w 139221"/>
                <a:gd name="connsiteY9" fmla="*/ 265 h 667763"/>
                <a:gd name="connsiteX10" fmla="*/ 71792 w 139221"/>
                <a:gd name="connsiteY10" fmla="*/ 1264 h 667763"/>
                <a:gd name="connsiteX11" fmla="*/ 103539 w 139221"/>
                <a:gd name="connsiteY11" fmla="*/ 23487 h 667763"/>
                <a:gd name="connsiteX12" fmla="*/ 138638 w 139221"/>
                <a:gd name="connsiteY12" fmla="*/ 166821 h 667763"/>
                <a:gd name="connsiteX13" fmla="*/ 128467 w 139221"/>
                <a:gd name="connsiteY13" fmla="*/ 502284 h 667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9221" h="667763">
                  <a:moveTo>
                    <a:pt x="128467" y="502284"/>
                  </a:moveTo>
                  <a:cubicBezTo>
                    <a:pt x="127173" y="538030"/>
                    <a:pt x="126468" y="573834"/>
                    <a:pt x="124586" y="609579"/>
                  </a:cubicBezTo>
                  <a:cubicBezTo>
                    <a:pt x="124234" y="624688"/>
                    <a:pt x="120589" y="640386"/>
                    <a:pt x="108654" y="650615"/>
                  </a:cubicBezTo>
                  <a:cubicBezTo>
                    <a:pt x="89664" y="668253"/>
                    <a:pt x="64560" y="677659"/>
                    <a:pt x="47511" y="651850"/>
                  </a:cubicBezTo>
                  <a:cubicBezTo>
                    <a:pt x="27051" y="621396"/>
                    <a:pt x="23348" y="584004"/>
                    <a:pt x="19173" y="548436"/>
                  </a:cubicBezTo>
                  <a:cubicBezTo>
                    <a:pt x="14940" y="511338"/>
                    <a:pt x="12177" y="474006"/>
                    <a:pt x="8885" y="436732"/>
                  </a:cubicBezTo>
                  <a:cubicBezTo>
                    <a:pt x="3946" y="381997"/>
                    <a:pt x="-12280" y="89980"/>
                    <a:pt x="17351" y="29425"/>
                  </a:cubicBezTo>
                  <a:cubicBezTo>
                    <a:pt x="25347" y="13199"/>
                    <a:pt x="38222" y="3674"/>
                    <a:pt x="52214" y="911"/>
                  </a:cubicBezTo>
                  <a:cubicBezTo>
                    <a:pt x="53566" y="559"/>
                    <a:pt x="54977" y="382"/>
                    <a:pt x="56388" y="265"/>
                  </a:cubicBezTo>
                  <a:cubicBezTo>
                    <a:pt x="59504" y="-88"/>
                    <a:pt x="62679" y="-88"/>
                    <a:pt x="65854" y="265"/>
                  </a:cubicBezTo>
                  <a:cubicBezTo>
                    <a:pt x="67853" y="441"/>
                    <a:pt x="69793" y="735"/>
                    <a:pt x="71792" y="1264"/>
                  </a:cubicBezTo>
                  <a:cubicBezTo>
                    <a:pt x="83609" y="4027"/>
                    <a:pt x="94897" y="11435"/>
                    <a:pt x="103539" y="23487"/>
                  </a:cubicBezTo>
                  <a:cubicBezTo>
                    <a:pt x="133464" y="64818"/>
                    <a:pt x="135404" y="117847"/>
                    <a:pt x="138638" y="166821"/>
                  </a:cubicBezTo>
                  <a:cubicBezTo>
                    <a:pt x="141754" y="278760"/>
                    <a:pt x="131524" y="390522"/>
                    <a:pt x="128467" y="502284"/>
                  </a:cubicBezTo>
                  <a:close/>
                </a:path>
              </a:pathLst>
            </a:custGeom>
            <a:solidFill>
              <a:srgbClr val="719B4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="" xmlns:a16="http://schemas.microsoft.com/office/drawing/2014/main" id="{0E64449E-076B-7B00-F43E-514FF3C0DC85}"/>
                </a:ext>
              </a:extLst>
            </p:cNvPr>
            <p:cNvSpPr/>
            <p:nvPr/>
          </p:nvSpPr>
          <p:spPr>
            <a:xfrm>
              <a:off x="8273526" y="4810493"/>
              <a:ext cx="70586" cy="528044"/>
            </a:xfrm>
            <a:custGeom>
              <a:avLst/>
              <a:gdLst>
                <a:gd name="connsiteX0" fmla="*/ 64192 w 70586"/>
                <a:gd name="connsiteY0" fmla="*/ 154386 h 528044"/>
                <a:gd name="connsiteX1" fmla="*/ 35384 w 70586"/>
                <a:gd name="connsiteY1" fmla="*/ 6702 h 528044"/>
                <a:gd name="connsiteX2" fmla="*/ 38735 w 70586"/>
                <a:gd name="connsiteY2" fmla="*/ 999 h 528044"/>
                <a:gd name="connsiteX3" fmla="*/ 32797 w 70586"/>
                <a:gd name="connsiteY3" fmla="*/ 0 h 528044"/>
                <a:gd name="connsiteX4" fmla="*/ 23332 w 70586"/>
                <a:gd name="connsiteY4" fmla="*/ 0 h 528044"/>
                <a:gd name="connsiteX5" fmla="*/ 19158 w 70586"/>
                <a:gd name="connsiteY5" fmla="*/ 647 h 528044"/>
                <a:gd name="connsiteX6" fmla="*/ 20922 w 70586"/>
                <a:gd name="connsiteY6" fmla="*/ 5409 h 528044"/>
                <a:gd name="connsiteX7" fmla="*/ 17041 w 70586"/>
                <a:gd name="connsiteY7" fmla="*/ 15227 h 528044"/>
                <a:gd name="connsiteX8" fmla="*/ 874 w 70586"/>
                <a:gd name="connsiteY8" fmla="*/ 189837 h 528044"/>
                <a:gd name="connsiteX9" fmla="*/ 12750 w 70586"/>
                <a:gd name="connsiteY9" fmla="*/ 508428 h 528044"/>
                <a:gd name="connsiteX10" fmla="*/ 25213 w 70586"/>
                <a:gd name="connsiteY10" fmla="*/ 507194 h 528044"/>
                <a:gd name="connsiteX11" fmla="*/ 14455 w 70586"/>
                <a:gd name="connsiteY11" fmla="*/ 185428 h 528044"/>
                <a:gd name="connsiteX12" fmla="*/ 27506 w 70586"/>
                <a:gd name="connsiteY12" fmla="*/ 25222 h 528044"/>
                <a:gd name="connsiteX13" fmla="*/ 54903 w 70586"/>
                <a:gd name="connsiteY13" fmla="*/ 218586 h 528044"/>
                <a:gd name="connsiteX14" fmla="*/ 57843 w 70586"/>
                <a:gd name="connsiteY14" fmla="*/ 521833 h 528044"/>
                <a:gd name="connsiteX15" fmla="*/ 69542 w 70586"/>
                <a:gd name="connsiteY15" fmla="*/ 520657 h 528044"/>
                <a:gd name="connsiteX16" fmla="*/ 70189 w 70586"/>
                <a:gd name="connsiteY16" fmla="*/ 409071 h 528044"/>
                <a:gd name="connsiteX17" fmla="*/ 64192 w 70586"/>
                <a:gd name="connsiteY17" fmla="*/ 154386 h 52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0586" h="528044">
                  <a:moveTo>
                    <a:pt x="64192" y="154386"/>
                  </a:moveTo>
                  <a:cubicBezTo>
                    <a:pt x="60665" y="104061"/>
                    <a:pt x="52610" y="53971"/>
                    <a:pt x="35384" y="6702"/>
                  </a:cubicBezTo>
                  <a:cubicBezTo>
                    <a:pt x="36442" y="4703"/>
                    <a:pt x="37560" y="2822"/>
                    <a:pt x="38735" y="999"/>
                  </a:cubicBezTo>
                  <a:cubicBezTo>
                    <a:pt x="36736" y="470"/>
                    <a:pt x="34796" y="176"/>
                    <a:pt x="32797" y="0"/>
                  </a:cubicBezTo>
                  <a:lnTo>
                    <a:pt x="23332" y="0"/>
                  </a:lnTo>
                  <a:cubicBezTo>
                    <a:pt x="21921" y="118"/>
                    <a:pt x="20510" y="294"/>
                    <a:pt x="19158" y="647"/>
                  </a:cubicBezTo>
                  <a:lnTo>
                    <a:pt x="20922" y="5409"/>
                  </a:lnTo>
                  <a:cubicBezTo>
                    <a:pt x="19334" y="9113"/>
                    <a:pt x="18041" y="12581"/>
                    <a:pt x="17041" y="15227"/>
                  </a:cubicBezTo>
                  <a:cubicBezTo>
                    <a:pt x="-1654" y="71020"/>
                    <a:pt x="-949" y="131340"/>
                    <a:pt x="874" y="189837"/>
                  </a:cubicBezTo>
                  <a:cubicBezTo>
                    <a:pt x="5695" y="296015"/>
                    <a:pt x="9516" y="402192"/>
                    <a:pt x="12750" y="508428"/>
                  </a:cubicBezTo>
                  <a:cubicBezTo>
                    <a:pt x="13749" y="519305"/>
                    <a:pt x="25684" y="516130"/>
                    <a:pt x="25213" y="507194"/>
                  </a:cubicBezTo>
                  <a:cubicBezTo>
                    <a:pt x="25213" y="399840"/>
                    <a:pt x="18923" y="292664"/>
                    <a:pt x="14455" y="185428"/>
                  </a:cubicBezTo>
                  <a:cubicBezTo>
                    <a:pt x="13808" y="145215"/>
                    <a:pt x="11221" y="73489"/>
                    <a:pt x="27506" y="25222"/>
                  </a:cubicBezTo>
                  <a:cubicBezTo>
                    <a:pt x="46731" y="87482"/>
                    <a:pt x="51963" y="153446"/>
                    <a:pt x="54903" y="218586"/>
                  </a:cubicBezTo>
                  <a:cubicBezTo>
                    <a:pt x="60194" y="319590"/>
                    <a:pt x="54080" y="420829"/>
                    <a:pt x="57843" y="521833"/>
                  </a:cubicBezTo>
                  <a:cubicBezTo>
                    <a:pt x="58783" y="531533"/>
                    <a:pt x="69954" y="528888"/>
                    <a:pt x="69542" y="520657"/>
                  </a:cubicBezTo>
                  <a:cubicBezTo>
                    <a:pt x="70424" y="483501"/>
                    <a:pt x="70189" y="446286"/>
                    <a:pt x="70189" y="409071"/>
                  </a:cubicBezTo>
                  <a:cubicBezTo>
                    <a:pt x="70777" y="324176"/>
                    <a:pt x="71776" y="239046"/>
                    <a:pt x="64192" y="154386"/>
                  </a:cubicBezTo>
                  <a:close/>
                </a:path>
              </a:pathLst>
            </a:custGeom>
            <a:solidFill>
              <a:srgbClr val="719B4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="" xmlns:a16="http://schemas.microsoft.com/office/drawing/2014/main" id="{9D9A4ABE-440F-ACCE-BFF8-3A8E33800476}"/>
                </a:ext>
              </a:extLst>
            </p:cNvPr>
            <p:cNvSpPr/>
            <p:nvPr/>
          </p:nvSpPr>
          <p:spPr>
            <a:xfrm>
              <a:off x="8108388" y="4881375"/>
              <a:ext cx="77505" cy="519955"/>
            </a:xfrm>
            <a:custGeom>
              <a:avLst/>
              <a:gdLst>
                <a:gd name="connsiteX0" fmla="*/ 77296 w 77505"/>
                <a:gd name="connsiteY0" fmla="*/ 420555 h 519955"/>
                <a:gd name="connsiteX1" fmla="*/ 65361 w 77505"/>
                <a:gd name="connsiteY1" fmla="*/ 166870 h 519955"/>
                <a:gd name="connsiteX2" fmla="*/ 39963 w 77505"/>
                <a:gd name="connsiteY2" fmla="*/ 17011 h 519955"/>
                <a:gd name="connsiteX3" fmla="*/ 35083 w 77505"/>
                <a:gd name="connsiteY3" fmla="*/ 4488 h 519955"/>
                <a:gd name="connsiteX4" fmla="*/ 36906 w 77505"/>
                <a:gd name="connsiteY4" fmla="*/ 2195 h 519955"/>
                <a:gd name="connsiteX5" fmla="*/ 33496 w 77505"/>
                <a:gd name="connsiteY5" fmla="*/ 1020 h 519955"/>
                <a:gd name="connsiteX6" fmla="*/ 21679 w 77505"/>
                <a:gd name="connsiteY6" fmla="*/ 549 h 519955"/>
                <a:gd name="connsiteX7" fmla="*/ 21679 w 77505"/>
                <a:gd name="connsiteY7" fmla="*/ 549 h 519955"/>
                <a:gd name="connsiteX8" fmla="*/ 18681 w 77505"/>
                <a:gd name="connsiteY8" fmla="*/ 1490 h 519955"/>
                <a:gd name="connsiteX9" fmla="*/ 19739 w 77505"/>
                <a:gd name="connsiteY9" fmla="*/ 3724 h 519955"/>
                <a:gd name="connsiteX10" fmla="*/ 4277 w 77505"/>
                <a:gd name="connsiteY10" fmla="*/ 211552 h 519955"/>
                <a:gd name="connsiteX11" fmla="*/ 22855 w 77505"/>
                <a:gd name="connsiteY11" fmla="*/ 513210 h 519955"/>
                <a:gd name="connsiteX12" fmla="*/ 35612 w 77505"/>
                <a:gd name="connsiteY12" fmla="*/ 513093 h 519955"/>
                <a:gd name="connsiteX13" fmla="*/ 27323 w 77505"/>
                <a:gd name="connsiteY13" fmla="*/ 396568 h 519955"/>
                <a:gd name="connsiteX14" fmla="*/ 17446 w 77505"/>
                <a:gd name="connsiteY14" fmla="*/ 197207 h 519955"/>
                <a:gd name="connsiteX15" fmla="*/ 26441 w 77505"/>
                <a:gd name="connsiteY15" fmla="*/ 19421 h 519955"/>
                <a:gd name="connsiteX16" fmla="*/ 54426 w 77505"/>
                <a:gd name="connsiteY16" fmla="*/ 199793 h 519955"/>
                <a:gd name="connsiteX17" fmla="*/ 64420 w 77505"/>
                <a:gd name="connsiteY17" fmla="*/ 505744 h 519955"/>
                <a:gd name="connsiteX18" fmla="*/ 77178 w 77505"/>
                <a:gd name="connsiteY18" fmla="*/ 504509 h 519955"/>
                <a:gd name="connsiteX19" fmla="*/ 77354 w 77505"/>
                <a:gd name="connsiteY19" fmla="*/ 420555 h 519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7505" h="519955">
                  <a:moveTo>
                    <a:pt x="77296" y="420555"/>
                  </a:moveTo>
                  <a:cubicBezTo>
                    <a:pt x="77060" y="335837"/>
                    <a:pt x="72769" y="251236"/>
                    <a:pt x="65361" y="166870"/>
                  </a:cubicBezTo>
                  <a:cubicBezTo>
                    <a:pt x="61657" y="116310"/>
                    <a:pt x="56366" y="65161"/>
                    <a:pt x="39963" y="17011"/>
                  </a:cubicBezTo>
                  <a:cubicBezTo>
                    <a:pt x="38552" y="12896"/>
                    <a:pt x="36906" y="8663"/>
                    <a:pt x="35083" y="4488"/>
                  </a:cubicBezTo>
                  <a:cubicBezTo>
                    <a:pt x="35612" y="3724"/>
                    <a:pt x="36200" y="2960"/>
                    <a:pt x="36906" y="2195"/>
                  </a:cubicBezTo>
                  <a:cubicBezTo>
                    <a:pt x="35730" y="1666"/>
                    <a:pt x="34613" y="1314"/>
                    <a:pt x="33496" y="1020"/>
                  </a:cubicBezTo>
                  <a:cubicBezTo>
                    <a:pt x="29322" y="-215"/>
                    <a:pt x="25383" y="-274"/>
                    <a:pt x="21679" y="549"/>
                  </a:cubicBezTo>
                  <a:lnTo>
                    <a:pt x="21679" y="549"/>
                  </a:lnTo>
                  <a:cubicBezTo>
                    <a:pt x="20679" y="784"/>
                    <a:pt x="19680" y="1078"/>
                    <a:pt x="18681" y="1490"/>
                  </a:cubicBezTo>
                  <a:cubicBezTo>
                    <a:pt x="19033" y="2195"/>
                    <a:pt x="19386" y="2960"/>
                    <a:pt x="19739" y="3724"/>
                  </a:cubicBezTo>
                  <a:cubicBezTo>
                    <a:pt x="-13478" y="59987"/>
                    <a:pt x="5570" y="149938"/>
                    <a:pt x="4277" y="211552"/>
                  </a:cubicBezTo>
                  <a:cubicBezTo>
                    <a:pt x="8980" y="312203"/>
                    <a:pt x="13742" y="412853"/>
                    <a:pt x="22855" y="513210"/>
                  </a:cubicBezTo>
                  <a:cubicBezTo>
                    <a:pt x="23619" y="522970"/>
                    <a:pt x="35083" y="521441"/>
                    <a:pt x="35612" y="513093"/>
                  </a:cubicBezTo>
                  <a:cubicBezTo>
                    <a:pt x="35377" y="474173"/>
                    <a:pt x="29851" y="435429"/>
                    <a:pt x="27323" y="396568"/>
                  </a:cubicBezTo>
                  <a:cubicBezTo>
                    <a:pt x="23854" y="330134"/>
                    <a:pt x="20562" y="263700"/>
                    <a:pt x="17446" y="197207"/>
                  </a:cubicBezTo>
                  <a:cubicBezTo>
                    <a:pt x="18328" y="147587"/>
                    <a:pt x="4218" y="68395"/>
                    <a:pt x="26441" y="19421"/>
                  </a:cubicBezTo>
                  <a:cubicBezTo>
                    <a:pt x="48253" y="76037"/>
                    <a:pt x="48841" y="139885"/>
                    <a:pt x="54426" y="199793"/>
                  </a:cubicBezTo>
                  <a:cubicBezTo>
                    <a:pt x="64126" y="301503"/>
                    <a:pt x="62892" y="403682"/>
                    <a:pt x="64420" y="505744"/>
                  </a:cubicBezTo>
                  <a:cubicBezTo>
                    <a:pt x="65185" y="516091"/>
                    <a:pt x="77707" y="513622"/>
                    <a:pt x="77178" y="504509"/>
                  </a:cubicBezTo>
                  <a:cubicBezTo>
                    <a:pt x="77354" y="476525"/>
                    <a:pt x="77707" y="448540"/>
                    <a:pt x="77354" y="420555"/>
                  </a:cubicBezTo>
                  <a:close/>
                </a:path>
              </a:pathLst>
            </a:custGeom>
            <a:solidFill>
              <a:srgbClr val="719B4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="" xmlns:a16="http://schemas.microsoft.com/office/drawing/2014/main" id="{00059FAB-7030-F5AF-B4D7-5333F4C6AC17}"/>
                </a:ext>
              </a:extLst>
            </p:cNvPr>
            <p:cNvSpPr/>
            <p:nvPr/>
          </p:nvSpPr>
          <p:spPr>
            <a:xfrm>
              <a:off x="7982677" y="5077406"/>
              <a:ext cx="148040" cy="525853"/>
            </a:xfrm>
            <a:custGeom>
              <a:avLst/>
              <a:gdLst>
                <a:gd name="connsiteX0" fmla="*/ 144921 w 148040"/>
                <a:gd name="connsiteY0" fmla="*/ 326821 h 525853"/>
                <a:gd name="connsiteX1" fmla="*/ 141335 w 148040"/>
                <a:gd name="connsiteY1" fmla="*/ 441994 h 525853"/>
                <a:gd name="connsiteX2" fmla="*/ 140982 w 148040"/>
                <a:gd name="connsiteY2" fmla="*/ 496023 h 525853"/>
                <a:gd name="connsiteX3" fmla="*/ 136690 w 148040"/>
                <a:gd name="connsiteY3" fmla="*/ 508311 h 525853"/>
                <a:gd name="connsiteX4" fmla="*/ 112409 w 148040"/>
                <a:gd name="connsiteY4" fmla="*/ 515836 h 525853"/>
                <a:gd name="connsiteX5" fmla="*/ 98652 w 148040"/>
                <a:gd name="connsiteY5" fmla="*/ 516130 h 525853"/>
                <a:gd name="connsiteX6" fmla="*/ 83425 w 148040"/>
                <a:gd name="connsiteY6" fmla="*/ 516894 h 525853"/>
                <a:gd name="connsiteX7" fmla="*/ 29866 w 148040"/>
                <a:gd name="connsiteY7" fmla="*/ 519069 h 525853"/>
                <a:gd name="connsiteX8" fmla="*/ 12699 w 148040"/>
                <a:gd name="connsiteY8" fmla="*/ 512955 h 525853"/>
                <a:gd name="connsiteX9" fmla="*/ 6702 w 148040"/>
                <a:gd name="connsiteY9" fmla="*/ 525830 h 525853"/>
                <a:gd name="connsiteX10" fmla="*/ 0 w 148040"/>
                <a:gd name="connsiteY10" fmla="*/ 518717 h 525853"/>
                <a:gd name="connsiteX11" fmla="*/ 3057 w 148040"/>
                <a:gd name="connsiteY11" fmla="*/ 301894 h 525853"/>
                <a:gd name="connsiteX12" fmla="*/ 23752 w 148040"/>
                <a:gd name="connsiteY12" fmla="*/ 52795 h 525853"/>
                <a:gd name="connsiteX13" fmla="*/ 64141 w 148040"/>
                <a:gd name="connsiteY13" fmla="*/ 2293 h 525853"/>
                <a:gd name="connsiteX14" fmla="*/ 66317 w 148040"/>
                <a:gd name="connsiteY14" fmla="*/ 1646 h 525853"/>
                <a:gd name="connsiteX15" fmla="*/ 77311 w 148040"/>
                <a:gd name="connsiteY15" fmla="*/ 0 h 525853"/>
                <a:gd name="connsiteX16" fmla="*/ 83484 w 148040"/>
                <a:gd name="connsiteY16" fmla="*/ 412 h 525853"/>
                <a:gd name="connsiteX17" fmla="*/ 128812 w 148040"/>
                <a:gd name="connsiteY17" fmla="*/ 49738 h 525853"/>
                <a:gd name="connsiteX18" fmla="*/ 144921 w 148040"/>
                <a:gd name="connsiteY18" fmla="*/ 326821 h 525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8040" h="525853">
                  <a:moveTo>
                    <a:pt x="144921" y="326821"/>
                  </a:moveTo>
                  <a:cubicBezTo>
                    <a:pt x="143510" y="365153"/>
                    <a:pt x="142158" y="403838"/>
                    <a:pt x="141335" y="441994"/>
                  </a:cubicBezTo>
                  <a:cubicBezTo>
                    <a:pt x="141041" y="459984"/>
                    <a:pt x="141335" y="477974"/>
                    <a:pt x="140982" y="496023"/>
                  </a:cubicBezTo>
                  <a:cubicBezTo>
                    <a:pt x="140805" y="500491"/>
                    <a:pt x="139512" y="504842"/>
                    <a:pt x="136690" y="508311"/>
                  </a:cubicBezTo>
                  <a:cubicBezTo>
                    <a:pt x="129988" y="513719"/>
                    <a:pt x="121404" y="515366"/>
                    <a:pt x="112409" y="515836"/>
                  </a:cubicBezTo>
                  <a:cubicBezTo>
                    <a:pt x="107882" y="516071"/>
                    <a:pt x="103238" y="516071"/>
                    <a:pt x="98652" y="516130"/>
                  </a:cubicBezTo>
                  <a:cubicBezTo>
                    <a:pt x="93361" y="516130"/>
                    <a:pt x="88187" y="516189"/>
                    <a:pt x="83425" y="516894"/>
                  </a:cubicBezTo>
                  <a:cubicBezTo>
                    <a:pt x="65611" y="517952"/>
                    <a:pt x="47739" y="519069"/>
                    <a:pt x="29866" y="519069"/>
                  </a:cubicBezTo>
                  <a:cubicBezTo>
                    <a:pt x="23634" y="519422"/>
                    <a:pt x="16932" y="517835"/>
                    <a:pt x="12699" y="512955"/>
                  </a:cubicBezTo>
                  <a:cubicBezTo>
                    <a:pt x="13052" y="517894"/>
                    <a:pt x="12875" y="525066"/>
                    <a:pt x="6702" y="525830"/>
                  </a:cubicBezTo>
                  <a:cubicBezTo>
                    <a:pt x="2940" y="526183"/>
                    <a:pt x="118" y="522420"/>
                    <a:pt x="0" y="518717"/>
                  </a:cubicBezTo>
                  <a:cubicBezTo>
                    <a:pt x="941" y="446874"/>
                    <a:pt x="3175" y="373796"/>
                    <a:pt x="3057" y="301894"/>
                  </a:cubicBezTo>
                  <a:cubicBezTo>
                    <a:pt x="4997" y="218939"/>
                    <a:pt x="-470" y="132927"/>
                    <a:pt x="23752" y="52795"/>
                  </a:cubicBezTo>
                  <a:cubicBezTo>
                    <a:pt x="30924" y="25222"/>
                    <a:pt x="46739" y="8054"/>
                    <a:pt x="64141" y="2293"/>
                  </a:cubicBezTo>
                  <a:cubicBezTo>
                    <a:pt x="64906" y="1999"/>
                    <a:pt x="65611" y="1764"/>
                    <a:pt x="66317" y="1646"/>
                  </a:cubicBezTo>
                  <a:cubicBezTo>
                    <a:pt x="69962" y="529"/>
                    <a:pt x="73607" y="0"/>
                    <a:pt x="77311" y="0"/>
                  </a:cubicBezTo>
                  <a:cubicBezTo>
                    <a:pt x="79368" y="0"/>
                    <a:pt x="81426" y="118"/>
                    <a:pt x="83484" y="412"/>
                  </a:cubicBezTo>
                  <a:cubicBezTo>
                    <a:pt x="102356" y="3116"/>
                    <a:pt x="120170" y="19166"/>
                    <a:pt x="128812" y="49738"/>
                  </a:cubicBezTo>
                  <a:cubicBezTo>
                    <a:pt x="155797" y="139218"/>
                    <a:pt x="147214" y="234637"/>
                    <a:pt x="144921" y="326821"/>
                  </a:cubicBezTo>
                  <a:close/>
                </a:path>
              </a:pathLst>
            </a:custGeom>
            <a:solidFill>
              <a:srgbClr val="87B2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="" xmlns:a16="http://schemas.microsoft.com/office/drawing/2014/main" id="{0A90B0EF-382C-A47D-9EA3-A452CB965BC5}"/>
                </a:ext>
              </a:extLst>
            </p:cNvPr>
            <p:cNvSpPr/>
            <p:nvPr/>
          </p:nvSpPr>
          <p:spPr>
            <a:xfrm>
              <a:off x="8332027" y="4926506"/>
              <a:ext cx="174441" cy="1046631"/>
            </a:xfrm>
            <a:custGeom>
              <a:avLst/>
              <a:gdLst>
                <a:gd name="connsiteX0" fmla="*/ 171189 w 174441"/>
                <a:gd name="connsiteY0" fmla="*/ 274303 h 1046631"/>
                <a:gd name="connsiteX1" fmla="*/ 147496 w 174441"/>
                <a:gd name="connsiteY1" fmla="*/ 674908 h 1046631"/>
                <a:gd name="connsiteX2" fmla="*/ 132916 w 174441"/>
                <a:gd name="connsiteY2" fmla="*/ 937764 h 1046631"/>
                <a:gd name="connsiteX3" fmla="*/ 129388 w 174441"/>
                <a:gd name="connsiteY3" fmla="*/ 996261 h 1046631"/>
                <a:gd name="connsiteX4" fmla="*/ 121980 w 174441"/>
                <a:gd name="connsiteY4" fmla="*/ 1030008 h 1046631"/>
                <a:gd name="connsiteX5" fmla="*/ 97288 w 174441"/>
                <a:gd name="connsiteY5" fmla="*/ 1041354 h 1046631"/>
                <a:gd name="connsiteX6" fmla="*/ 84236 w 174441"/>
                <a:gd name="connsiteY6" fmla="*/ 1044059 h 1046631"/>
                <a:gd name="connsiteX7" fmla="*/ 69656 w 174441"/>
                <a:gd name="connsiteY7" fmla="*/ 1046293 h 1046631"/>
                <a:gd name="connsiteX8" fmla="*/ 59779 w 174441"/>
                <a:gd name="connsiteY8" fmla="*/ 1046587 h 1046631"/>
                <a:gd name="connsiteX9" fmla="*/ 35440 w 174441"/>
                <a:gd name="connsiteY9" fmla="*/ 1030596 h 1046631"/>
                <a:gd name="connsiteX10" fmla="*/ 21624 w 174441"/>
                <a:gd name="connsiteY10" fmla="*/ 966572 h 1046631"/>
                <a:gd name="connsiteX11" fmla="*/ 19096 w 174441"/>
                <a:gd name="connsiteY11" fmla="*/ 940704 h 1046631"/>
                <a:gd name="connsiteX12" fmla="*/ 9806 w 174441"/>
                <a:gd name="connsiteY12" fmla="*/ 808247 h 1046631"/>
                <a:gd name="connsiteX13" fmla="*/ 3398 w 174441"/>
                <a:gd name="connsiteY13" fmla="*/ 438978 h 1046631"/>
                <a:gd name="connsiteX14" fmla="*/ 19448 w 174441"/>
                <a:gd name="connsiteY14" fmla="*/ 106042 h 1046631"/>
                <a:gd name="connsiteX15" fmla="*/ 38908 w 174441"/>
                <a:gd name="connsiteY15" fmla="*/ 41195 h 1046631"/>
                <a:gd name="connsiteX16" fmla="*/ 79945 w 174441"/>
                <a:gd name="connsiteY16" fmla="*/ 3510 h 1046631"/>
                <a:gd name="connsiteX17" fmla="*/ 88999 w 174441"/>
                <a:gd name="connsiteY17" fmla="*/ 864 h 1046631"/>
                <a:gd name="connsiteX18" fmla="*/ 96230 w 174441"/>
                <a:gd name="connsiteY18" fmla="*/ 41 h 1046631"/>
                <a:gd name="connsiteX19" fmla="*/ 105343 w 174441"/>
                <a:gd name="connsiteY19" fmla="*/ 629 h 1046631"/>
                <a:gd name="connsiteX20" fmla="*/ 107165 w 174441"/>
                <a:gd name="connsiteY20" fmla="*/ 864 h 1046631"/>
                <a:gd name="connsiteX21" fmla="*/ 171189 w 174441"/>
                <a:gd name="connsiteY21" fmla="*/ 274303 h 1046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4441" h="1046631">
                  <a:moveTo>
                    <a:pt x="171189" y="274303"/>
                  </a:moveTo>
                  <a:cubicBezTo>
                    <a:pt x="166544" y="408053"/>
                    <a:pt x="155080" y="541392"/>
                    <a:pt x="147496" y="674908"/>
                  </a:cubicBezTo>
                  <a:cubicBezTo>
                    <a:pt x="141440" y="762448"/>
                    <a:pt x="139794" y="850282"/>
                    <a:pt x="132916" y="937764"/>
                  </a:cubicBezTo>
                  <a:cubicBezTo>
                    <a:pt x="131622" y="957283"/>
                    <a:pt x="130799" y="976802"/>
                    <a:pt x="129388" y="996261"/>
                  </a:cubicBezTo>
                  <a:cubicBezTo>
                    <a:pt x="127918" y="1007667"/>
                    <a:pt x="129506" y="1020542"/>
                    <a:pt x="121980" y="1030008"/>
                  </a:cubicBezTo>
                  <a:cubicBezTo>
                    <a:pt x="115925" y="1037180"/>
                    <a:pt x="105930" y="1039120"/>
                    <a:pt x="97288" y="1041354"/>
                  </a:cubicBezTo>
                  <a:cubicBezTo>
                    <a:pt x="92879" y="1042236"/>
                    <a:pt x="88528" y="1043177"/>
                    <a:pt x="84236" y="1044059"/>
                  </a:cubicBezTo>
                  <a:cubicBezTo>
                    <a:pt x="79357" y="1045000"/>
                    <a:pt x="74536" y="1045881"/>
                    <a:pt x="69656" y="1046293"/>
                  </a:cubicBezTo>
                  <a:cubicBezTo>
                    <a:pt x="66364" y="1046587"/>
                    <a:pt x="63072" y="1046705"/>
                    <a:pt x="59779" y="1046587"/>
                  </a:cubicBezTo>
                  <a:cubicBezTo>
                    <a:pt x="48550" y="1045352"/>
                    <a:pt x="40790" y="1039356"/>
                    <a:pt x="35440" y="1030596"/>
                  </a:cubicBezTo>
                  <a:cubicBezTo>
                    <a:pt x="25269" y="1014252"/>
                    <a:pt x="23211" y="988442"/>
                    <a:pt x="21624" y="966572"/>
                  </a:cubicBezTo>
                  <a:cubicBezTo>
                    <a:pt x="20918" y="956754"/>
                    <a:pt x="20271" y="947700"/>
                    <a:pt x="19096" y="940704"/>
                  </a:cubicBezTo>
                  <a:cubicBezTo>
                    <a:pt x="16097" y="896551"/>
                    <a:pt x="12628" y="852399"/>
                    <a:pt x="9806" y="808247"/>
                  </a:cubicBezTo>
                  <a:cubicBezTo>
                    <a:pt x="-2481" y="685490"/>
                    <a:pt x="-1481" y="562087"/>
                    <a:pt x="3398" y="438978"/>
                  </a:cubicBezTo>
                  <a:cubicBezTo>
                    <a:pt x="5926" y="327921"/>
                    <a:pt x="-3774" y="215747"/>
                    <a:pt x="19448" y="106042"/>
                  </a:cubicBezTo>
                  <a:cubicBezTo>
                    <a:pt x="24739" y="84113"/>
                    <a:pt x="28796" y="61478"/>
                    <a:pt x="38908" y="41195"/>
                  </a:cubicBezTo>
                  <a:cubicBezTo>
                    <a:pt x="47668" y="25439"/>
                    <a:pt x="62542" y="10212"/>
                    <a:pt x="79945" y="3510"/>
                  </a:cubicBezTo>
                  <a:cubicBezTo>
                    <a:pt x="82884" y="2393"/>
                    <a:pt x="85883" y="1511"/>
                    <a:pt x="88999" y="864"/>
                  </a:cubicBezTo>
                  <a:cubicBezTo>
                    <a:pt x="91350" y="453"/>
                    <a:pt x="93819" y="100"/>
                    <a:pt x="96230" y="41"/>
                  </a:cubicBezTo>
                  <a:cubicBezTo>
                    <a:pt x="99228" y="-77"/>
                    <a:pt x="102285" y="41"/>
                    <a:pt x="105343" y="629"/>
                  </a:cubicBezTo>
                  <a:cubicBezTo>
                    <a:pt x="105930" y="629"/>
                    <a:pt x="106577" y="746"/>
                    <a:pt x="107165" y="864"/>
                  </a:cubicBezTo>
                  <a:cubicBezTo>
                    <a:pt x="197292" y="23793"/>
                    <a:pt x="170601" y="202401"/>
                    <a:pt x="171189" y="274303"/>
                  </a:cubicBezTo>
                  <a:close/>
                </a:path>
              </a:pathLst>
            </a:custGeom>
            <a:solidFill>
              <a:srgbClr val="87B250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="" xmlns:a16="http://schemas.microsoft.com/office/drawing/2014/main" id="{3843C3CE-6B4B-A0FE-5FC7-B2AE55AC1D7E}"/>
                </a:ext>
              </a:extLst>
            </p:cNvPr>
            <p:cNvSpPr/>
            <p:nvPr/>
          </p:nvSpPr>
          <p:spPr>
            <a:xfrm>
              <a:off x="8353465" y="4926506"/>
              <a:ext cx="115222" cy="1097877"/>
            </a:xfrm>
            <a:custGeom>
              <a:avLst/>
              <a:gdLst>
                <a:gd name="connsiteX0" fmla="*/ 83904 w 115222"/>
                <a:gd name="connsiteY0" fmla="*/ 629 h 1097877"/>
                <a:gd name="connsiteX1" fmla="*/ 74792 w 115222"/>
                <a:gd name="connsiteY1" fmla="*/ 41 h 1097877"/>
                <a:gd name="connsiteX2" fmla="*/ 67560 w 115222"/>
                <a:gd name="connsiteY2" fmla="*/ 864 h 1097877"/>
                <a:gd name="connsiteX3" fmla="*/ 58506 w 115222"/>
                <a:gd name="connsiteY3" fmla="*/ 3510 h 1097877"/>
                <a:gd name="connsiteX4" fmla="*/ 14766 w 115222"/>
                <a:gd name="connsiteY4" fmla="*/ 343618 h 1097877"/>
                <a:gd name="connsiteX5" fmla="*/ 1361 w 115222"/>
                <a:gd name="connsiteY5" fmla="*/ 774618 h 1097877"/>
                <a:gd name="connsiteX6" fmla="*/ 185 w 115222"/>
                <a:gd name="connsiteY6" fmla="*/ 966572 h 1097877"/>
                <a:gd name="connsiteX7" fmla="*/ 597 w 115222"/>
                <a:gd name="connsiteY7" fmla="*/ 1072867 h 1097877"/>
                <a:gd name="connsiteX8" fmla="*/ 6535 w 115222"/>
                <a:gd name="connsiteY8" fmla="*/ 1079451 h 1097877"/>
                <a:gd name="connsiteX9" fmla="*/ 12767 w 115222"/>
                <a:gd name="connsiteY9" fmla="*/ 1072749 h 1097877"/>
                <a:gd name="connsiteX10" fmla="*/ 14001 w 115222"/>
                <a:gd name="connsiteY10" fmla="*/ 1030596 h 1097877"/>
                <a:gd name="connsiteX11" fmla="*/ 14942 w 115222"/>
                <a:gd name="connsiteY11" fmla="*/ 976331 h 1097877"/>
                <a:gd name="connsiteX12" fmla="*/ 14942 w 115222"/>
                <a:gd name="connsiteY12" fmla="*/ 613765 h 1097877"/>
                <a:gd name="connsiteX13" fmla="*/ 35578 w 115222"/>
                <a:gd name="connsiteY13" fmla="*/ 241380 h 1097877"/>
                <a:gd name="connsiteX14" fmla="*/ 70794 w 115222"/>
                <a:gd name="connsiteY14" fmla="*/ 8977 h 1097877"/>
                <a:gd name="connsiteX15" fmla="*/ 100131 w 115222"/>
                <a:gd name="connsiteY15" fmla="*/ 196110 h 1097877"/>
                <a:gd name="connsiteX16" fmla="*/ 75615 w 115222"/>
                <a:gd name="connsiteY16" fmla="*/ 507411 h 1097877"/>
                <a:gd name="connsiteX17" fmla="*/ 56625 w 115222"/>
                <a:gd name="connsiteY17" fmla="*/ 798899 h 1097877"/>
                <a:gd name="connsiteX18" fmla="*/ 48218 w 115222"/>
                <a:gd name="connsiteY18" fmla="*/ 1046293 h 1097877"/>
                <a:gd name="connsiteX19" fmla="*/ 48923 w 115222"/>
                <a:gd name="connsiteY19" fmla="*/ 1091268 h 1097877"/>
                <a:gd name="connsiteX20" fmla="*/ 55332 w 115222"/>
                <a:gd name="connsiteY20" fmla="*/ 1097853 h 1097877"/>
                <a:gd name="connsiteX21" fmla="*/ 61093 w 115222"/>
                <a:gd name="connsiteY21" fmla="*/ 1091151 h 1097877"/>
                <a:gd name="connsiteX22" fmla="*/ 62798 w 115222"/>
                <a:gd name="connsiteY22" fmla="*/ 1044059 h 1097877"/>
                <a:gd name="connsiteX23" fmla="*/ 63092 w 115222"/>
                <a:gd name="connsiteY23" fmla="*/ 1035946 h 1097877"/>
                <a:gd name="connsiteX24" fmla="*/ 75909 w 115222"/>
                <a:gd name="connsiteY24" fmla="*/ 694720 h 1097877"/>
                <a:gd name="connsiteX25" fmla="*/ 89842 w 115222"/>
                <a:gd name="connsiteY25" fmla="*/ 519816 h 1097877"/>
                <a:gd name="connsiteX26" fmla="*/ 113006 w 115222"/>
                <a:gd name="connsiteY26" fmla="*/ 237323 h 1097877"/>
                <a:gd name="connsiteX27" fmla="*/ 83904 w 115222"/>
                <a:gd name="connsiteY27" fmla="*/ 629 h 1097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15222" h="1097877">
                  <a:moveTo>
                    <a:pt x="83904" y="629"/>
                  </a:moveTo>
                  <a:cubicBezTo>
                    <a:pt x="80847" y="41"/>
                    <a:pt x="77790" y="-77"/>
                    <a:pt x="74792" y="41"/>
                  </a:cubicBezTo>
                  <a:cubicBezTo>
                    <a:pt x="72381" y="100"/>
                    <a:pt x="69912" y="453"/>
                    <a:pt x="67560" y="864"/>
                  </a:cubicBezTo>
                  <a:cubicBezTo>
                    <a:pt x="64444" y="1511"/>
                    <a:pt x="61446" y="2393"/>
                    <a:pt x="58506" y="3510"/>
                  </a:cubicBezTo>
                  <a:cubicBezTo>
                    <a:pt x="21409" y="93931"/>
                    <a:pt x="24231" y="260311"/>
                    <a:pt x="14766" y="343618"/>
                  </a:cubicBezTo>
                  <a:cubicBezTo>
                    <a:pt x="2831" y="487010"/>
                    <a:pt x="-2049" y="630755"/>
                    <a:pt x="1361" y="774618"/>
                  </a:cubicBezTo>
                  <a:cubicBezTo>
                    <a:pt x="2067" y="838583"/>
                    <a:pt x="715" y="902607"/>
                    <a:pt x="185" y="966572"/>
                  </a:cubicBezTo>
                  <a:cubicBezTo>
                    <a:pt x="-109" y="1002023"/>
                    <a:pt x="-109" y="1037415"/>
                    <a:pt x="597" y="1072867"/>
                  </a:cubicBezTo>
                  <a:cubicBezTo>
                    <a:pt x="597" y="1076100"/>
                    <a:pt x="3184" y="1079451"/>
                    <a:pt x="6535" y="1079451"/>
                  </a:cubicBezTo>
                  <a:cubicBezTo>
                    <a:pt x="9886" y="1079451"/>
                    <a:pt x="12708" y="1075983"/>
                    <a:pt x="12767" y="1072749"/>
                  </a:cubicBezTo>
                  <a:cubicBezTo>
                    <a:pt x="13178" y="1058698"/>
                    <a:pt x="13649" y="1044647"/>
                    <a:pt x="14001" y="1030596"/>
                  </a:cubicBezTo>
                  <a:cubicBezTo>
                    <a:pt x="14531" y="1012488"/>
                    <a:pt x="14942" y="994439"/>
                    <a:pt x="14942" y="976331"/>
                  </a:cubicBezTo>
                  <a:cubicBezTo>
                    <a:pt x="16941" y="855456"/>
                    <a:pt x="14942" y="734581"/>
                    <a:pt x="14942" y="613765"/>
                  </a:cubicBezTo>
                  <a:cubicBezTo>
                    <a:pt x="16588" y="489891"/>
                    <a:pt x="27465" y="365136"/>
                    <a:pt x="35578" y="241380"/>
                  </a:cubicBezTo>
                  <a:cubicBezTo>
                    <a:pt x="42927" y="172476"/>
                    <a:pt x="42456" y="76764"/>
                    <a:pt x="70794" y="8977"/>
                  </a:cubicBezTo>
                  <a:cubicBezTo>
                    <a:pt x="95251" y="70649"/>
                    <a:pt x="102482" y="110216"/>
                    <a:pt x="100131" y="196110"/>
                  </a:cubicBezTo>
                  <a:cubicBezTo>
                    <a:pt x="95898" y="284004"/>
                    <a:pt x="85198" y="415226"/>
                    <a:pt x="75615" y="507411"/>
                  </a:cubicBezTo>
                  <a:cubicBezTo>
                    <a:pt x="66972" y="604417"/>
                    <a:pt x="59036" y="701481"/>
                    <a:pt x="56625" y="798899"/>
                  </a:cubicBezTo>
                  <a:cubicBezTo>
                    <a:pt x="54097" y="881324"/>
                    <a:pt x="48159" y="963809"/>
                    <a:pt x="48218" y="1046293"/>
                  </a:cubicBezTo>
                  <a:cubicBezTo>
                    <a:pt x="48218" y="1061285"/>
                    <a:pt x="48453" y="1076277"/>
                    <a:pt x="48923" y="1091268"/>
                  </a:cubicBezTo>
                  <a:cubicBezTo>
                    <a:pt x="48923" y="1094737"/>
                    <a:pt x="51804" y="1098206"/>
                    <a:pt x="55332" y="1097853"/>
                  </a:cubicBezTo>
                  <a:cubicBezTo>
                    <a:pt x="58565" y="1097559"/>
                    <a:pt x="60976" y="1094267"/>
                    <a:pt x="61093" y="1091151"/>
                  </a:cubicBezTo>
                  <a:cubicBezTo>
                    <a:pt x="61564" y="1075454"/>
                    <a:pt x="62269" y="1059756"/>
                    <a:pt x="62798" y="1044059"/>
                  </a:cubicBezTo>
                  <a:cubicBezTo>
                    <a:pt x="62916" y="1041354"/>
                    <a:pt x="63033" y="1038650"/>
                    <a:pt x="63092" y="1035946"/>
                  </a:cubicBezTo>
                  <a:cubicBezTo>
                    <a:pt x="66091" y="922184"/>
                    <a:pt x="71088" y="808423"/>
                    <a:pt x="75909" y="694720"/>
                  </a:cubicBezTo>
                  <a:cubicBezTo>
                    <a:pt x="78378" y="636282"/>
                    <a:pt x="83904" y="577961"/>
                    <a:pt x="89842" y="519816"/>
                  </a:cubicBezTo>
                  <a:cubicBezTo>
                    <a:pt x="99484" y="425691"/>
                    <a:pt x="107832" y="331801"/>
                    <a:pt x="113006" y="237323"/>
                  </a:cubicBezTo>
                  <a:cubicBezTo>
                    <a:pt x="117298" y="158366"/>
                    <a:pt x="118826" y="73471"/>
                    <a:pt x="83904" y="629"/>
                  </a:cubicBezTo>
                  <a:close/>
                </a:path>
              </a:pathLst>
            </a:custGeom>
            <a:solidFill>
              <a:srgbClr val="A4D16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="" xmlns:a16="http://schemas.microsoft.com/office/drawing/2014/main" id="{F1EB64C4-4754-4688-1F40-A791FBF99604}"/>
                </a:ext>
              </a:extLst>
            </p:cNvPr>
            <p:cNvSpPr/>
            <p:nvPr/>
          </p:nvSpPr>
          <p:spPr>
            <a:xfrm>
              <a:off x="8025265" y="5077347"/>
              <a:ext cx="73110" cy="558360"/>
            </a:xfrm>
            <a:custGeom>
              <a:avLst/>
              <a:gdLst>
                <a:gd name="connsiteX0" fmla="*/ 70762 w 73110"/>
                <a:gd name="connsiteY0" fmla="*/ 234225 h 558360"/>
                <a:gd name="connsiteX1" fmla="*/ 37016 w 73110"/>
                <a:gd name="connsiteY1" fmla="*/ 5762 h 558360"/>
                <a:gd name="connsiteX2" fmla="*/ 39779 w 73110"/>
                <a:gd name="connsiteY2" fmla="*/ 1470 h 558360"/>
                <a:gd name="connsiteX3" fmla="*/ 40896 w 73110"/>
                <a:gd name="connsiteY3" fmla="*/ 412 h 558360"/>
                <a:gd name="connsiteX4" fmla="*/ 34723 w 73110"/>
                <a:gd name="connsiteY4" fmla="*/ 0 h 558360"/>
                <a:gd name="connsiteX5" fmla="*/ 23729 w 73110"/>
                <a:gd name="connsiteY5" fmla="*/ 1587 h 558360"/>
                <a:gd name="connsiteX6" fmla="*/ 21554 w 73110"/>
                <a:gd name="connsiteY6" fmla="*/ 2234 h 558360"/>
                <a:gd name="connsiteX7" fmla="*/ 22377 w 73110"/>
                <a:gd name="connsiteY7" fmla="*/ 4351 h 558360"/>
                <a:gd name="connsiteX8" fmla="*/ 9913 w 73110"/>
                <a:gd name="connsiteY8" fmla="*/ 56381 h 558360"/>
                <a:gd name="connsiteX9" fmla="*/ 1389 w 73110"/>
                <a:gd name="connsiteY9" fmla="*/ 208533 h 558360"/>
                <a:gd name="connsiteX10" fmla="*/ 2153 w 73110"/>
                <a:gd name="connsiteY10" fmla="*/ 465510 h 558360"/>
                <a:gd name="connsiteX11" fmla="*/ 14617 w 73110"/>
                <a:gd name="connsiteY11" fmla="*/ 464276 h 558360"/>
                <a:gd name="connsiteX12" fmla="*/ 13617 w 73110"/>
                <a:gd name="connsiteY12" fmla="*/ 363860 h 558360"/>
                <a:gd name="connsiteX13" fmla="*/ 16674 w 73110"/>
                <a:gd name="connsiteY13" fmla="*/ 155268 h 558360"/>
                <a:gd name="connsiteX14" fmla="*/ 24141 w 73110"/>
                <a:gd name="connsiteY14" fmla="*/ 52736 h 558360"/>
                <a:gd name="connsiteX15" fmla="*/ 29491 w 73110"/>
                <a:gd name="connsiteY15" fmla="*/ 25045 h 558360"/>
                <a:gd name="connsiteX16" fmla="*/ 57887 w 73110"/>
                <a:gd name="connsiteY16" fmla="*/ 264503 h 558360"/>
                <a:gd name="connsiteX17" fmla="*/ 56065 w 73110"/>
                <a:gd name="connsiteY17" fmla="*/ 499786 h 558360"/>
                <a:gd name="connsiteX18" fmla="*/ 56829 w 73110"/>
                <a:gd name="connsiteY18" fmla="*/ 551934 h 558360"/>
                <a:gd name="connsiteX19" fmla="*/ 63120 w 73110"/>
                <a:gd name="connsiteY19" fmla="*/ 558342 h 558360"/>
                <a:gd name="connsiteX20" fmla="*/ 68705 w 73110"/>
                <a:gd name="connsiteY20" fmla="*/ 550758 h 558360"/>
                <a:gd name="connsiteX21" fmla="*/ 69763 w 73110"/>
                <a:gd name="connsiteY21" fmla="*/ 504665 h 558360"/>
                <a:gd name="connsiteX22" fmla="*/ 69763 w 73110"/>
                <a:gd name="connsiteY22" fmla="*/ 499492 h 558360"/>
                <a:gd name="connsiteX23" fmla="*/ 72409 w 73110"/>
                <a:gd name="connsiteY23" fmla="*/ 384790 h 558360"/>
                <a:gd name="connsiteX24" fmla="*/ 70704 w 73110"/>
                <a:gd name="connsiteY24" fmla="*/ 234225 h 558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3110" h="558360">
                  <a:moveTo>
                    <a:pt x="70762" y="234225"/>
                  </a:moveTo>
                  <a:cubicBezTo>
                    <a:pt x="67529" y="157914"/>
                    <a:pt x="64942" y="77605"/>
                    <a:pt x="37016" y="5762"/>
                  </a:cubicBezTo>
                  <a:cubicBezTo>
                    <a:pt x="37898" y="4292"/>
                    <a:pt x="38780" y="2881"/>
                    <a:pt x="39779" y="1470"/>
                  </a:cubicBezTo>
                  <a:cubicBezTo>
                    <a:pt x="40191" y="1117"/>
                    <a:pt x="40544" y="764"/>
                    <a:pt x="40896" y="412"/>
                  </a:cubicBezTo>
                  <a:cubicBezTo>
                    <a:pt x="38839" y="118"/>
                    <a:pt x="36781" y="0"/>
                    <a:pt x="34723" y="0"/>
                  </a:cubicBezTo>
                  <a:cubicBezTo>
                    <a:pt x="31019" y="0"/>
                    <a:pt x="27374" y="529"/>
                    <a:pt x="23729" y="1587"/>
                  </a:cubicBezTo>
                  <a:cubicBezTo>
                    <a:pt x="23024" y="1705"/>
                    <a:pt x="22318" y="1940"/>
                    <a:pt x="21554" y="2234"/>
                  </a:cubicBezTo>
                  <a:cubicBezTo>
                    <a:pt x="21848" y="2940"/>
                    <a:pt x="22142" y="3645"/>
                    <a:pt x="22377" y="4351"/>
                  </a:cubicBezTo>
                  <a:cubicBezTo>
                    <a:pt x="15028" y="20518"/>
                    <a:pt x="12735" y="39037"/>
                    <a:pt x="9913" y="56381"/>
                  </a:cubicBezTo>
                  <a:cubicBezTo>
                    <a:pt x="3564" y="106824"/>
                    <a:pt x="2564" y="157796"/>
                    <a:pt x="1389" y="208533"/>
                  </a:cubicBezTo>
                  <a:cubicBezTo>
                    <a:pt x="448" y="294016"/>
                    <a:pt x="-1551" y="379969"/>
                    <a:pt x="2153" y="465510"/>
                  </a:cubicBezTo>
                  <a:cubicBezTo>
                    <a:pt x="2976" y="475740"/>
                    <a:pt x="15146" y="473036"/>
                    <a:pt x="14617" y="464276"/>
                  </a:cubicBezTo>
                  <a:cubicBezTo>
                    <a:pt x="14381" y="430823"/>
                    <a:pt x="13911" y="397312"/>
                    <a:pt x="13617" y="363860"/>
                  </a:cubicBezTo>
                  <a:cubicBezTo>
                    <a:pt x="13735" y="294192"/>
                    <a:pt x="14675" y="225112"/>
                    <a:pt x="16674" y="155268"/>
                  </a:cubicBezTo>
                  <a:cubicBezTo>
                    <a:pt x="17850" y="121052"/>
                    <a:pt x="19614" y="86717"/>
                    <a:pt x="24141" y="52736"/>
                  </a:cubicBezTo>
                  <a:cubicBezTo>
                    <a:pt x="25846" y="43682"/>
                    <a:pt x="27139" y="34158"/>
                    <a:pt x="29491" y="25045"/>
                  </a:cubicBezTo>
                  <a:cubicBezTo>
                    <a:pt x="53713" y="101827"/>
                    <a:pt x="55594" y="184252"/>
                    <a:pt x="57887" y="264503"/>
                  </a:cubicBezTo>
                  <a:cubicBezTo>
                    <a:pt x="61709" y="342930"/>
                    <a:pt x="56300" y="421358"/>
                    <a:pt x="56065" y="499786"/>
                  </a:cubicBezTo>
                  <a:cubicBezTo>
                    <a:pt x="56065" y="517129"/>
                    <a:pt x="56182" y="534532"/>
                    <a:pt x="56829" y="551934"/>
                  </a:cubicBezTo>
                  <a:cubicBezTo>
                    <a:pt x="56829" y="555285"/>
                    <a:pt x="59651" y="558636"/>
                    <a:pt x="63120" y="558342"/>
                  </a:cubicBezTo>
                  <a:cubicBezTo>
                    <a:pt x="66882" y="557989"/>
                    <a:pt x="68705" y="554168"/>
                    <a:pt x="68705" y="550758"/>
                  </a:cubicBezTo>
                  <a:cubicBezTo>
                    <a:pt x="68705" y="535413"/>
                    <a:pt x="69528" y="520186"/>
                    <a:pt x="69763" y="504665"/>
                  </a:cubicBezTo>
                  <a:cubicBezTo>
                    <a:pt x="69763" y="502961"/>
                    <a:pt x="69763" y="501197"/>
                    <a:pt x="69763" y="499492"/>
                  </a:cubicBezTo>
                  <a:cubicBezTo>
                    <a:pt x="69881" y="461454"/>
                    <a:pt x="71056" y="423063"/>
                    <a:pt x="72409" y="384790"/>
                  </a:cubicBezTo>
                  <a:cubicBezTo>
                    <a:pt x="74055" y="334641"/>
                    <a:pt x="72526" y="284433"/>
                    <a:pt x="70704" y="234225"/>
                  </a:cubicBezTo>
                  <a:close/>
                </a:path>
              </a:pathLst>
            </a:custGeom>
            <a:solidFill>
              <a:srgbClr val="A4D16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="" xmlns:a16="http://schemas.microsoft.com/office/drawing/2014/main" id="{08F41B2D-4A13-9CF2-B2F6-1853EBFE1226}"/>
                </a:ext>
              </a:extLst>
            </p:cNvPr>
            <p:cNvSpPr/>
            <p:nvPr/>
          </p:nvSpPr>
          <p:spPr>
            <a:xfrm>
              <a:off x="8185816" y="5162183"/>
              <a:ext cx="180324" cy="861571"/>
            </a:xfrm>
            <a:custGeom>
              <a:avLst/>
              <a:gdLst>
                <a:gd name="connsiteX0" fmla="*/ 180063 w 180324"/>
                <a:gd name="connsiteY0" fmla="*/ 843422 h 861571"/>
                <a:gd name="connsiteX1" fmla="*/ 166365 w 180324"/>
                <a:gd name="connsiteY1" fmla="*/ 860883 h 861571"/>
                <a:gd name="connsiteX2" fmla="*/ 112218 w 180324"/>
                <a:gd name="connsiteY2" fmla="*/ 852240 h 861571"/>
                <a:gd name="connsiteX3" fmla="*/ 96227 w 180324"/>
                <a:gd name="connsiteY3" fmla="*/ 850888 h 861571"/>
                <a:gd name="connsiteX4" fmla="*/ 78060 w 180324"/>
                <a:gd name="connsiteY4" fmla="*/ 849536 h 861571"/>
                <a:gd name="connsiteX5" fmla="*/ 64714 w 180324"/>
                <a:gd name="connsiteY5" fmla="*/ 848419 h 861571"/>
                <a:gd name="connsiteX6" fmla="*/ 54191 w 180324"/>
                <a:gd name="connsiteY6" fmla="*/ 847361 h 861571"/>
                <a:gd name="connsiteX7" fmla="*/ 39434 w 180324"/>
                <a:gd name="connsiteY7" fmla="*/ 845421 h 861571"/>
                <a:gd name="connsiteX8" fmla="*/ 22385 w 180324"/>
                <a:gd name="connsiteY8" fmla="*/ 842305 h 861571"/>
                <a:gd name="connsiteX9" fmla="*/ 25089 w 180324"/>
                <a:gd name="connsiteY9" fmla="*/ 818024 h 861571"/>
                <a:gd name="connsiteX10" fmla="*/ 4571 w 180324"/>
                <a:gd name="connsiteY10" fmla="*/ 306186 h 861571"/>
                <a:gd name="connsiteX11" fmla="*/ 13213 w 180324"/>
                <a:gd name="connsiteY11" fmla="*/ 44740 h 861571"/>
                <a:gd name="connsiteX12" fmla="*/ 37200 w 180324"/>
                <a:gd name="connsiteY12" fmla="*/ 7819 h 861571"/>
                <a:gd name="connsiteX13" fmla="*/ 48194 w 180324"/>
                <a:gd name="connsiteY13" fmla="*/ 2234 h 861571"/>
                <a:gd name="connsiteX14" fmla="*/ 52015 w 180324"/>
                <a:gd name="connsiteY14" fmla="*/ 1117 h 861571"/>
                <a:gd name="connsiteX15" fmla="*/ 54132 w 180324"/>
                <a:gd name="connsiteY15" fmla="*/ 647 h 861571"/>
                <a:gd name="connsiteX16" fmla="*/ 60187 w 180324"/>
                <a:gd name="connsiteY16" fmla="*/ 0 h 861571"/>
                <a:gd name="connsiteX17" fmla="*/ 68066 w 180324"/>
                <a:gd name="connsiteY17" fmla="*/ 764 h 861571"/>
                <a:gd name="connsiteX18" fmla="*/ 83645 w 180324"/>
                <a:gd name="connsiteY18" fmla="*/ 7937 h 861571"/>
                <a:gd name="connsiteX19" fmla="*/ 120625 w 180324"/>
                <a:gd name="connsiteY19" fmla="*/ 64435 h 861571"/>
                <a:gd name="connsiteX20" fmla="*/ 165365 w 180324"/>
                <a:gd name="connsiteY20" fmla="*/ 461454 h 861571"/>
                <a:gd name="connsiteX21" fmla="*/ 180063 w 180324"/>
                <a:gd name="connsiteY21" fmla="*/ 750943 h 861571"/>
                <a:gd name="connsiteX22" fmla="*/ 180063 w 180324"/>
                <a:gd name="connsiteY22" fmla="*/ 843422 h 861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0324" h="861571">
                  <a:moveTo>
                    <a:pt x="180063" y="843422"/>
                  </a:moveTo>
                  <a:cubicBezTo>
                    <a:pt x="180769" y="851770"/>
                    <a:pt x="177359" y="864704"/>
                    <a:pt x="166365" y="860883"/>
                  </a:cubicBezTo>
                  <a:cubicBezTo>
                    <a:pt x="148492" y="856179"/>
                    <a:pt x="130384" y="853886"/>
                    <a:pt x="112218" y="852240"/>
                  </a:cubicBezTo>
                  <a:cubicBezTo>
                    <a:pt x="106868" y="851711"/>
                    <a:pt x="101577" y="851300"/>
                    <a:pt x="96227" y="850888"/>
                  </a:cubicBezTo>
                  <a:cubicBezTo>
                    <a:pt x="90171" y="850477"/>
                    <a:pt x="84116" y="850065"/>
                    <a:pt x="78060" y="849536"/>
                  </a:cubicBezTo>
                  <a:cubicBezTo>
                    <a:pt x="73592" y="849242"/>
                    <a:pt x="69183" y="848889"/>
                    <a:pt x="64714" y="848419"/>
                  </a:cubicBezTo>
                  <a:cubicBezTo>
                    <a:pt x="61187" y="848125"/>
                    <a:pt x="57659" y="847772"/>
                    <a:pt x="54191" y="847361"/>
                  </a:cubicBezTo>
                  <a:cubicBezTo>
                    <a:pt x="49252" y="846831"/>
                    <a:pt x="44314" y="846185"/>
                    <a:pt x="39434" y="845421"/>
                  </a:cubicBezTo>
                  <a:cubicBezTo>
                    <a:pt x="33731" y="844539"/>
                    <a:pt x="28029" y="843539"/>
                    <a:pt x="22385" y="842305"/>
                  </a:cubicBezTo>
                  <a:cubicBezTo>
                    <a:pt x="13448" y="837954"/>
                    <a:pt x="13096" y="817612"/>
                    <a:pt x="25089" y="818024"/>
                  </a:cubicBezTo>
                  <a:cubicBezTo>
                    <a:pt x="6922" y="647999"/>
                    <a:pt x="12684" y="476740"/>
                    <a:pt x="4571" y="306186"/>
                  </a:cubicBezTo>
                  <a:cubicBezTo>
                    <a:pt x="2043" y="219292"/>
                    <a:pt x="-7952" y="129988"/>
                    <a:pt x="13213" y="44740"/>
                  </a:cubicBezTo>
                  <a:cubicBezTo>
                    <a:pt x="15800" y="29984"/>
                    <a:pt x="25089" y="16109"/>
                    <a:pt x="37200" y="7819"/>
                  </a:cubicBezTo>
                  <a:cubicBezTo>
                    <a:pt x="40669" y="5468"/>
                    <a:pt x="44373" y="3527"/>
                    <a:pt x="48194" y="2234"/>
                  </a:cubicBezTo>
                  <a:cubicBezTo>
                    <a:pt x="49487" y="1764"/>
                    <a:pt x="50722" y="1411"/>
                    <a:pt x="52015" y="1117"/>
                  </a:cubicBezTo>
                  <a:cubicBezTo>
                    <a:pt x="52721" y="941"/>
                    <a:pt x="53426" y="764"/>
                    <a:pt x="54132" y="647"/>
                  </a:cubicBezTo>
                  <a:cubicBezTo>
                    <a:pt x="56131" y="294"/>
                    <a:pt x="58130" y="59"/>
                    <a:pt x="60187" y="0"/>
                  </a:cubicBezTo>
                  <a:cubicBezTo>
                    <a:pt x="62774" y="0"/>
                    <a:pt x="65420" y="176"/>
                    <a:pt x="68066" y="764"/>
                  </a:cubicBezTo>
                  <a:cubicBezTo>
                    <a:pt x="73298" y="1823"/>
                    <a:pt x="78589" y="4115"/>
                    <a:pt x="83645" y="7937"/>
                  </a:cubicBezTo>
                  <a:cubicBezTo>
                    <a:pt x="102165" y="21518"/>
                    <a:pt x="111571" y="44035"/>
                    <a:pt x="120625" y="64435"/>
                  </a:cubicBezTo>
                  <a:cubicBezTo>
                    <a:pt x="167070" y="191131"/>
                    <a:pt x="153431" y="329173"/>
                    <a:pt x="165365" y="461454"/>
                  </a:cubicBezTo>
                  <a:cubicBezTo>
                    <a:pt x="171715" y="557872"/>
                    <a:pt x="181709" y="654172"/>
                    <a:pt x="180063" y="750943"/>
                  </a:cubicBezTo>
                  <a:cubicBezTo>
                    <a:pt x="180063" y="781749"/>
                    <a:pt x="180651" y="812556"/>
                    <a:pt x="180063" y="843422"/>
                  </a:cubicBezTo>
                  <a:close/>
                </a:path>
              </a:pathLst>
            </a:custGeom>
            <a:solidFill>
              <a:srgbClr val="ACD55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="" xmlns:a16="http://schemas.microsoft.com/office/drawing/2014/main" id="{7F987BDF-CDCD-71E0-E9FF-C8412C213C1C}"/>
                </a:ext>
              </a:extLst>
            </p:cNvPr>
            <p:cNvSpPr/>
            <p:nvPr/>
          </p:nvSpPr>
          <p:spPr>
            <a:xfrm>
              <a:off x="8202128" y="5162183"/>
              <a:ext cx="99350" cy="919119"/>
            </a:xfrm>
            <a:custGeom>
              <a:avLst/>
              <a:gdLst>
                <a:gd name="connsiteX0" fmla="*/ 95789 w 99350"/>
                <a:gd name="connsiteY0" fmla="*/ 206593 h 919119"/>
                <a:gd name="connsiteX1" fmla="*/ 51754 w 99350"/>
                <a:gd name="connsiteY1" fmla="*/ 764 h 919119"/>
                <a:gd name="connsiteX2" fmla="*/ 43876 w 99350"/>
                <a:gd name="connsiteY2" fmla="*/ 0 h 919119"/>
                <a:gd name="connsiteX3" fmla="*/ 37820 w 99350"/>
                <a:gd name="connsiteY3" fmla="*/ 647 h 919119"/>
                <a:gd name="connsiteX4" fmla="*/ 35704 w 99350"/>
                <a:gd name="connsiteY4" fmla="*/ 1117 h 919119"/>
                <a:gd name="connsiteX5" fmla="*/ 31883 w 99350"/>
                <a:gd name="connsiteY5" fmla="*/ 2234 h 919119"/>
                <a:gd name="connsiteX6" fmla="*/ 20889 w 99350"/>
                <a:gd name="connsiteY6" fmla="*/ 7819 h 919119"/>
                <a:gd name="connsiteX7" fmla="*/ 7602 w 99350"/>
                <a:gd name="connsiteY7" fmla="*/ 104120 h 919119"/>
                <a:gd name="connsiteX8" fmla="*/ 664 w 99350"/>
                <a:gd name="connsiteY8" fmla="*/ 292487 h 919119"/>
                <a:gd name="connsiteX9" fmla="*/ 23123 w 99350"/>
                <a:gd name="connsiteY9" fmla="*/ 845421 h 919119"/>
                <a:gd name="connsiteX10" fmla="*/ 25239 w 99350"/>
                <a:gd name="connsiteY10" fmla="*/ 880049 h 919119"/>
                <a:gd name="connsiteX11" fmla="*/ 32412 w 99350"/>
                <a:gd name="connsiteY11" fmla="*/ 887339 h 919119"/>
                <a:gd name="connsiteX12" fmla="*/ 38585 w 99350"/>
                <a:gd name="connsiteY12" fmla="*/ 871877 h 919119"/>
                <a:gd name="connsiteX13" fmla="*/ 37879 w 99350"/>
                <a:gd name="connsiteY13" fmla="*/ 847361 h 919119"/>
                <a:gd name="connsiteX14" fmla="*/ 24828 w 99350"/>
                <a:gd name="connsiteY14" fmla="*/ 639239 h 919119"/>
                <a:gd name="connsiteX15" fmla="*/ 15186 w 99350"/>
                <a:gd name="connsiteY15" fmla="*/ 280317 h 919119"/>
                <a:gd name="connsiteX16" fmla="*/ 21712 w 99350"/>
                <a:gd name="connsiteY16" fmla="*/ 101180 h 919119"/>
                <a:gd name="connsiteX17" fmla="*/ 32118 w 99350"/>
                <a:gd name="connsiteY17" fmla="*/ 19107 h 919119"/>
                <a:gd name="connsiteX18" fmla="*/ 34822 w 99350"/>
                <a:gd name="connsiteY18" fmla="*/ 397195 h 919119"/>
                <a:gd name="connsiteX19" fmla="*/ 43758 w 99350"/>
                <a:gd name="connsiteY19" fmla="*/ 648822 h 919119"/>
                <a:gd name="connsiteX20" fmla="*/ 48403 w 99350"/>
                <a:gd name="connsiteY20" fmla="*/ 848419 h 919119"/>
                <a:gd name="connsiteX21" fmla="*/ 50167 w 99350"/>
                <a:gd name="connsiteY21" fmla="*/ 894982 h 919119"/>
                <a:gd name="connsiteX22" fmla="*/ 56457 w 99350"/>
                <a:gd name="connsiteY22" fmla="*/ 901390 h 919119"/>
                <a:gd name="connsiteX23" fmla="*/ 62043 w 99350"/>
                <a:gd name="connsiteY23" fmla="*/ 893865 h 919119"/>
                <a:gd name="connsiteX24" fmla="*/ 61749 w 99350"/>
                <a:gd name="connsiteY24" fmla="*/ 849536 h 919119"/>
                <a:gd name="connsiteX25" fmla="*/ 54694 w 99350"/>
                <a:gd name="connsiteY25" fmla="*/ 573745 h 919119"/>
                <a:gd name="connsiteX26" fmla="*/ 48109 w 99350"/>
                <a:gd name="connsiteY26" fmla="*/ 206005 h 919119"/>
                <a:gd name="connsiteX27" fmla="*/ 44229 w 99350"/>
                <a:gd name="connsiteY27" fmla="*/ 17050 h 919119"/>
                <a:gd name="connsiteX28" fmla="*/ 81209 w 99350"/>
                <a:gd name="connsiteY28" fmla="*/ 200420 h 919119"/>
                <a:gd name="connsiteX29" fmla="*/ 84618 w 99350"/>
                <a:gd name="connsiteY29" fmla="*/ 384907 h 919119"/>
                <a:gd name="connsiteX30" fmla="*/ 79915 w 99350"/>
                <a:gd name="connsiteY30" fmla="*/ 850888 h 919119"/>
                <a:gd name="connsiteX31" fmla="*/ 79151 w 99350"/>
                <a:gd name="connsiteY31" fmla="*/ 910326 h 919119"/>
                <a:gd name="connsiteX32" fmla="*/ 87676 w 99350"/>
                <a:gd name="connsiteY32" fmla="*/ 919086 h 919119"/>
                <a:gd name="connsiteX33" fmla="*/ 95319 w 99350"/>
                <a:gd name="connsiteY33" fmla="*/ 908798 h 919119"/>
                <a:gd name="connsiteX34" fmla="*/ 95906 w 99350"/>
                <a:gd name="connsiteY34" fmla="*/ 852240 h 919119"/>
                <a:gd name="connsiteX35" fmla="*/ 96200 w 99350"/>
                <a:gd name="connsiteY35" fmla="*/ 824608 h 919119"/>
                <a:gd name="connsiteX36" fmla="*/ 99140 w 99350"/>
                <a:gd name="connsiteY36" fmla="*/ 451577 h 919119"/>
                <a:gd name="connsiteX37" fmla="*/ 95789 w 99350"/>
                <a:gd name="connsiteY37" fmla="*/ 206593 h 919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99350" h="919119">
                  <a:moveTo>
                    <a:pt x="95789" y="206593"/>
                  </a:moveTo>
                  <a:cubicBezTo>
                    <a:pt x="92614" y="136455"/>
                    <a:pt x="85677" y="63201"/>
                    <a:pt x="51754" y="764"/>
                  </a:cubicBezTo>
                  <a:cubicBezTo>
                    <a:pt x="49108" y="176"/>
                    <a:pt x="46463" y="0"/>
                    <a:pt x="43876" y="0"/>
                  </a:cubicBezTo>
                  <a:cubicBezTo>
                    <a:pt x="41818" y="0"/>
                    <a:pt x="39819" y="294"/>
                    <a:pt x="37820" y="647"/>
                  </a:cubicBezTo>
                  <a:cubicBezTo>
                    <a:pt x="37115" y="764"/>
                    <a:pt x="36410" y="941"/>
                    <a:pt x="35704" y="1117"/>
                  </a:cubicBezTo>
                  <a:cubicBezTo>
                    <a:pt x="34411" y="1411"/>
                    <a:pt x="33176" y="1764"/>
                    <a:pt x="31883" y="2234"/>
                  </a:cubicBezTo>
                  <a:cubicBezTo>
                    <a:pt x="28061" y="3527"/>
                    <a:pt x="24357" y="5468"/>
                    <a:pt x="20889" y="7819"/>
                  </a:cubicBezTo>
                  <a:cubicBezTo>
                    <a:pt x="11893" y="38744"/>
                    <a:pt x="10835" y="72431"/>
                    <a:pt x="7602" y="104120"/>
                  </a:cubicBezTo>
                  <a:cubicBezTo>
                    <a:pt x="4074" y="166850"/>
                    <a:pt x="2017" y="229639"/>
                    <a:pt x="664" y="292487"/>
                  </a:cubicBezTo>
                  <a:cubicBezTo>
                    <a:pt x="-3333" y="477092"/>
                    <a:pt x="11541" y="661286"/>
                    <a:pt x="23123" y="845421"/>
                  </a:cubicBezTo>
                  <a:cubicBezTo>
                    <a:pt x="23828" y="856944"/>
                    <a:pt x="24534" y="868525"/>
                    <a:pt x="25239" y="880049"/>
                  </a:cubicBezTo>
                  <a:cubicBezTo>
                    <a:pt x="25416" y="883870"/>
                    <a:pt x="28355" y="887750"/>
                    <a:pt x="32412" y="887339"/>
                  </a:cubicBezTo>
                  <a:cubicBezTo>
                    <a:pt x="39937" y="886104"/>
                    <a:pt x="38938" y="877697"/>
                    <a:pt x="38585" y="871877"/>
                  </a:cubicBezTo>
                  <a:cubicBezTo>
                    <a:pt x="38408" y="863705"/>
                    <a:pt x="38173" y="855533"/>
                    <a:pt x="37879" y="847361"/>
                  </a:cubicBezTo>
                  <a:cubicBezTo>
                    <a:pt x="35528" y="777869"/>
                    <a:pt x="29825" y="708554"/>
                    <a:pt x="24828" y="639239"/>
                  </a:cubicBezTo>
                  <a:cubicBezTo>
                    <a:pt x="16714" y="519834"/>
                    <a:pt x="13481" y="400017"/>
                    <a:pt x="15186" y="280317"/>
                  </a:cubicBezTo>
                  <a:cubicBezTo>
                    <a:pt x="16714" y="220585"/>
                    <a:pt x="17949" y="160853"/>
                    <a:pt x="21712" y="101180"/>
                  </a:cubicBezTo>
                  <a:cubicBezTo>
                    <a:pt x="24592" y="74077"/>
                    <a:pt x="25474" y="45799"/>
                    <a:pt x="32118" y="19107"/>
                  </a:cubicBezTo>
                  <a:cubicBezTo>
                    <a:pt x="33705" y="145097"/>
                    <a:pt x="36586" y="271146"/>
                    <a:pt x="34822" y="397195"/>
                  </a:cubicBezTo>
                  <a:cubicBezTo>
                    <a:pt x="35822" y="481149"/>
                    <a:pt x="41583" y="564927"/>
                    <a:pt x="43758" y="648822"/>
                  </a:cubicBezTo>
                  <a:cubicBezTo>
                    <a:pt x="45287" y="715374"/>
                    <a:pt x="46169" y="781867"/>
                    <a:pt x="48403" y="848419"/>
                  </a:cubicBezTo>
                  <a:cubicBezTo>
                    <a:pt x="48932" y="863940"/>
                    <a:pt x="49461" y="879461"/>
                    <a:pt x="50167" y="894982"/>
                  </a:cubicBezTo>
                  <a:cubicBezTo>
                    <a:pt x="50167" y="898333"/>
                    <a:pt x="52930" y="901743"/>
                    <a:pt x="56457" y="901390"/>
                  </a:cubicBezTo>
                  <a:cubicBezTo>
                    <a:pt x="60161" y="901037"/>
                    <a:pt x="62043" y="897216"/>
                    <a:pt x="62043" y="893865"/>
                  </a:cubicBezTo>
                  <a:cubicBezTo>
                    <a:pt x="62043" y="879108"/>
                    <a:pt x="61925" y="864351"/>
                    <a:pt x="61749" y="849536"/>
                  </a:cubicBezTo>
                  <a:cubicBezTo>
                    <a:pt x="60984" y="757586"/>
                    <a:pt x="58339" y="665636"/>
                    <a:pt x="54694" y="573745"/>
                  </a:cubicBezTo>
                  <a:cubicBezTo>
                    <a:pt x="47051" y="451283"/>
                    <a:pt x="47933" y="328644"/>
                    <a:pt x="48109" y="206005"/>
                  </a:cubicBezTo>
                  <a:cubicBezTo>
                    <a:pt x="47639" y="143039"/>
                    <a:pt x="45581" y="80015"/>
                    <a:pt x="44229" y="17050"/>
                  </a:cubicBezTo>
                  <a:cubicBezTo>
                    <a:pt x="71802" y="73313"/>
                    <a:pt x="78622" y="137572"/>
                    <a:pt x="81209" y="200420"/>
                  </a:cubicBezTo>
                  <a:cubicBezTo>
                    <a:pt x="83560" y="261916"/>
                    <a:pt x="84383" y="323412"/>
                    <a:pt x="84618" y="384907"/>
                  </a:cubicBezTo>
                  <a:cubicBezTo>
                    <a:pt x="83443" y="540587"/>
                    <a:pt x="81796" y="695326"/>
                    <a:pt x="79915" y="850888"/>
                  </a:cubicBezTo>
                  <a:cubicBezTo>
                    <a:pt x="79621" y="870701"/>
                    <a:pt x="79386" y="890514"/>
                    <a:pt x="79151" y="910326"/>
                  </a:cubicBezTo>
                  <a:cubicBezTo>
                    <a:pt x="79033" y="914912"/>
                    <a:pt x="83031" y="919557"/>
                    <a:pt x="87676" y="919086"/>
                  </a:cubicBezTo>
                  <a:cubicBezTo>
                    <a:pt x="92849" y="918616"/>
                    <a:pt x="95260" y="913383"/>
                    <a:pt x="95319" y="908798"/>
                  </a:cubicBezTo>
                  <a:cubicBezTo>
                    <a:pt x="95495" y="889926"/>
                    <a:pt x="95730" y="871054"/>
                    <a:pt x="95906" y="852240"/>
                  </a:cubicBezTo>
                  <a:cubicBezTo>
                    <a:pt x="96024" y="843010"/>
                    <a:pt x="96142" y="833839"/>
                    <a:pt x="96200" y="824608"/>
                  </a:cubicBezTo>
                  <a:cubicBezTo>
                    <a:pt x="97788" y="700264"/>
                    <a:pt x="97729" y="575921"/>
                    <a:pt x="99140" y="451577"/>
                  </a:cubicBezTo>
                  <a:cubicBezTo>
                    <a:pt x="99787" y="369916"/>
                    <a:pt x="99022" y="288254"/>
                    <a:pt x="95789" y="206593"/>
                  </a:cubicBezTo>
                  <a:close/>
                </a:path>
              </a:pathLst>
            </a:custGeom>
            <a:solidFill>
              <a:srgbClr val="ACD55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="" xmlns:a16="http://schemas.microsoft.com/office/drawing/2014/main" id="{CFEEFE5C-B457-A01F-810D-146566FAFAD9}"/>
                </a:ext>
              </a:extLst>
            </p:cNvPr>
            <p:cNvSpPr/>
            <p:nvPr/>
          </p:nvSpPr>
          <p:spPr>
            <a:xfrm>
              <a:off x="8064464" y="5281647"/>
              <a:ext cx="169865" cy="739756"/>
            </a:xfrm>
            <a:custGeom>
              <a:avLst/>
              <a:gdLst>
                <a:gd name="connsiteX0" fmla="*/ 161198 w 169865"/>
                <a:gd name="connsiteY0" fmla="*/ 720665 h 739756"/>
                <a:gd name="connsiteX1" fmla="*/ 140327 w 169865"/>
                <a:gd name="connsiteY1" fmla="*/ 729601 h 739756"/>
                <a:gd name="connsiteX2" fmla="*/ 127040 w 169865"/>
                <a:gd name="connsiteY2" fmla="*/ 732482 h 739756"/>
                <a:gd name="connsiteX3" fmla="*/ 74187 w 169865"/>
                <a:gd name="connsiteY3" fmla="*/ 734422 h 739756"/>
                <a:gd name="connsiteX4" fmla="*/ 70248 w 169865"/>
                <a:gd name="connsiteY4" fmla="*/ 734422 h 739756"/>
                <a:gd name="connsiteX5" fmla="*/ 61723 w 169865"/>
                <a:gd name="connsiteY5" fmla="*/ 734128 h 739756"/>
                <a:gd name="connsiteX6" fmla="*/ 56020 w 169865"/>
                <a:gd name="connsiteY6" fmla="*/ 734011 h 739756"/>
                <a:gd name="connsiteX7" fmla="*/ 53551 w 169865"/>
                <a:gd name="connsiteY7" fmla="*/ 736598 h 739756"/>
                <a:gd name="connsiteX8" fmla="*/ 33092 w 169865"/>
                <a:gd name="connsiteY8" fmla="*/ 738832 h 739756"/>
                <a:gd name="connsiteX9" fmla="*/ 28212 w 169865"/>
                <a:gd name="connsiteY9" fmla="*/ 730836 h 739756"/>
                <a:gd name="connsiteX10" fmla="*/ 20099 w 169865"/>
                <a:gd name="connsiteY10" fmla="*/ 725721 h 739756"/>
                <a:gd name="connsiteX11" fmla="*/ 1227 w 169865"/>
                <a:gd name="connsiteY11" fmla="*/ 385672 h 739756"/>
                <a:gd name="connsiteX12" fmla="*/ 10574 w 169865"/>
                <a:gd name="connsiteY12" fmla="*/ 196069 h 739756"/>
                <a:gd name="connsiteX13" fmla="*/ 25390 w 169865"/>
                <a:gd name="connsiteY13" fmla="*/ 70491 h 739756"/>
                <a:gd name="connsiteX14" fmla="*/ 65015 w 169865"/>
                <a:gd name="connsiteY14" fmla="*/ 4174 h 739756"/>
                <a:gd name="connsiteX15" fmla="*/ 73305 w 169865"/>
                <a:gd name="connsiteY15" fmla="*/ 1117 h 739756"/>
                <a:gd name="connsiteX16" fmla="*/ 82006 w 169865"/>
                <a:gd name="connsiteY16" fmla="*/ 0 h 739756"/>
                <a:gd name="connsiteX17" fmla="*/ 88473 w 169865"/>
                <a:gd name="connsiteY17" fmla="*/ 470 h 739756"/>
                <a:gd name="connsiteX18" fmla="*/ 143032 w 169865"/>
                <a:gd name="connsiteY18" fmla="*/ 61202 h 739756"/>
                <a:gd name="connsiteX19" fmla="*/ 164373 w 169865"/>
                <a:gd name="connsiteY19" fmla="*/ 211531 h 739756"/>
                <a:gd name="connsiteX20" fmla="*/ 167254 w 169865"/>
                <a:gd name="connsiteY20" fmla="*/ 402310 h 739756"/>
                <a:gd name="connsiteX21" fmla="*/ 169370 w 169865"/>
                <a:gd name="connsiteY21" fmla="*/ 653467 h 739756"/>
                <a:gd name="connsiteX22" fmla="*/ 169782 w 169865"/>
                <a:gd name="connsiteY22" fmla="*/ 697560 h 739756"/>
                <a:gd name="connsiteX23" fmla="*/ 161198 w 169865"/>
                <a:gd name="connsiteY23" fmla="*/ 720665 h 739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69865" h="739756">
                  <a:moveTo>
                    <a:pt x="161198" y="720665"/>
                  </a:moveTo>
                  <a:cubicBezTo>
                    <a:pt x="154613" y="724722"/>
                    <a:pt x="147617" y="727603"/>
                    <a:pt x="140327" y="729601"/>
                  </a:cubicBezTo>
                  <a:cubicBezTo>
                    <a:pt x="135977" y="730836"/>
                    <a:pt x="131508" y="731777"/>
                    <a:pt x="127040" y="732482"/>
                  </a:cubicBezTo>
                  <a:cubicBezTo>
                    <a:pt x="109697" y="735128"/>
                    <a:pt x="91413" y="734422"/>
                    <a:pt x="74187" y="734422"/>
                  </a:cubicBezTo>
                  <a:lnTo>
                    <a:pt x="70248" y="734422"/>
                  </a:lnTo>
                  <a:cubicBezTo>
                    <a:pt x="67837" y="734187"/>
                    <a:pt x="64839" y="734187"/>
                    <a:pt x="61723" y="734128"/>
                  </a:cubicBezTo>
                  <a:cubicBezTo>
                    <a:pt x="59842" y="734128"/>
                    <a:pt x="57902" y="734128"/>
                    <a:pt x="56020" y="734011"/>
                  </a:cubicBezTo>
                  <a:cubicBezTo>
                    <a:pt x="55373" y="734893"/>
                    <a:pt x="54550" y="735775"/>
                    <a:pt x="53551" y="736598"/>
                  </a:cubicBezTo>
                  <a:cubicBezTo>
                    <a:pt x="47554" y="739361"/>
                    <a:pt x="39500" y="740831"/>
                    <a:pt x="33092" y="738832"/>
                  </a:cubicBezTo>
                  <a:cubicBezTo>
                    <a:pt x="30034" y="737303"/>
                    <a:pt x="28388" y="734128"/>
                    <a:pt x="28212" y="730836"/>
                  </a:cubicBezTo>
                  <a:cubicBezTo>
                    <a:pt x="25214" y="731718"/>
                    <a:pt x="21804" y="730542"/>
                    <a:pt x="20099" y="725721"/>
                  </a:cubicBezTo>
                  <a:cubicBezTo>
                    <a:pt x="-1948" y="614018"/>
                    <a:pt x="-1301" y="498963"/>
                    <a:pt x="1227" y="385672"/>
                  </a:cubicBezTo>
                  <a:cubicBezTo>
                    <a:pt x="1991" y="322353"/>
                    <a:pt x="6341" y="259211"/>
                    <a:pt x="10574" y="196069"/>
                  </a:cubicBezTo>
                  <a:cubicBezTo>
                    <a:pt x="13926" y="154092"/>
                    <a:pt x="15631" y="111586"/>
                    <a:pt x="25390" y="70491"/>
                  </a:cubicBezTo>
                  <a:cubicBezTo>
                    <a:pt x="32327" y="35157"/>
                    <a:pt x="47437" y="12875"/>
                    <a:pt x="65015" y="4174"/>
                  </a:cubicBezTo>
                  <a:cubicBezTo>
                    <a:pt x="67720" y="2822"/>
                    <a:pt x="70483" y="1823"/>
                    <a:pt x="73305" y="1117"/>
                  </a:cubicBezTo>
                  <a:cubicBezTo>
                    <a:pt x="76186" y="412"/>
                    <a:pt x="79066" y="59"/>
                    <a:pt x="82006" y="0"/>
                  </a:cubicBezTo>
                  <a:cubicBezTo>
                    <a:pt x="84123" y="0"/>
                    <a:pt x="86298" y="176"/>
                    <a:pt x="88473" y="470"/>
                  </a:cubicBezTo>
                  <a:cubicBezTo>
                    <a:pt x="109050" y="3763"/>
                    <a:pt x="129803" y="23811"/>
                    <a:pt x="143032" y="61202"/>
                  </a:cubicBezTo>
                  <a:cubicBezTo>
                    <a:pt x="159434" y="109705"/>
                    <a:pt x="161668" y="161088"/>
                    <a:pt x="164373" y="211531"/>
                  </a:cubicBezTo>
                  <a:cubicBezTo>
                    <a:pt x="167018" y="275085"/>
                    <a:pt x="167606" y="338697"/>
                    <a:pt x="167254" y="402310"/>
                  </a:cubicBezTo>
                  <a:cubicBezTo>
                    <a:pt x="167254" y="486029"/>
                    <a:pt x="168371" y="569748"/>
                    <a:pt x="169370" y="653467"/>
                  </a:cubicBezTo>
                  <a:cubicBezTo>
                    <a:pt x="169546" y="668164"/>
                    <a:pt x="169664" y="682862"/>
                    <a:pt x="169782" y="697560"/>
                  </a:cubicBezTo>
                  <a:cubicBezTo>
                    <a:pt x="170311" y="706144"/>
                    <a:pt x="168429" y="715139"/>
                    <a:pt x="161198" y="720665"/>
                  </a:cubicBezTo>
                  <a:close/>
                </a:path>
              </a:pathLst>
            </a:custGeom>
            <a:solidFill>
              <a:srgbClr val="C2E27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="" xmlns:a16="http://schemas.microsoft.com/office/drawing/2014/main" id="{B1F8FE9E-91AA-633C-083B-028333403757}"/>
                </a:ext>
              </a:extLst>
            </p:cNvPr>
            <p:cNvSpPr/>
            <p:nvPr/>
          </p:nvSpPr>
          <p:spPr>
            <a:xfrm>
              <a:off x="8105453" y="5281647"/>
              <a:ext cx="101888" cy="758526"/>
            </a:xfrm>
            <a:custGeom>
              <a:avLst/>
              <a:gdLst>
                <a:gd name="connsiteX0" fmla="*/ 95811 w 101888"/>
                <a:gd name="connsiteY0" fmla="*/ 433410 h 758526"/>
                <a:gd name="connsiteX1" fmla="*/ 85758 w 101888"/>
                <a:gd name="connsiteY1" fmla="*/ 177021 h 758526"/>
                <a:gd name="connsiteX2" fmla="*/ 44898 w 101888"/>
                <a:gd name="connsiteY2" fmla="*/ 5879 h 758526"/>
                <a:gd name="connsiteX3" fmla="*/ 47484 w 101888"/>
                <a:gd name="connsiteY3" fmla="*/ 470 h 758526"/>
                <a:gd name="connsiteX4" fmla="*/ 41017 w 101888"/>
                <a:gd name="connsiteY4" fmla="*/ 0 h 758526"/>
                <a:gd name="connsiteX5" fmla="*/ 32316 w 101888"/>
                <a:gd name="connsiteY5" fmla="*/ 1117 h 758526"/>
                <a:gd name="connsiteX6" fmla="*/ 24027 w 101888"/>
                <a:gd name="connsiteY6" fmla="*/ 4174 h 758526"/>
                <a:gd name="connsiteX7" fmla="*/ 28789 w 101888"/>
                <a:gd name="connsiteY7" fmla="*/ 10112 h 758526"/>
                <a:gd name="connsiteX8" fmla="*/ 3920 w 101888"/>
                <a:gd name="connsiteY8" fmla="*/ 149800 h 758526"/>
                <a:gd name="connsiteX9" fmla="*/ 628 w 101888"/>
                <a:gd name="connsiteY9" fmla="*/ 331407 h 758526"/>
                <a:gd name="connsiteX10" fmla="*/ 20734 w 101888"/>
                <a:gd name="connsiteY10" fmla="*/ 734128 h 758526"/>
                <a:gd name="connsiteX11" fmla="*/ 21851 w 101888"/>
                <a:gd name="connsiteY11" fmla="*/ 742183 h 758526"/>
                <a:gd name="connsiteX12" fmla="*/ 29024 w 101888"/>
                <a:gd name="connsiteY12" fmla="*/ 747533 h 758526"/>
                <a:gd name="connsiteX13" fmla="*/ 33786 w 101888"/>
                <a:gd name="connsiteY13" fmla="*/ 740008 h 758526"/>
                <a:gd name="connsiteX14" fmla="*/ 33198 w 101888"/>
                <a:gd name="connsiteY14" fmla="*/ 734422 h 758526"/>
                <a:gd name="connsiteX15" fmla="*/ 30141 w 101888"/>
                <a:gd name="connsiteY15" fmla="*/ 700265 h 758526"/>
                <a:gd name="connsiteX16" fmla="*/ 20323 w 101888"/>
                <a:gd name="connsiteY16" fmla="*/ 561870 h 758526"/>
                <a:gd name="connsiteX17" fmla="*/ 13385 w 101888"/>
                <a:gd name="connsiteY17" fmla="*/ 254155 h 758526"/>
                <a:gd name="connsiteX18" fmla="*/ 37490 w 101888"/>
                <a:gd name="connsiteY18" fmla="*/ 24634 h 758526"/>
                <a:gd name="connsiteX19" fmla="*/ 81348 w 101888"/>
                <a:gd name="connsiteY19" fmla="*/ 431117 h 758526"/>
                <a:gd name="connsiteX20" fmla="*/ 86052 w 101888"/>
                <a:gd name="connsiteY20" fmla="*/ 732482 h 758526"/>
                <a:gd name="connsiteX21" fmla="*/ 85875 w 101888"/>
                <a:gd name="connsiteY21" fmla="*/ 751590 h 758526"/>
                <a:gd name="connsiteX22" fmla="*/ 92107 w 101888"/>
                <a:gd name="connsiteY22" fmla="*/ 758527 h 758526"/>
                <a:gd name="connsiteX23" fmla="*/ 98633 w 101888"/>
                <a:gd name="connsiteY23" fmla="*/ 751472 h 758526"/>
                <a:gd name="connsiteX24" fmla="*/ 99338 w 101888"/>
                <a:gd name="connsiteY24" fmla="*/ 729601 h 758526"/>
                <a:gd name="connsiteX25" fmla="*/ 101866 w 101888"/>
                <a:gd name="connsiteY25" fmla="*/ 587561 h 758526"/>
                <a:gd name="connsiteX26" fmla="*/ 95811 w 101888"/>
                <a:gd name="connsiteY26" fmla="*/ 433410 h 758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1888" h="758526">
                  <a:moveTo>
                    <a:pt x="95811" y="433410"/>
                  </a:moveTo>
                  <a:cubicBezTo>
                    <a:pt x="93048" y="347928"/>
                    <a:pt x="92754" y="262210"/>
                    <a:pt x="85758" y="177021"/>
                  </a:cubicBezTo>
                  <a:cubicBezTo>
                    <a:pt x="80937" y="141217"/>
                    <a:pt x="72824" y="51854"/>
                    <a:pt x="44898" y="5879"/>
                  </a:cubicBezTo>
                  <a:cubicBezTo>
                    <a:pt x="45721" y="4057"/>
                    <a:pt x="46603" y="2234"/>
                    <a:pt x="47484" y="470"/>
                  </a:cubicBezTo>
                  <a:cubicBezTo>
                    <a:pt x="45309" y="176"/>
                    <a:pt x="43134" y="0"/>
                    <a:pt x="41017" y="0"/>
                  </a:cubicBezTo>
                  <a:cubicBezTo>
                    <a:pt x="38078" y="59"/>
                    <a:pt x="35197" y="412"/>
                    <a:pt x="32316" y="1117"/>
                  </a:cubicBezTo>
                  <a:cubicBezTo>
                    <a:pt x="29494" y="1823"/>
                    <a:pt x="26731" y="2822"/>
                    <a:pt x="24027" y="4174"/>
                  </a:cubicBezTo>
                  <a:cubicBezTo>
                    <a:pt x="25732" y="5997"/>
                    <a:pt x="27319" y="7996"/>
                    <a:pt x="28789" y="10112"/>
                  </a:cubicBezTo>
                  <a:cubicBezTo>
                    <a:pt x="12151" y="54558"/>
                    <a:pt x="7271" y="102709"/>
                    <a:pt x="3920" y="149800"/>
                  </a:cubicBezTo>
                  <a:cubicBezTo>
                    <a:pt x="275" y="210297"/>
                    <a:pt x="-842" y="270852"/>
                    <a:pt x="628" y="331407"/>
                  </a:cubicBezTo>
                  <a:cubicBezTo>
                    <a:pt x="3508" y="465746"/>
                    <a:pt x="2274" y="600848"/>
                    <a:pt x="20734" y="734128"/>
                  </a:cubicBezTo>
                  <a:cubicBezTo>
                    <a:pt x="21087" y="736833"/>
                    <a:pt x="21440" y="739478"/>
                    <a:pt x="21851" y="742183"/>
                  </a:cubicBezTo>
                  <a:cubicBezTo>
                    <a:pt x="22263" y="745593"/>
                    <a:pt x="25614" y="748415"/>
                    <a:pt x="29024" y="747533"/>
                  </a:cubicBezTo>
                  <a:cubicBezTo>
                    <a:pt x="32081" y="746651"/>
                    <a:pt x="34139" y="743124"/>
                    <a:pt x="33786" y="740008"/>
                  </a:cubicBezTo>
                  <a:cubicBezTo>
                    <a:pt x="33610" y="738126"/>
                    <a:pt x="33374" y="736304"/>
                    <a:pt x="33198" y="734422"/>
                  </a:cubicBezTo>
                  <a:cubicBezTo>
                    <a:pt x="32081" y="723076"/>
                    <a:pt x="31140" y="711670"/>
                    <a:pt x="30141" y="700265"/>
                  </a:cubicBezTo>
                  <a:cubicBezTo>
                    <a:pt x="25496" y="654290"/>
                    <a:pt x="22322" y="608080"/>
                    <a:pt x="20323" y="561870"/>
                  </a:cubicBezTo>
                  <a:cubicBezTo>
                    <a:pt x="15208" y="459396"/>
                    <a:pt x="13797" y="356746"/>
                    <a:pt x="13385" y="254155"/>
                  </a:cubicBezTo>
                  <a:cubicBezTo>
                    <a:pt x="16619" y="193247"/>
                    <a:pt x="13562" y="94654"/>
                    <a:pt x="37490" y="24634"/>
                  </a:cubicBezTo>
                  <a:cubicBezTo>
                    <a:pt x="84170" y="116348"/>
                    <a:pt x="76527" y="353278"/>
                    <a:pt x="81348" y="431117"/>
                  </a:cubicBezTo>
                  <a:cubicBezTo>
                    <a:pt x="88756" y="531533"/>
                    <a:pt x="87110" y="631890"/>
                    <a:pt x="86052" y="732482"/>
                  </a:cubicBezTo>
                  <a:cubicBezTo>
                    <a:pt x="86052" y="738832"/>
                    <a:pt x="85934" y="745240"/>
                    <a:pt x="85875" y="751590"/>
                  </a:cubicBezTo>
                  <a:cubicBezTo>
                    <a:pt x="85875" y="754999"/>
                    <a:pt x="88580" y="758527"/>
                    <a:pt x="92107" y="758527"/>
                  </a:cubicBezTo>
                  <a:cubicBezTo>
                    <a:pt x="95635" y="758527"/>
                    <a:pt x="98574" y="754882"/>
                    <a:pt x="98633" y="751472"/>
                  </a:cubicBezTo>
                  <a:cubicBezTo>
                    <a:pt x="98927" y="744182"/>
                    <a:pt x="99162" y="736892"/>
                    <a:pt x="99338" y="729601"/>
                  </a:cubicBezTo>
                  <a:cubicBezTo>
                    <a:pt x="100985" y="682274"/>
                    <a:pt x="101749" y="634947"/>
                    <a:pt x="101866" y="587561"/>
                  </a:cubicBezTo>
                  <a:cubicBezTo>
                    <a:pt x="102219" y="536119"/>
                    <a:pt x="98221" y="484794"/>
                    <a:pt x="95811" y="433410"/>
                  </a:cubicBezTo>
                  <a:close/>
                </a:path>
              </a:pathLst>
            </a:custGeom>
            <a:solidFill>
              <a:srgbClr val="B4E05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="" xmlns:a16="http://schemas.microsoft.com/office/drawing/2014/main" id="{0D05AF39-BAD0-FCF3-2303-6B14524263AC}"/>
                </a:ext>
              </a:extLst>
            </p:cNvPr>
            <p:cNvSpPr/>
            <p:nvPr/>
          </p:nvSpPr>
          <p:spPr>
            <a:xfrm>
              <a:off x="9199210" y="5139264"/>
              <a:ext cx="556565" cy="834005"/>
            </a:xfrm>
            <a:custGeom>
              <a:avLst/>
              <a:gdLst>
                <a:gd name="connsiteX0" fmla="*/ 505997 w 556565"/>
                <a:gd name="connsiteY0" fmla="*/ 279838 h 834005"/>
                <a:gd name="connsiteX1" fmla="*/ 508995 w 556565"/>
                <a:gd name="connsiteY1" fmla="*/ 446217 h 834005"/>
                <a:gd name="connsiteX2" fmla="*/ 419808 w 556565"/>
                <a:gd name="connsiteY2" fmla="*/ 492663 h 834005"/>
                <a:gd name="connsiteX3" fmla="*/ 371129 w 556565"/>
                <a:gd name="connsiteY3" fmla="*/ 505185 h 834005"/>
                <a:gd name="connsiteX4" fmla="*/ 374480 w 556565"/>
                <a:gd name="connsiteY4" fmla="*/ 621886 h 834005"/>
                <a:gd name="connsiteX5" fmla="*/ 309810 w 556565"/>
                <a:gd name="connsiteY5" fmla="*/ 824481 h 834005"/>
                <a:gd name="connsiteX6" fmla="*/ 259837 w 556565"/>
                <a:gd name="connsiteY6" fmla="*/ 826657 h 834005"/>
                <a:gd name="connsiteX7" fmla="*/ 179998 w 556565"/>
                <a:gd name="connsiteY7" fmla="*/ 834005 h 834005"/>
                <a:gd name="connsiteX8" fmla="*/ 130790 w 556565"/>
                <a:gd name="connsiteY8" fmla="*/ 830125 h 834005"/>
                <a:gd name="connsiteX9" fmla="*/ 130790 w 556565"/>
                <a:gd name="connsiteY9" fmla="*/ 830125 h 834005"/>
                <a:gd name="connsiteX10" fmla="*/ 127498 w 556565"/>
                <a:gd name="connsiteY10" fmla="*/ 829420 h 834005"/>
                <a:gd name="connsiteX11" fmla="*/ 125793 w 556565"/>
                <a:gd name="connsiteY11" fmla="*/ 826245 h 834005"/>
                <a:gd name="connsiteX12" fmla="*/ 125793 w 556565"/>
                <a:gd name="connsiteY12" fmla="*/ 825951 h 834005"/>
                <a:gd name="connsiteX13" fmla="*/ 85050 w 556565"/>
                <a:gd name="connsiteY13" fmla="*/ 721302 h 834005"/>
                <a:gd name="connsiteX14" fmla="*/ 62768 w 556565"/>
                <a:gd name="connsiteY14" fmla="*/ 487018 h 834005"/>
                <a:gd name="connsiteX15" fmla="*/ 109743 w 556565"/>
                <a:gd name="connsiteY15" fmla="*/ 421584 h 834005"/>
                <a:gd name="connsiteX16" fmla="*/ 80994 w 556565"/>
                <a:gd name="connsiteY16" fmla="*/ 394598 h 834005"/>
                <a:gd name="connsiteX17" fmla="*/ 38 w 556565"/>
                <a:gd name="connsiteY17" fmla="*/ 243504 h 834005"/>
                <a:gd name="connsiteX18" fmla="*/ 30551 w 556565"/>
                <a:gd name="connsiteY18" fmla="*/ 169545 h 834005"/>
                <a:gd name="connsiteX19" fmla="*/ 161009 w 556565"/>
                <a:gd name="connsiteY19" fmla="*/ 135034 h 834005"/>
                <a:gd name="connsiteX20" fmla="*/ 189758 w 556565"/>
                <a:gd name="connsiteY20" fmla="*/ 153671 h 834005"/>
                <a:gd name="connsiteX21" fmla="*/ 206219 w 556565"/>
                <a:gd name="connsiteY21" fmla="*/ 31855 h 834005"/>
                <a:gd name="connsiteX22" fmla="*/ 327506 w 556565"/>
                <a:gd name="connsiteY22" fmla="*/ 30386 h 834005"/>
                <a:gd name="connsiteX23" fmla="*/ 332092 w 556565"/>
                <a:gd name="connsiteY23" fmla="*/ 154671 h 834005"/>
                <a:gd name="connsiteX24" fmla="*/ 248549 w 556565"/>
                <a:gd name="connsiteY24" fmla="*/ 219459 h 834005"/>
                <a:gd name="connsiteX25" fmla="*/ 239848 w 556565"/>
                <a:gd name="connsiteY25" fmla="*/ 224338 h 834005"/>
                <a:gd name="connsiteX26" fmla="*/ 254428 w 556565"/>
                <a:gd name="connsiteY26" fmla="*/ 281484 h 834005"/>
                <a:gd name="connsiteX27" fmla="*/ 254017 w 556565"/>
                <a:gd name="connsiteY27" fmla="*/ 380488 h 834005"/>
                <a:gd name="connsiteX28" fmla="*/ 286176 w 556565"/>
                <a:gd name="connsiteY28" fmla="*/ 390013 h 834005"/>
                <a:gd name="connsiteX29" fmla="*/ 328270 w 556565"/>
                <a:gd name="connsiteY29" fmla="*/ 411766 h 834005"/>
                <a:gd name="connsiteX30" fmla="*/ 344261 w 556565"/>
                <a:gd name="connsiteY30" fmla="*/ 370553 h 834005"/>
                <a:gd name="connsiteX31" fmla="*/ 412342 w 556565"/>
                <a:gd name="connsiteY31" fmla="*/ 283189 h 834005"/>
                <a:gd name="connsiteX32" fmla="*/ 506114 w 556565"/>
                <a:gd name="connsiteY32" fmla="*/ 279896 h 83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556565" h="834005">
                  <a:moveTo>
                    <a:pt x="505997" y="279838"/>
                  </a:moveTo>
                  <a:cubicBezTo>
                    <a:pt x="578898" y="328282"/>
                    <a:pt x="566787" y="390953"/>
                    <a:pt x="508995" y="446217"/>
                  </a:cubicBezTo>
                  <a:cubicBezTo>
                    <a:pt x="482833" y="467441"/>
                    <a:pt x="451438" y="481610"/>
                    <a:pt x="419808" y="492663"/>
                  </a:cubicBezTo>
                  <a:cubicBezTo>
                    <a:pt x="403935" y="497366"/>
                    <a:pt x="387650" y="503010"/>
                    <a:pt x="371129" y="505185"/>
                  </a:cubicBezTo>
                  <a:cubicBezTo>
                    <a:pt x="376185" y="543752"/>
                    <a:pt x="375774" y="583142"/>
                    <a:pt x="374480" y="621886"/>
                  </a:cubicBezTo>
                  <a:cubicBezTo>
                    <a:pt x="368072" y="685675"/>
                    <a:pt x="347377" y="771393"/>
                    <a:pt x="309810" y="824481"/>
                  </a:cubicBezTo>
                  <a:cubicBezTo>
                    <a:pt x="294700" y="838768"/>
                    <a:pt x="279767" y="824070"/>
                    <a:pt x="259837" y="826657"/>
                  </a:cubicBezTo>
                  <a:cubicBezTo>
                    <a:pt x="233205" y="829126"/>
                    <a:pt x="206748" y="833888"/>
                    <a:pt x="179998" y="834005"/>
                  </a:cubicBezTo>
                  <a:cubicBezTo>
                    <a:pt x="163419" y="833417"/>
                    <a:pt x="147252" y="831830"/>
                    <a:pt x="130790" y="830125"/>
                  </a:cubicBezTo>
                  <a:lnTo>
                    <a:pt x="130790" y="830125"/>
                  </a:lnTo>
                  <a:cubicBezTo>
                    <a:pt x="129791" y="831183"/>
                    <a:pt x="128086" y="830596"/>
                    <a:pt x="127498" y="829420"/>
                  </a:cubicBezTo>
                  <a:cubicBezTo>
                    <a:pt x="126322" y="828832"/>
                    <a:pt x="125734" y="827538"/>
                    <a:pt x="125793" y="826245"/>
                  </a:cubicBezTo>
                  <a:cubicBezTo>
                    <a:pt x="125793" y="826127"/>
                    <a:pt x="125793" y="826010"/>
                    <a:pt x="125793" y="825951"/>
                  </a:cubicBezTo>
                  <a:cubicBezTo>
                    <a:pt x="108214" y="792734"/>
                    <a:pt x="99101" y="755989"/>
                    <a:pt x="85050" y="721302"/>
                  </a:cubicBezTo>
                  <a:cubicBezTo>
                    <a:pt x="56360" y="648225"/>
                    <a:pt x="35901" y="563506"/>
                    <a:pt x="62768" y="487018"/>
                  </a:cubicBezTo>
                  <a:cubicBezTo>
                    <a:pt x="74115" y="460033"/>
                    <a:pt x="89812" y="438516"/>
                    <a:pt x="109743" y="421584"/>
                  </a:cubicBezTo>
                  <a:cubicBezTo>
                    <a:pt x="99983" y="412765"/>
                    <a:pt x="90518" y="403476"/>
                    <a:pt x="80994" y="394598"/>
                  </a:cubicBezTo>
                  <a:cubicBezTo>
                    <a:pt x="38311" y="355561"/>
                    <a:pt x="3800" y="302413"/>
                    <a:pt x="38" y="243504"/>
                  </a:cubicBezTo>
                  <a:cubicBezTo>
                    <a:pt x="-844" y="215931"/>
                    <a:pt x="13795" y="190416"/>
                    <a:pt x="30551" y="169545"/>
                  </a:cubicBezTo>
                  <a:cubicBezTo>
                    <a:pt x="60358" y="131566"/>
                    <a:pt x="116327" y="116691"/>
                    <a:pt x="161009" y="135034"/>
                  </a:cubicBezTo>
                  <a:cubicBezTo>
                    <a:pt x="171709" y="139502"/>
                    <a:pt x="181174" y="146028"/>
                    <a:pt x="189758" y="153671"/>
                  </a:cubicBezTo>
                  <a:cubicBezTo>
                    <a:pt x="186759" y="112341"/>
                    <a:pt x="181233" y="67248"/>
                    <a:pt x="206219" y="31855"/>
                  </a:cubicBezTo>
                  <a:cubicBezTo>
                    <a:pt x="237202" y="-6829"/>
                    <a:pt x="297875" y="-13708"/>
                    <a:pt x="327506" y="30386"/>
                  </a:cubicBezTo>
                  <a:cubicBezTo>
                    <a:pt x="360547" y="63779"/>
                    <a:pt x="360664" y="118396"/>
                    <a:pt x="332092" y="154671"/>
                  </a:cubicBezTo>
                  <a:cubicBezTo>
                    <a:pt x="310339" y="182891"/>
                    <a:pt x="278474" y="201057"/>
                    <a:pt x="248549" y="219459"/>
                  </a:cubicBezTo>
                  <a:cubicBezTo>
                    <a:pt x="245610" y="220987"/>
                    <a:pt x="242788" y="222692"/>
                    <a:pt x="239848" y="224338"/>
                  </a:cubicBezTo>
                  <a:cubicBezTo>
                    <a:pt x="246844" y="242681"/>
                    <a:pt x="250960" y="262318"/>
                    <a:pt x="254428" y="281484"/>
                  </a:cubicBezTo>
                  <a:cubicBezTo>
                    <a:pt x="259543" y="314525"/>
                    <a:pt x="257485" y="347565"/>
                    <a:pt x="254017" y="380488"/>
                  </a:cubicBezTo>
                  <a:cubicBezTo>
                    <a:pt x="265011" y="382664"/>
                    <a:pt x="275828" y="385956"/>
                    <a:pt x="286176" y="390013"/>
                  </a:cubicBezTo>
                  <a:cubicBezTo>
                    <a:pt x="301755" y="394540"/>
                    <a:pt x="316101" y="401889"/>
                    <a:pt x="328270" y="411766"/>
                  </a:cubicBezTo>
                  <a:cubicBezTo>
                    <a:pt x="332445" y="397597"/>
                    <a:pt x="337383" y="383663"/>
                    <a:pt x="344261" y="370553"/>
                  </a:cubicBezTo>
                  <a:cubicBezTo>
                    <a:pt x="362546" y="338747"/>
                    <a:pt x="379830" y="302707"/>
                    <a:pt x="412342" y="283189"/>
                  </a:cubicBezTo>
                  <a:cubicBezTo>
                    <a:pt x="440385" y="267668"/>
                    <a:pt x="477542" y="263376"/>
                    <a:pt x="506114" y="279896"/>
                  </a:cubicBezTo>
                  <a:close/>
                </a:path>
              </a:pathLst>
            </a:custGeom>
            <a:solidFill>
              <a:srgbClr val="8DC846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="" xmlns:a16="http://schemas.microsoft.com/office/drawing/2014/main" id="{7F640C89-89E7-CD10-3131-2216EC22DA9A}"/>
                </a:ext>
              </a:extLst>
            </p:cNvPr>
            <p:cNvSpPr/>
            <p:nvPr/>
          </p:nvSpPr>
          <p:spPr>
            <a:xfrm>
              <a:off x="7701066" y="5935643"/>
              <a:ext cx="1913424" cy="494729"/>
            </a:xfrm>
            <a:custGeom>
              <a:avLst/>
              <a:gdLst>
                <a:gd name="connsiteX0" fmla="*/ 1890144 w 1913424"/>
                <a:gd name="connsiteY0" fmla="*/ 0 h 494729"/>
                <a:gd name="connsiteX1" fmla="*/ 1913425 w 1913424"/>
                <a:gd name="connsiteY1" fmla="*/ 23281 h 494729"/>
                <a:gd name="connsiteX2" fmla="*/ 1913425 w 1913424"/>
                <a:gd name="connsiteY2" fmla="*/ 471448 h 494729"/>
                <a:gd name="connsiteX3" fmla="*/ 1890144 w 1913424"/>
                <a:gd name="connsiteY3" fmla="*/ 494730 h 494729"/>
                <a:gd name="connsiteX4" fmla="*/ 23281 w 1913424"/>
                <a:gd name="connsiteY4" fmla="*/ 494730 h 494729"/>
                <a:gd name="connsiteX5" fmla="*/ 0 w 1913424"/>
                <a:gd name="connsiteY5" fmla="*/ 471448 h 494729"/>
                <a:gd name="connsiteX6" fmla="*/ 0 w 1913424"/>
                <a:gd name="connsiteY6" fmla="*/ 23281 h 494729"/>
                <a:gd name="connsiteX7" fmla="*/ 23281 w 1913424"/>
                <a:gd name="connsiteY7" fmla="*/ 0 h 494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3424" h="494729">
                  <a:moveTo>
                    <a:pt x="1890144" y="0"/>
                  </a:moveTo>
                  <a:cubicBezTo>
                    <a:pt x="1903001" y="0"/>
                    <a:pt x="1913425" y="10423"/>
                    <a:pt x="1913425" y="23281"/>
                  </a:cubicBezTo>
                  <a:lnTo>
                    <a:pt x="1913425" y="471448"/>
                  </a:lnTo>
                  <a:cubicBezTo>
                    <a:pt x="1913425" y="484306"/>
                    <a:pt x="1903001" y="494730"/>
                    <a:pt x="1890144" y="494730"/>
                  </a:cubicBezTo>
                  <a:lnTo>
                    <a:pt x="23281" y="494730"/>
                  </a:lnTo>
                  <a:cubicBezTo>
                    <a:pt x="10423" y="494730"/>
                    <a:pt x="0" y="484306"/>
                    <a:pt x="0" y="471448"/>
                  </a:cubicBezTo>
                  <a:lnTo>
                    <a:pt x="0" y="23281"/>
                  </a:lnTo>
                  <a:cubicBezTo>
                    <a:pt x="0" y="10424"/>
                    <a:pt x="10423" y="0"/>
                    <a:pt x="23281" y="0"/>
                  </a:cubicBezTo>
                  <a:close/>
                </a:path>
              </a:pathLst>
            </a:custGeom>
            <a:solidFill>
              <a:srgbClr val="E5CD5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="" xmlns:a16="http://schemas.microsoft.com/office/drawing/2014/main" id="{1EA10B3F-E817-AC0D-62BC-9618A0E886B8}"/>
                </a:ext>
              </a:extLst>
            </p:cNvPr>
            <p:cNvSpPr/>
            <p:nvPr/>
          </p:nvSpPr>
          <p:spPr>
            <a:xfrm>
              <a:off x="8715078" y="5493506"/>
              <a:ext cx="86673" cy="121015"/>
            </a:xfrm>
            <a:custGeom>
              <a:avLst/>
              <a:gdLst>
                <a:gd name="connsiteX0" fmla="*/ 1375 w 86673"/>
                <a:gd name="connsiteY0" fmla="*/ 120078 h 121015"/>
                <a:gd name="connsiteX1" fmla="*/ 1668 w 86673"/>
                <a:gd name="connsiteY1" fmla="*/ 104733 h 121015"/>
                <a:gd name="connsiteX2" fmla="*/ 16895 w 86673"/>
                <a:gd name="connsiteY2" fmla="*/ 66519 h 121015"/>
                <a:gd name="connsiteX3" fmla="*/ 83271 w 86673"/>
                <a:gd name="connsiteY3" fmla="*/ 261 h 121015"/>
                <a:gd name="connsiteX4" fmla="*/ 85623 w 86673"/>
                <a:gd name="connsiteY4" fmla="*/ 5140 h 121015"/>
                <a:gd name="connsiteX5" fmla="*/ 38002 w 86673"/>
                <a:gd name="connsiteY5" fmla="*/ 42355 h 121015"/>
                <a:gd name="connsiteX6" fmla="*/ 4608 w 86673"/>
                <a:gd name="connsiteY6" fmla="*/ 115374 h 121015"/>
                <a:gd name="connsiteX7" fmla="*/ 4608 w 86673"/>
                <a:gd name="connsiteY7" fmla="*/ 115374 h 121015"/>
                <a:gd name="connsiteX8" fmla="*/ 9370 w 86673"/>
                <a:gd name="connsiteY8" fmla="*/ 111024 h 121015"/>
                <a:gd name="connsiteX9" fmla="*/ 11957 w 86673"/>
                <a:gd name="connsiteY9" fmla="*/ 114492 h 121015"/>
                <a:gd name="connsiteX10" fmla="*/ 1375 w 86673"/>
                <a:gd name="connsiteY10" fmla="*/ 120078 h 12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6673" h="121015">
                  <a:moveTo>
                    <a:pt x="1375" y="120078"/>
                  </a:moveTo>
                  <a:cubicBezTo>
                    <a:pt x="-1330" y="115433"/>
                    <a:pt x="610" y="109613"/>
                    <a:pt x="1668" y="104733"/>
                  </a:cubicBezTo>
                  <a:cubicBezTo>
                    <a:pt x="5431" y="91505"/>
                    <a:pt x="10722" y="78747"/>
                    <a:pt x="16895" y="66519"/>
                  </a:cubicBezTo>
                  <a:cubicBezTo>
                    <a:pt x="29477" y="36182"/>
                    <a:pt x="56050" y="16605"/>
                    <a:pt x="83271" y="261"/>
                  </a:cubicBezTo>
                  <a:cubicBezTo>
                    <a:pt x="86152" y="-1150"/>
                    <a:pt x="87915" y="3553"/>
                    <a:pt x="85623" y="5140"/>
                  </a:cubicBezTo>
                  <a:cubicBezTo>
                    <a:pt x="69220" y="16663"/>
                    <a:pt x="50994" y="26776"/>
                    <a:pt x="38002" y="42355"/>
                  </a:cubicBezTo>
                  <a:cubicBezTo>
                    <a:pt x="22187" y="63814"/>
                    <a:pt x="9194" y="89094"/>
                    <a:pt x="4608" y="115374"/>
                  </a:cubicBezTo>
                  <a:cubicBezTo>
                    <a:pt x="4608" y="115374"/>
                    <a:pt x="4608" y="115374"/>
                    <a:pt x="4608" y="115374"/>
                  </a:cubicBezTo>
                  <a:cubicBezTo>
                    <a:pt x="6548" y="114022"/>
                    <a:pt x="7783" y="112611"/>
                    <a:pt x="9370" y="111024"/>
                  </a:cubicBezTo>
                  <a:cubicBezTo>
                    <a:pt x="11487" y="109025"/>
                    <a:pt x="13779" y="112846"/>
                    <a:pt x="11957" y="114492"/>
                  </a:cubicBezTo>
                  <a:cubicBezTo>
                    <a:pt x="9194" y="116668"/>
                    <a:pt x="5078" y="123487"/>
                    <a:pt x="1375" y="120078"/>
                  </a:cubicBezTo>
                  <a:close/>
                </a:path>
              </a:pathLst>
            </a:custGeom>
            <a:solidFill>
              <a:srgbClr val="7FA84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="" xmlns:a16="http://schemas.microsoft.com/office/drawing/2014/main" id="{D149A56A-C8EC-1426-D677-6D87C829D684}"/>
                </a:ext>
              </a:extLst>
            </p:cNvPr>
            <p:cNvSpPr/>
            <p:nvPr/>
          </p:nvSpPr>
          <p:spPr>
            <a:xfrm>
              <a:off x="8556562" y="4475305"/>
              <a:ext cx="569380" cy="1052388"/>
            </a:xfrm>
            <a:custGeom>
              <a:avLst/>
              <a:gdLst>
                <a:gd name="connsiteX0" fmla="*/ 531922 w 569380"/>
                <a:gd name="connsiteY0" fmla="*/ 10306 h 1052388"/>
                <a:gd name="connsiteX1" fmla="*/ 544856 w 569380"/>
                <a:gd name="connsiteY1" fmla="*/ 144586 h 1052388"/>
                <a:gd name="connsiteX2" fmla="*/ 458139 w 569380"/>
                <a:gd name="connsiteY2" fmla="*/ 199850 h 1052388"/>
                <a:gd name="connsiteX3" fmla="*/ 402052 w 569380"/>
                <a:gd name="connsiteY3" fmla="*/ 482460 h 1052388"/>
                <a:gd name="connsiteX4" fmla="*/ 429566 w 569380"/>
                <a:gd name="connsiteY4" fmla="*/ 488221 h 1052388"/>
                <a:gd name="connsiteX5" fmla="*/ 536273 w 569380"/>
                <a:gd name="connsiteY5" fmla="*/ 635553 h 1052388"/>
                <a:gd name="connsiteX6" fmla="*/ 519223 w 569380"/>
                <a:gd name="connsiteY6" fmla="*/ 831446 h 1052388"/>
                <a:gd name="connsiteX7" fmla="*/ 471955 w 569380"/>
                <a:gd name="connsiteY7" fmla="*/ 921455 h 1052388"/>
                <a:gd name="connsiteX8" fmla="*/ 402816 w 569380"/>
                <a:gd name="connsiteY8" fmla="*/ 1002588 h 1052388"/>
                <a:gd name="connsiteX9" fmla="*/ 377183 w 569380"/>
                <a:gd name="connsiteY9" fmla="*/ 1031337 h 1052388"/>
                <a:gd name="connsiteX10" fmla="*/ 379182 w 569380"/>
                <a:gd name="connsiteY10" fmla="*/ 1030631 h 1052388"/>
                <a:gd name="connsiteX11" fmla="*/ 380769 w 569380"/>
                <a:gd name="connsiteY11" fmla="*/ 1036393 h 1052388"/>
                <a:gd name="connsiteX12" fmla="*/ 374538 w 569380"/>
                <a:gd name="connsiteY12" fmla="*/ 1038921 h 1052388"/>
                <a:gd name="connsiteX13" fmla="*/ 370834 w 569380"/>
                <a:gd name="connsiteY13" fmla="*/ 1039626 h 1052388"/>
                <a:gd name="connsiteX14" fmla="*/ 368364 w 569380"/>
                <a:gd name="connsiteY14" fmla="*/ 1043448 h 1052388"/>
                <a:gd name="connsiteX15" fmla="*/ 365190 w 569380"/>
                <a:gd name="connsiteY15" fmla="*/ 1043918 h 1052388"/>
                <a:gd name="connsiteX16" fmla="*/ 363955 w 569380"/>
                <a:gd name="connsiteY16" fmla="*/ 1040802 h 1052388"/>
                <a:gd name="connsiteX17" fmla="*/ 338146 w 569380"/>
                <a:gd name="connsiteY17" fmla="*/ 1043095 h 1052388"/>
                <a:gd name="connsiteX18" fmla="*/ 341732 w 569380"/>
                <a:gd name="connsiteY18" fmla="*/ 1046740 h 1052388"/>
                <a:gd name="connsiteX19" fmla="*/ 342085 w 569380"/>
                <a:gd name="connsiteY19" fmla="*/ 1052384 h 1052388"/>
                <a:gd name="connsiteX20" fmla="*/ 330620 w 569380"/>
                <a:gd name="connsiteY20" fmla="*/ 1043506 h 1052388"/>
                <a:gd name="connsiteX21" fmla="*/ 322683 w 569380"/>
                <a:gd name="connsiteY21" fmla="*/ 1043977 h 1052388"/>
                <a:gd name="connsiteX22" fmla="*/ 322742 w 569380"/>
                <a:gd name="connsiteY22" fmla="*/ 1038509 h 1052388"/>
                <a:gd name="connsiteX23" fmla="*/ 325270 w 569380"/>
                <a:gd name="connsiteY23" fmla="*/ 1038333 h 1052388"/>
                <a:gd name="connsiteX24" fmla="*/ 309573 w 569380"/>
                <a:gd name="connsiteY24" fmla="*/ 1024105 h 1052388"/>
                <a:gd name="connsiteX25" fmla="*/ 268008 w 569380"/>
                <a:gd name="connsiteY25" fmla="*/ 988772 h 1052388"/>
                <a:gd name="connsiteX26" fmla="*/ 181937 w 569380"/>
                <a:gd name="connsiteY26" fmla="*/ 884887 h 1052388"/>
                <a:gd name="connsiteX27" fmla="*/ 132141 w 569380"/>
                <a:gd name="connsiteY27" fmla="*/ 608215 h 1052388"/>
                <a:gd name="connsiteX28" fmla="*/ 267067 w 569380"/>
                <a:gd name="connsiteY28" fmla="*/ 494042 h 1052388"/>
                <a:gd name="connsiteX29" fmla="*/ 304517 w 569380"/>
                <a:gd name="connsiteY29" fmla="*/ 485282 h 1052388"/>
                <a:gd name="connsiteX30" fmla="*/ 273064 w 569380"/>
                <a:gd name="connsiteY30" fmla="*/ 446597 h 1052388"/>
                <a:gd name="connsiteX31" fmla="*/ 205630 w 569380"/>
                <a:gd name="connsiteY31" fmla="*/ 278983 h 1052388"/>
                <a:gd name="connsiteX32" fmla="*/ 134198 w 569380"/>
                <a:gd name="connsiteY32" fmla="*/ 284744 h 1052388"/>
                <a:gd name="connsiteX33" fmla="*/ 15381 w 569380"/>
                <a:gd name="connsiteY33" fmla="*/ 117306 h 1052388"/>
                <a:gd name="connsiteX34" fmla="*/ 170120 w 569380"/>
                <a:gd name="connsiteY34" fmla="*/ 71038 h 1052388"/>
                <a:gd name="connsiteX35" fmla="*/ 236437 w 569380"/>
                <a:gd name="connsiteY35" fmla="*/ 148172 h 1052388"/>
                <a:gd name="connsiteX36" fmla="*/ 253898 w 569380"/>
                <a:gd name="connsiteY36" fmla="*/ 189502 h 1052388"/>
                <a:gd name="connsiteX37" fmla="*/ 334677 w 569380"/>
                <a:gd name="connsiteY37" fmla="*/ 152699 h 1052388"/>
                <a:gd name="connsiteX38" fmla="*/ 387354 w 569380"/>
                <a:gd name="connsiteY38" fmla="*/ 152229 h 1052388"/>
                <a:gd name="connsiteX39" fmla="*/ 391176 w 569380"/>
                <a:gd name="connsiteY39" fmla="*/ 117542 h 1052388"/>
                <a:gd name="connsiteX40" fmla="*/ 405873 w 569380"/>
                <a:gd name="connsiteY40" fmla="*/ 46463 h 1052388"/>
                <a:gd name="connsiteX41" fmla="*/ 531981 w 569380"/>
                <a:gd name="connsiteY41" fmla="*/ 10188 h 1052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569380" h="1052388">
                  <a:moveTo>
                    <a:pt x="531922" y="10306"/>
                  </a:moveTo>
                  <a:cubicBezTo>
                    <a:pt x="581836" y="37585"/>
                    <a:pt x="577368" y="106371"/>
                    <a:pt x="544856" y="144586"/>
                  </a:cubicBezTo>
                  <a:cubicBezTo>
                    <a:pt x="522045" y="170160"/>
                    <a:pt x="490121" y="186151"/>
                    <a:pt x="458139" y="199850"/>
                  </a:cubicBezTo>
                  <a:cubicBezTo>
                    <a:pt x="483184" y="242885"/>
                    <a:pt x="550265" y="353060"/>
                    <a:pt x="402052" y="482460"/>
                  </a:cubicBezTo>
                  <a:cubicBezTo>
                    <a:pt x="411341" y="483812"/>
                    <a:pt x="420512" y="485752"/>
                    <a:pt x="429566" y="488221"/>
                  </a:cubicBezTo>
                  <a:cubicBezTo>
                    <a:pt x="501174" y="507917"/>
                    <a:pt x="527042" y="572352"/>
                    <a:pt x="536273" y="635553"/>
                  </a:cubicBezTo>
                  <a:cubicBezTo>
                    <a:pt x="545797" y="700988"/>
                    <a:pt x="541623" y="768598"/>
                    <a:pt x="519223" y="831446"/>
                  </a:cubicBezTo>
                  <a:cubicBezTo>
                    <a:pt x="507876" y="863252"/>
                    <a:pt x="492003" y="893647"/>
                    <a:pt x="471955" y="921455"/>
                  </a:cubicBezTo>
                  <a:cubicBezTo>
                    <a:pt x="451025" y="950439"/>
                    <a:pt x="425039" y="974603"/>
                    <a:pt x="402816" y="1002588"/>
                  </a:cubicBezTo>
                  <a:cubicBezTo>
                    <a:pt x="394879" y="1012582"/>
                    <a:pt x="385296" y="1021460"/>
                    <a:pt x="377183" y="1031337"/>
                  </a:cubicBezTo>
                  <a:cubicBezTo>
                    <a:pt x="377830" y="1031101"/>
                    <a:pt x="378535" y="1030807"/>
                    <a:pt x="379182" y="1030631"/>
                  </a:cubicBezTo>
                  <a:cubicBezTo>
                    <a:pt x="382592" y="1029984"/>
                    <a:pt x="383827" y="1035276"/>
                    <a:pt x="380769" y="1036393"/>
                  </a:cubicBezTo>
                  <a:cubicBezTo>
                    <a:pt x="378594" y="1037098"/>
                    <a:pt x="376654" y="1038450"/>
                    <a:pt x="374538" y="1038921"/>
                  </a:cubicBezTo>
                  <a:cubicBezTo>
                    <a:pt x="373303" y="1039156"/>
                    <a:pt x="372068" y="1039450"/>
                    <a:pt x="370834" y="1039626"/>
                  </a:cubicBezTo>
                  <a:cubicBezTo>
                    <a:pt x="369952" y="1040861"/>
                    <a:pt x="369129" y="1042154"/>
                    <a:pt x="368364" y="1043448"/>
                  </a:cubicBezTo>
                  <a:cubicBezTo>
                    <a:pt x="367541" y="1044329"/>
                    <a:pt x="366248" y="1044506"/>
                    <a:pt x="365190" y="1043918"/>
                  </a:cubicBezTo>
                  <a:cubicBezTo>
                    <a:pt x="364308" y="1042977"/>
                    <a:pt x="363955" y="1041919"/>
                    <a:pt x="363955" y="1040802"/>
                  </a:cubicBezTo>
                  <a:cubicBezTo>
                    <a:pt x="355489" y="1042037"/>
                    <a:pt x="346788" y="1042566"/>
                    <a:pt x="338146" y="1043095"/>
                  </a:cubicBezTo>
                  <a:cubicBezTo>
                    <a:pt x="339380" y="1044329"/>
                    <a:pt x="340556" y="1045505"/>
                    <a:pt x="341732" y="1046740"/>
                  </a:cubicBezTo>
                  <a:cubicBezTo>
                    <a:pt x="346612" y="1043095"/>
                    <a:pt x="347258" y="1052619"/>
                    <a:pt x="342085" y="1052384"/>
                  </a:cubicBezTo>
                  <a:cubicBezTo>
                    <a:pt x="337969" y="1049915"/>
                    <a:pt x="334207" y="1046799"/>
                    <a:pt x="330620" y="1043506"/>
                  </a:cubicBezTo>
                  <a:cubicBezTo>
                    <a:pt x="327975" y="1043683"/>
                    <a:pt x="325329" y="1043800"/>
                    <a:pt x="322683" y="1043977"/>
                  </a:cubicBezTo>
                  <a:cubicBezTo>
                    <a:pt x="315981" y="1044447"/>
                    <a:pt x="318274" y="1033865"/>
                    <a:pt x="322742" y="1038509"/>
                  </a:cubicBezTo>
                  <a:cubicBezTo>
                    <a:pt x="323565" y="1038450"/>
                    <a:pt x="324388" y="1038391"/>
                    <a:pt x="325270" y="1038333"/>
                  </a:cubicBezTo>
                  <a:cubicBezTo>
                    <a:pt x="320273" y="1033335"/>
                    <a:pt x="315276" y="1028279"/>
                    <a:pt x="309573" y="1024105"/>
                  </a:cubicBezTo>
                  <a:cubicBezTo>
                    <a:pt x="295698" y="1012288"/>
                    <a:pt x="279648" y="1002705"/>
                    <a:pt x="268008" y="988772"/>
                  </a:cubicBezTo>
                  <a:cubicBezTo>
                    <a:pt x="240082" y="952909"/>
                    <a:pt x="207394" y="922749"/>
                    <a:pt x="181937" y="884887"/>
                  </a:cubicBezTo>
                  <a:cubicBezTo>
                    <a:pt x="126849" y="802814"/>
                    <a:pt x="86989" y="703222"/>
                    <a:pt x="132141" y="608215"/>
                  </a:cubicBezTo>
                  <a:cubicBezTo>
                    <a:pt x="157421" y="555008"/>
                    <a:pt x="207041" y="510680"/>
                    <a:pt x="267067" y="494042"/>
                  </a:cubicBezTo>
                  <a:cubicBezTo>
                    <a:pt x="279296" y="490573"/>
                    <a:pt x="291818" y="487575"/>
                    <a:pt x="304517" y="485282"/>
                  </a:cubicBezTo>
                  <a:cubicBezTo>
                    <a:pt x="293111" y="473171"/>
                    <a:pt x="283470" y="459531"/>
                    <a:pt x="273064" y="446597"/>
                  </a:cubicBezTo>
                  <a:cubicBezTo>
                    <a:pt x="230499" y="401857"/>
                    <a:pt x="198751" y="339714"/>
                    <a:pt x="205630" y="278983"/>
                  </a:cubicBezTo>
                  <a:cubicBezTo>
                    <a:pt x="182054" y="282981"/>
                    <a:pt x="158185" y="285156"/>
                    <a:pt x="134198" y="284744"/>
                  </a:cubicBezTo>
                  <a:cubicBezTo>
                    <a:pt x="33195" y="288037"/>
                    <a:pt x="-31064" y="204259"/>
                    <a:pt x="15381" y="117306"/>
                  </a:cubicBezTo>
                  <a:cubicBezTo>
                    <a:pt x="42836" y="64453"/>
                    <a:pt x="115267" y="40995"/>
                    <a:pt x="170120" y="71038"/>
                  </a:cubicBezTo>
                  <a:cubicBezTo>
                    <a:pt x="201514" y="87969"/>
                    <a:pt x="219093" y="119599"/>
                    <a:pt x="236437" y="148172"/>
                  </a:cubicBezTo>
                  <a:cubicBezTo>
                    <a:pt x="243256" y="161400"/>
                    <a:pt x="249371" y="175216"/>
                    <a:pt x="253898" y="189502"/>
                  </a:cubicBezTo>
                  <a:cubicBezTo>
                    <a:pt x="276356" y="170101"/>
                    <a:pt x="304752" y="156697"/>
                    <a:pt x="334677" y="152699"/>
                  </a:cubicBezTo>
                  <a:cubicBezTo>
                    <a:pt x="352020" y="149524"/>
                    <a:pt x="370187" y="149113"/>
                    <a:pt x="387354" y="152229"/>
                  </a:cubicBezTo>
                  <a:cubicBezTo>
                    <a:pt x="388353" y="140647"/>
                    <a:pt x="389882" y="129065"/>
                    <a:pt x="391176" y="117542"/>
                  </a:cubicBezTo>
                  <a:cubicBezTo>
                    <a:pt x="393821" y="93613"/>
                    <a:pt x="394056" y="68333"/>
                    <a:pt x="405873" y="46463"/>
                  </a:cubicBezTo>
                  <a:cubicBezTo>
                    <a:pt x="429331" y="5838"/>
                    <a:pt x="488416" y="-13269"/>
                    <a:pt x="531981" y="10188"/>
                  </a:cubicBezTo>
                  <a:close/>
                </a:path>
              </a:pathLst>
            </a:custGeom>
            <a:solidFill>
              <a:srgbClr val="C2E46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="" xmlns:a16="http://schemas.microsoft.com/office/drawing/2014/main" id="{9ED8F126-8A1E-2560-9FBD-D2172C1830AD}"/>
                </a:ext>
              </a:extLst>
            </p:cNvPr>
            <p:cNvSpPr/>
            <p:nvPr/>
          </p:nvSpPr>
          <p:spPr>
            <a:xfrm>
              <a:off x="8434145" y="5459913"/>
              <a:ext cx="125511" cy="257954"/>
            </a:xfrm>
            <a:custGeom>
              <a:avLst/>
              <a:gdLst>
                <a:gd name="connsiteX0" fmla="*/ 125511 w 125511"/>
                <a:gd name="connsiteY0" fmla="*/ 87413 h 257954"/>
                <a:gd name="connsiteX1" fmla="*/ 105405 w 125511"/>
                <a:gd name="connsiteY1" fmla="*/ 225396 h 257954"/>
                <a:gd name="connsiteX2" fmla="*/ 44908 w 125511"/>
                <a:gd name="connsiteY2" fmla="*/ 256026 h 257954"/>
                <a:gd name="connsiteX3" fmla="*/ 17394 w 125511"/>
                <a:gd name="connsiteY3" fmla="*/ 55254 h 257954"/>
                <a:gd name="connsiteX4" fmla="*/ 83946 w 125511"/>
                <a:gd name="connsiteY4" fmla="*/ 14746 h 257954"/>
                <a:gd name="connsiteX5" fmla="*/ 125511 w 125511"/>
                <a:gd name="connsiteY5" fmla="*/ 87471 h 257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511" h="257954">
                  <a:moveTo>
                    <a:pt x="125511" y="87413"/>
                  </a:moveTo>
                  <a:cubicBezTo>
                    <a:pt x="120279" y="133211"/>
                    <a:pt x="126981" y="182713"/>
                    <a:pt x="105405" y="225396"/>
                  </a:cubicBezTo>
                  <a:cubicBezTo>
                    <a:pt x="94881" y="246149"/>
                    <a:pt x="69307" y="263963"/>
                    <a:pt x="44908" y="256026"/>
                  </a:cubicBezTo>
                  <a:cubicBezTo>
                    <a:pt x="-20291" y="236625"/>
                    <a:pt x="-302" y="104227"/>
                    <a:pt x="17394" y="55254"/>
                  </a:cubicBezTo>
                  <a:cubicBezTo>
                    <a:pt x="24978" y="30444"/>
                    <a:pt x="60429" y="-26937"/>
                    <a:pt x="83946" y="14746"/>
                  </a:cubicBezTo>
                  <a:cubicBezTo>
                    <a:pt x="95175" y="40438"/>
                    <a:pt x="116516" y="60956"/>
                    <a:pt x="125511" y="87471"/>
                  </a:cubicBezTo>
                  <a:close/>
                </a:path>
              </a:pathLst>
            </a:custGeom>
            <a:solidFill>
              <a:srgbClr val="48681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="" xmlns:a16="http://schemas.microsoft.com/office/drawing/2014/main" id="{EA03C857-BD5D-C809-5297-046F68DECD0D}"/>
                </a:ext>
              </a:extLst>
            </p:cNvPr>
            <p:cNvSpPr/>
            <p:nvPr/>
          </p:nvSpPr>
          <p:spPr>
            <a:xfrm>
              <a:off x="8433696" y="5865951"/>
              <a:ext cx="637419" cy="217141"/>
            </a:xfrm>
            <a:custGeom>
              <a:avLst/>
              <a:gdLst>
                <a:gd name="connsiteX0" fmla="*/ 631331 w 637419"/>
                <a:gd name="connsiteY0" fmla="*/ 47293 h 217141"/>
                <a:gd name="connsiteX1" fmla="*/ 629626 w 637419"/>
                <a:gd name="connsiteY1" fmla="*/ 132599 h 217141"/>
                <a:gd name="connsiteX2" fmla="*/ 554785 w 637419"/>
                <a:gd name="connsiteY2" fmla="*/ 193095 h 217141"/>
                <a:gd name="connsiteX3" fmla="*/ 469126 w 637419"/>
                <a:gd name="connsiteY3" fmla="*/ 154940 h 217141"/>
                <a:gd name="connsiteX4" fmla="*/ 352777 w 637419"/>
                <a:gd name="connsiteY4" fmla="*/ 217141 h 217141"/>
                <a:gd name="connsiteX5" fmla="*/ 272762 w 637419"/>
                <a:gd name="connsiteY5" fmla="*/ 160290 h 217141"/>
                <a:gd name="connsiteX6" fmla="*/ 258946 w 637419"/>
                <a:gd name="connsiteY6" fmla="*/ 124015 h 217141"/>
                <a:gd name="connsiteX7" fmla="*/ 154886 w 637419"/>
                <a:gd name="connsiteY7" fmla="*/ 197563 h 217141"/>
                <a:gd name="connsiteX8" fmla="*/ 6849 w 637419"/>
                <a:gd name="connsiteY8" fmla="*/ 100910 h 217141"/>
                <a:gd name="connsiteX9" fmla="*/ 89157 w 637419"/>
                <a:gd name="connsiteY9" fmla="*/ 5080 h 217141"/>
                <a:gd name="connsiteX10" fmla="*/ 250951 w 637419"/>
                <a:gd name="connsiteY10" fmla="*/ 86565 h 217141"/>
                <a:gd name="connsiteX11" fmla="*/ 255889 w 637419"/>
                <a:gd name="connsiteY11" fmla="*/ 89916 h 217141"/>
                <a:gd name="connsiteX12" fmla="*/ 255772 w 637419"/>
                <a:gd name="connsiteY12" fmla="*/ 84684 h 217141"/>
                <a:gd name="connsiteX13" fmla="*/ 324969 w 637419"/>
                <a:gd name="connsiteY13" fmla="*/ 18896 h 217141"/>
                <a:gd name="connsiteX14" fmla="*/ 443375 w 637419"/>
                <a:gd name="connsiteY14" fmla="*/ 9137 h 217141"/>
                <a:gd name="connsiteX15" fmla="*/ 512455 w 637419"/>
                <a:gd name="connsiteY15" fmla="*/ 40532 h 217141"/>
                <a:gd name="connsiteX16" fmla="*/ 513807 w 637419"/>
                <a:gd name="connsiteY16" fmla="*/ 43353 h 217141"/>
                <a:gd name="connsiteX17" fmla="*/ 631272 w 637419"/>
                <a:gd name="connsiteY17" fmla="*/ 47234 h 217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7419" h="217141">
                  <a:moveTo>
                    <a:pt x="631331" y="47293"/>
                  </a:moveTo>
                  <a:cubicBezTo>
                    <a:pt x="642501" y="74689"/>
                    <a:pt x="636093" y="104791"/>
                    <a:pt x="629626" y="132599"/>
                  </a:cubicBezTo>
                  <a:cubicBezTo>
                    <a:pt x="619925" y="170813"/>
                    <a:pt x="596879" y="197269"/>
                    <a:pt x="554785" y="193095"/>
                  </a:cubicBezTo>
                  <a:cubicBezTo>
                    <a:pt x="525095" y="190567"/>
                    <a:pt x="487174" y="180220"/>
                    <a:pt x="469126" y="154940"/>
                  </a:cubicBezTo>
                  <a:cubicBezTo>
                    <a:pt x="441317" y="191096"/>
                    <a:pt x="398811" y="217259"/>
                    <a:pt x="352777" y="217141"/>
                  </a:cubicBezTo>
                  <a:cubicBezTo>
                    <a:pt x="316562" y="217259"/>
                    <a:pt x="290047" y="189333"/>
                    <a:pt x="272762" y="160290"/>
                  </a:cubicBezTo>
                  <a:cubicBezTo>
                    <a:pt x="265178" y="149237"/>
                    <a:pt x="260769" y="136891"/>
                    <a:pt x="258946" y="124015"/>
                  </a:cubicBezTo>
                  <a:cubicBezTo>
                    <a:pt x="245130" y="164287"/>
                    <a:pt x="195628" y="195623"/>
                    <a:pt x="154886" y="197563"/>
                  </a:cubicBezTo>
                  <a:cubicBezTo>
                    <a:pt x="95977" y="194506"/>
                    <a:pt x="29660" y="156939"/>
                    <a:pt x="6849" y="100910"/>
                  </a:cubicBezTo>
                  <a:cubicBezTo>
                    <a:pt x="-17256" y="42413"/>
                    <a:pt x="25133" y="-17084"/>
                    <a:pt x="89157" y="5080"/>
                  </a:cubicBezTo>
                  <a:cubicBezTo>
                    <a:pt x="141657" y="35181"/>
                    <a:pt x="193041" y="67517"/>
                    <a:pt x="250951" y="86565"/>
                  </a:cubicBezTo>
                  <a:cubicBezTo>
                    <a:pt x="252479" y="87623"/>
                    <a:pt x="254184" y="88740"/>
                    <a:pt x="255889" y="89916"/>
                  </a:cubicBezTo>
                  <a:cubicBezTo>
                    <a:pt x="255713" y="88094"/>
                    <a:pt x="256007" y="85977"/>
                    <a:pt x="255772" y="84684"/>
                  </a:cubicBezTo>
                  <a:cubicBezTo>
                    <a:pt x="258417" y="60109"/>
                    <a:pt x="303804" y="29596"/>
                    <a:pt x="324969" y="18896"/>
                  </a:cubicBezTo>
                  <a:cubicBezTo>
                    <a:pt x="361067" y="-1740"/>
                    <a:pt x="404514" y="-6208"/>
                    <a:pt x="443375" y="9137"/>
                  </a:cubicBezTo>
                  <a:cubicBezTo>
                    <a:pt x="466715" y="18367"/>
                    <a:pt x="496934" y="18191"/>
                    <a:pt x="512455" y="40532"/>
                  </a:cubicBezTo>
                  <a:cubicBezTo>
                    <a:pt x="512984" y="41472"/>
                    <a:pt x="513395" y="42413"/>
                    <a:pt x="513807" y="43353"/>
                  </a:cubicBezTo>
                  <a:cubicBezTo>
                    <a:pt x="549905" y="16427"/>
                    <a:pt x="611166" y="-152"/>
                    <a:pt x="631272" y="47234"/>
                  </a:cubicBezTo>
                  <a:close/>
                </a:path>
              </a:pathLst>
            </a:custGeom>
            <a:solidFill>
              <a:srgbClr val="48681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="" xmlns:a16="http://schemas.microsoft.com/office/drawing/2014/main" id="{A3A167FE-7F8A-C10A-3BF9-148CA98D4477}"/>
                </a:ext>
              </a:extLst>
            </p:cNvPr>
            <p:cNvSpPr/>
            <p:nvPr/>
          </p:nvSpPr>
          <p:spPr>
            <a:xfrm>
              <a:off x="8786943" y="5423631"/>
              <a:ext cx="153899" cy="203769"/>
            </a:xfrm>
            <a:custGeom>
              <a:avLst/>
              <a:gdLst>
                <a:gd name="connsiteX0" fmla="*/ 118877 w 153899"/>
                <a:gd name="connsiteY0" fmla="*/ 19633 h 203769"/>
                <a:gd name="connsiteX1" fmla="*/ 102180 w 153899"/>
                <a:gd name="connsiteY1" fmla="*/ 187306 h 203769"/>
                <a:gd name="connsiteX2" fmla="*/ 42859 w 153899"/>
                <a:gd name="connsiteY2" fmla="*/ 202886 h 203769"/>
                <a:gd name="connsiteX3" fmla="*/ 941 w 153899"/>
                <a:gd name="connsiteY3" fmla="*/ 127104 h 203769"/>
                <a:gd name="connsiteX4" fmla="*/ 18226 w 153899"/>
                <a:gd name="connsiteY4" fmla="*/ 53497 h 203769"/>
                <a:gd name="connsiteX5" fmla="*/ 118877 w 153899"/>
                <a:gd name="connsiteY5" fmla="*/ 19692 h 203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899" h="203769">
                  <a:moveTo>
                    <a:pt x="118877" y="19633"/>
                  </a:moveTo>
                  <a:cubicBezTo>
                    <a:pt x="162853" y="77425"/>
                    <a:pt x="173788" y="154853"/>
                    <a:pt x="102180" y="187306"/>
                  </a:cubicBezTo>
                  <a:cubicBezTo>
                    <a:pt x="83190" y="194479"/>
                    <a:pt x="63319" y="207236"/>
                    <a:pt x="42859" y="202886"/>
                  </a:cubicBezTo>
                  <a:cubicBezTo>
                    <a:pt x="12817" y="195655"/>
                    <a:pt x="-1587" y="161556"/>
                    <a:pt x="941" y="127104"/>
                  </a:cubicBezTo>
                  <a:cubicBezTo>
                    <a:pt x="-2586" y="101000"/>
                    <a:pt x="3939" y="73956"/>
                    <a:pt x="18226" y="53497"/>
                  </a:cubicBezTo>
                  <a:cubicBezTo>
                    <a:pt x="45564" y="20280"/>
                    <a:pt x="82720" y="-27283"/>
                    <a:pt x="118877" y="19692"/>
                  </a:cubicBezTo>
                  <a:close/>
                </a:path>
              </a:pathLst>
            </a:custGeom>
            <a:solidFill>
              <a:srgbClr val="48681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="" xmlns:a16="http://schemas.microsoft.com/office/drawing/2014/main" id="{B54985C1-EE80-979D-A1C9-40610E8FC426}"/>
                </a:ext>
              </a:extLst>
            </p:cNvPr>
            <p:cNvSpPr/>
            <p:nvPr/>
          </p:nvSpPr>
          <p:spPr>
            <a:xfrm>
              <a:off x="8958894" y="5564242"/>
              <a:ext cx="179819" cy="253620"/>
            </a:xfrm>
            <a:custGeom>
              <a:avLst/>
              <a:gdLst>
                <a:gd name="connsiteX0" fmla="*/ 174801 w 179819"/>
                <a:gd name="connsiteY0" fmla="*/ 53927 h 253620"/>
                <a:gd name="connsiteX1" fmla="*/ 179505 w 179819"/>
                <a:gd name="connsiteY1" fmla="*/ 82440 h 253620"/>
                <a:gd name="connsiteX2" fmla="*/ 150873 w 179819"/>
                <a:gd name="connsiteY2" fmla="*/ 186854 h 253620"/>
                <a:gd name="connsiteX3" fmla="*/ 57101 w 179819"/>
                <a:gd name="connsiteY3" fmla="*/ 252877 h 253620"/>
                <a:gd name="connsiteX4" fmla="*/ 2131 w 179819"/>
                <a:gd name="connsiteY4" fmla="*/ 159516 h 253620"/>
                <a:gd name="connsiteX5" fmla="*/ 30704 w 179819"/>
                <a:gd name="connsiteY5" fmla="*/ 118127 h 253620"/>
                <a:gd name="connsiteX6" fmla="*/ 51986 w 179819"/>
                <a:gd name="connsiteY6" fmla="*/ 99784 h 253620"/>
                <a:gd name="connsiteX7" fmla="*/ 67272 w 179819"/>
                <a:gd name="connsiteY7" fmla="*/ 72858 h 253620"/>
                <a:gd name="connsiteX8" fmla="*/ 106956 w 179819"/>
                <a:gd name="connsiteY8" fmla="*/ 7717 h 253620"/>
                <a:gd name="connsiteX9" fmla="*/ 143407 w 179819"/>
                <a:gd name="connsiteY9" fmla="*/ 4189 h 253620"/>
                <a:gd name="connsiteX10" fmla="*/ 174743 w 179819"/>
                <a:gd name="connsiteY10" fmla="*/ 53927 h 253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9819" h="253620">
                  <a:moveTo>
                    <a:pt x="174801" y="53927"/>
                  </a:moveTo>
                  <a:cubicBezTo>
                    <a:pt x="177388" y="63686"/>
                    <a:pt x="178858" y="73563"/>
                    <a:pt x="179505" y="82440"/>
                  </a:cubicBezTo>
                  <a:cubicBezTo>
                    <a:pt x="182209" y="121772"/>
                    <a:pt x="167041" y="152637"/>
                    <a:pt x="150873" y="186854"/>
                  </a:cubicBezTo>
                  <a:cubicBezTo>
                    <a:pt x="134059" y="222482"/>
                    <a:pt x="100254" y="259344"/>
                    <a:pt x="57101" y="252877"/>
                  </a:cubicBezTo>
                  <a:cubicBezTo>
                    <a:pt x="8951" y="248232"/>
                    <a:pt x="-6100" y="201493"/>
                    <a:pt x="2131" y="159516"/>
                  </a:cubicBezTo>
                  <a:cubicBezTo>
                    <a:pt x="5012" y="144936"/>
                    <a:pt x="12361" y="119009"/>
                    <a:pt x="30704" y="118127"/>
                  </a:cubicBezTo>
                  <a:cubicBezTo>
                    <a:pt x="33761" y="117951"/>
                    <a:pt x="49458" y="102606"/>
                    <a:pt x="51986" y="99784"/>
                  </a:cubicBezTo>
                  <a:cubicBezTo>
                    <a:pt x="58571" y="92376"/>
                    <a:pt x="62510" y="81500"/>
                    <a:pt x="67272" y="72858"/>
                  </a:cubicBezTo>
                  <a:cubicBezTo>
                    <a:pt x="79618" y="50634"/>
                    <a:pt x="90965" y="27647"/>
                    <a:pt x="106956" y="7717"/>
                  </a:cubicBezTo>
                  <a:cubicBezTo>
                    <a:pt x="116480" y="-808"/>
                    <a:pt x="132472" y="-2689"/>
                    <a:pt x="143407" y="4189"/>
                  </a:cubicBezTo>
                  <a:cubicBezTo>
                    <a:pt x="159692" y="14419"/>
                    <a:pt x="169510" y="34055"/>
                    <a:pt x="174743" y="53927"/>
                  </a:cubicBezTo>
                  <a:close/>
                </a:path>
              </a:pathLst>
            </a:custGeom>
            <a:solidFill>
              <a:srgbClr val="48681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="" xmlns:a16="http://schemas.microsoft.com/office/drawing/2014/main" id="{2D7B65B9-CDA5-8353-C83F-01644EB70CE4}"/>
                </a:ext>
              </a:extLst>
            </p:cNvPr>
            <p:cNvSpPr/>
            <p:nvPr/>
          </p:nvSpPr>
          <p:spPr>
            <a:xfrm>
              <a:off x="8535061" y="5849208"/>
              <a:ext cx="245533" cy="148377"/>
            </a:xfrm>
            <a:custGeom>
              <a:avLst/>
              <a:gdLst>
                <a:gd name="connsiteX0" fmla="*/ 216549 w 245533"/>
                <a:gd name="connsiteY0" fmla="*/ 44281 h 148377"/>
                <a:gd name="connsiteX1" fmla="*/ 245533 w 245533"/>
                <a:gd name="connsiteY1" fmla="*/ 70502 h 148377"/>
                <a:gd name="connsiteX2" fmla="*/ 214609 w 245533"/>
                <a:gd name="connsiteY2" fmla="*/ 114537 h 148377"/>
                <a:gd name="connsiteX3" fmla="*/ 131243 w 245533"/>
                <a:gd name="connsiteY3" fmla="*/ 148342 h 148377"/>
                <a:gd name="connsiteX4" fmla="*/ 27182 w 245533"/>
                <a:gd name="connsiteY4" fmla="*/ 110833 h 148377"/>
                <a:gd name="connsiteX5" fmla="*/ 197 w 245533"/>
                <a:gd name="connsiteY5" fmla="*/ 44281 h 148377"/>
                <a:gd name="connsiteX6" fmla="*/ 79448 w 245533"/>
                <a:gd name="connsiteY6" fmla="*/ 540 h 148377"/>
                <a:gd name="connsiteX7" fmla="*/ 163990 w 245533"/>
                <a:gd name="connsiteY7" fmla="*/ 14885 h 148377"/>
                <a:gd name="connsiteX8" fmla="*/ 216549 w 245533"/>
                <a:gd name="connsiteY8" fmla="*/ 44340 h 148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5533" h="148377">
                  <a:moveTo>
                    <a:pt x="216549" y="44281"/>
                  </a:moveTo>
                  <a:cubicBezTo>
                    <a:pt x="227308" y="51277"/>
                    <a:pt x="241888" y="56980"/>
                    <a:pt x="245533" y="70502"/>
                  </a:cubicBezTo>
                  <a:cubicBezTo>
                    <a:pt x="245004" y="89080"/>
                    <a:pt x="227073" y="102661"/>
                    <a:pt x="214609" y="114537"/>
                  </a:cubicBezTo>
                  <a:cubicBezTo>
                    <a:pt x="190799" y="133585"/>
                    <a:pt x="162520" y="149224"/>
                    <a:pt x="131243" y="148342"/>
                  </a:cubicBezTo>
                  <a:cubicBezTo>
                    <a:pt x="94733" y="146460"/>
                    <a:pt x="52815" y="139111"/>
                    <a:pt x="27182" y="110833"/>
                  </a:cubicBezTo>
                  <a:cubicBezTo>
                    <a:pt x="11720" y="92372"/>
                    <a:pt x="-1802" y="69091"/>
                    <a:pt x="197" y="44281"/>
                  </a:cubicBezTo>
                  <a:cubicBezTo>
                    <a:pt x="6546" y="8183"/>
                    <a:pt x="47642" y="-2693"/>
                    <a:pt x="79448" y="540"/>
                  </a:cubicBezTo>
                  <a:cubicBezTo>
                    <a:pt x="107844" y="3186"/>
                    <a:pt x="137181" y="4361"/>
                    <a:pt x="163990" y="14885"/>
                  </a:cubicBezTo>
                  <a:cubicBezTo>
                    <a:pt x="182391" y="23057"/>
                    <a:pt x="199206" y="34169"/>
                    <a:pt x="216549" y="44340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="" xmlns:a16="http://schemas.microsoft.com/office/drawing/2014/main" id="{F5B5D362-8F81-5A3B-8C36-452D0EF5EF0B}"/>
                </a:ext>
              </a:extLst>
            </p:cNvPr>
            <p:cNvSpPr/>
            <p:nvPr/>
          </p:nvSpPr>
          <p:spPr>
            <a:xfrm>
              <a:off x="8588140" y="5400293"/>
              <a:ext cx="196560" cy="241165"/>
            </a:xfrm>
            <a:custGeom>
              <a:avLst/>
              <a:gdLst>
                <a:gd name="connsiteX0" fmla="*/ 149536 w 196560"/>
                <a:gd name="connsiteY0" fmla="*/ 17868 h 241165"/>
                <a:gd name="connsiteX1" fmla="*/ 196510 w 196560"/>
                <a:gd name="connsiteY1" fmla="*/ 108936 h 241165"/>
                <a:gd name="connsiteX2" fmla="*/ 82337 w 196560"/>
                <a:gd name="connsiteY2" fmla="*/ 240570 h 241165"/>
                <a:gd name="connsiteX3" fmla="*/ 40537 w 196560"/>
                <a:gd name="connsiteY3" fmla="*/ 215877 h 241165"/>
                <a:gd name="connsiteX4" fmla="*/ 42183 w 196560"/>
                <a:gd name="connsiteY4" fmla="*/ 212056 h 241165"/>
                <a:gd name="connsiteX5" fmla="*/ 970 w 196560"/>
                <a:gd name="connsiteY5" fmla="*/ 160907 h 241165"/>
                <a:gd name="connsiteX6" fmla="*/ 29660 w 196560"/>
                <a:gd name="connsiteY6" fmla="*/ 71074 h 241165"/>
                <a:gd name="connsiteX7" fmla="*/ 149536 w 196560"/>
                <a:gd name="connsiteY7" fmla="*/ 17985 h 241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6560" h="241165">
                  <a:moveTo>
                    <a:pt x="149536" y="17868"/>
                  </a:moveTo>
                  <a:cubicBezTo>
                    <a:pt x="173817" y="41620"/>
                    <a:pt x="197804" y="73191"/>
                    <a:pt x="196510" y="108936"/>
                  </a:cubicBezTo>
                  <a:cubicBezTo>
                    <a:pt x="191219" y="169667"/>
                    <a:pt x="142481" y="229223"/>
                    <a:pt x="82337" y="240570"/>
                  </a:cubicBezTo>
                  <a:cubicBezTo>
                    <a:pt x="64406" y="243686"/>
                    <a:pt x="45122" y="234455"/>
                    <a:pt x="40537" y="215877"/>
                  </a:cubicBezTo>
                  <a:cubicBezTo>
                    <a:pt x="39890" y="214466"/>
                    <a:pt x="40537" y="212409"/>
                    <a:pt x="42183" y="212056"/>
                  </a:cubicBezTo>
                  <a:cubicBezTo>
                    <a:pt x="16550" y="196711"/>
                    <a:pt x="4321" y="179485"/>
                    <a:pt x="970" y="160907"/>
                  </a:cubicBezTo>
                  <a:cubicBezTo>
                    <a:pt x="-3968" y="133334"/>
                    <a:pt x="10612" y="102763"/>
                    <a:pt x="29660" y="71074"/>
                  </a:cubicBezTo>
                  <a:cubicBezTo>
                    <a:pt x="60820" y="22983"/>
                    <a:pt x="88510" y="-27931"/>
                    <a:pt x="149536" y="17985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="" xmlns:a16="http://schemas.microsoft.com/office/drawing/2014/main" id="{F86ED9A9-1035-9A75-54E0-4DE8DDB7BED9}"/>
                </a:ext>
              </a:extLst>
            </p:cNvPr>
            <p:cNvSpPr/>
            <p:nvPr/>
          </p:nvSpPr>
          <p:spPr>
            <a:xfrm>
              <a:off x="8862799" y="5465926"/>
              <a:ext cx="176711" cy="295524"/>
            </a:xfrm>
            <a:custGeom>
              <a:avLst/>
              <a:gdLst>
                <a:gd name="connsiteX0" fmla="*/ 153019 w 176711"/>
                <a:gd name="connsiteY0" fmla="*/ 11026 h 295524"/>
                <a:gd name="connsiteX1" fmla="*/ 142260 w 176711"/>
                <a:gd name="connsiteY1" fmla="*/ 224615 h 295524"/>
                <a:gd name="connsiteX2" fmla="*/ 74003 w 176711"/>
                <a:gd name="connsiteY2" fmla="*/ 276940 h 295524"/>
                <a:gd name="connsiteX3" fmla="*/ 6570 w 176711"/>
                <a:gd name="connsiteY3" fmla="*/ 294812 h 295524"/>
                <a:gd name="connsiteX4" fmla="*/ 161 w 176711"/>
                <a:gd name="connsiteY4" fmla="*/ 281584 h 295524"/>
                <a:gd name="connsiteX5" fmla="*/ 3160 w 176711"/>
                <a:gd name="connsiteY5" fmla="*/ 279526 h 295524"/>
                <a:gd name="connsiteX6" fmla="*/ 6276 w 176711"/>
                <a:gd name="connsiteY6" fmla="*/ 130725 h 295524"/>
                <a:gd name="connsiteX7" fmla="*/ 56190 w 176711"/>
                <a:gd name="connsiteY7" fmla="*/ 38834 h 295524"/>
                <a:gd name="connsiteX8" fmla="*/ 153019 w 176711"/>
                <a:gd name="connsiteY8" fmla="*/ 11085 h 295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6711" h="295524">
                  <a:moveTo>
                    <a:pt x="153019" y="11026"/>
                  </a:moveTo>
                  <a:cubicBezTo>
                    <a:pt x="193703" y="66760"/>
                    <a:pt x="176594" y="168881"/>
                    <a:pt x="142260" y="224615"/>
                  </a:cubicBezTo>
                  <a:cubicBezTo>
                    <a:pt x="125975" y="249131"/>
                    <a:pt x="100989" y="265946"/>
                    <a:pt x="74003" y="276940"/>
                  </a:cubicBezTo>
                  <a:cubicBezTo>
                    <a:pt x="52956" y="285876"/>
                    <a:pt x="30028" y="298692"/>
                    <a:pt x="6570" y="294812"/>
                  </a:cubicBezTo>
                  <a:cubicBezTo>
                    <a:pt x="1690" y="292637"/>
                    <a:pt x="-662" y="286640"/>
                    <a:pt x="161" y="281584"/>
                  </a:cubicBezTo>
                  <a:cubicBezTo>
                    <a:pt x="338" y="280232"/>
                    <a:pt x="1749" y="278939"/>
                    <a:pt x="3160" y="279526"/>
                  </a:cubicBezTo>
                  <a:cubicBezTo>
                    <a:pt x="3807" y="230024"/>
                    <a:pt x="-897" y="179816"/>
                    <a:pt x="6276" y="130725"/>
                  </a:cubicBezTo>
                  <a:cubicBezTo>
                    <a:pt x="12684" y="95921"/>
                    <a:pt x="31497" y="63880"/>
                    <a:pt x="56190" y="38834"/>
                  </a:cubicBezTo>
                  <a:cubicBezTo>
                    <a:pt x="77296" y="20315"/>
                    <a:pt x="129032" y="-19251"/>
                    <a:pt x="153019" y="11085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="" xmlns:a16="http://schemas.microsoft.com/office/drawing/2014/main" id="{4B19C0C4-163C-612B-818E-09C915E71122}"/>
                </a:ext>
              </a:extLst>
            </p:cNvPr>
            <p:cNvSpPr/>
            <p:nvPr/>
          </p:nvSpPr>
          <p:spPr>
            <a:xfrm>
              <a:off x="8940805" y="5747398"/>
              <a:ext cx="248012" cy="220167"/>
            </a:xfrm>
            <a:custGeom>
              <a:avLst/>
              <a:gdLst>
                <a:gd name="connsiteX0" fmla="*/ 224226 w 248012"/>
                <a:gd name="connsiteY0" fmla="*/ 1053 h 220167"/>
                <a:gd name="connsiteX1" fmla="*/ 235044 w 248012"/>
                <a:gd name="connsiteY1" fmla="*/ 80245 h 220167"/>
                <a:gd name="connsiteX2" fmla="*/ 191127 w 248012"/>
                <a:gd name="connsiteY2" fmla="*/ 140565 h 220167"/>
                <a:gd name="connsiteX3" fmla="*/ 62256 w 248012"/>
                <a:gd name="connsiteY3" fmla="*/ 218699 h 220167"/>
                <a:gd name="connsiteX4" fmla="*/ 7933 w 248012"/>
                <a:gd name="connsiteY4" fmla="*/ 109758 h 220167"/>
                <a:gd name="connsiteX5" fmla="*/ 76836 w 248012"/>
                <a:gd name="connsiteY5" fmla="*/ 45382 h 220167"/>
                <a:gd name="connsiteX6" fmla="*/ 224226 w 248012"/>
                <a:gd name="connsiteY6" fmla="*/ 994 h 22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8012" h="220167">
                  <a:moveTo>
                    <a:pt x="224226" y="1053"/>
                  </a:moveTo>
                  <a:cubicBezTo>
                    <a:pt x="262205" y="8578"/>
                    <a:pt x="245920" y="56140"/>
                    <a:pt x="235044" y="80245"/>
                  </a:cubicBezTo>
                  <a:cubicBezTo>
                    <a:pt x="223991" y="102644"/>
                    <a:pt x="206707" y="121222"/>
                    <a:pt x="191127" y="140565"/>
                  </a:cubicBezTo>
                  <a:cubicBezTo>
                    <a:pt x="163318" y="171724"/>
                    <a:pt x="107408" y="230163"/>
                    <a:pt x="62256" y="218699"/>
                  </a:cubicBezTo>
                  <a:cubicBezTo>
                    <a:pt x="7110" y="205353"/>
                    <a:pt x="-12585" y="161553"/>
                    <a:pt x="7933" y="109758"/>
                  </a:cubicBezTo>
                  <a:cubicBezTo>
                    <a:pt x="20632" y="80362"/>
                    <a:pt x="51615" y="63254"/>
                    <a:pt x="76836" y="45382"/>
                  </a:cubicBezTo>
                  <a:cubicBezTo>
                    <a:pt x="119813" y="16927"/>
                    <a:pt x="171784" y="-5003"/>
                    <a:pt x="224226" y="994"/>
                  </a:cubicBezTo>
                  <a:close/>
                </a:path>
              </a:pathLst>
            </a:custGeom>
            <a:solidFill>
              <a:srgbClr val="48681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="" xmlns:a16="http://schemas.microsoft.com/office/drawing/2014/main" id="{1330686A-AAD3-0976-39E9-509E0453B943}"/>
                </a:ext>
              </a:extLst>
            </p:cNvPr>
            <p:cNvSpPr/>
            <p:nvPr/>
          </p:nvSpPr>
          <p:spPr>
            <a:xfrm>
              <a:off x="8388001" y="5680306"/>
              <a:ext cx="230900" cy="229988"/>
            </a:xfrm>
            <a:custGeom>
              <a:avLst/>
              <a:gdLst>
                <a:gd name="connsiteX0" fmla="*/ 228918 w 230900"/>
                <a:gd name="connsiteY0" fmla="*/ 190842 h 229988"/>
                <a:gd name="connsiteX1" fmla="*/ 87995 w 230900"/>
                <a:gd name="connsiteY1" fmla="*/ 206598 h 229988"/>
                <a:gd name="connsiteX2" fmla="*/ 51133 w 230900"/>
                <a:gd name="connsiteY2" fmla="*/ 168384 h 229988"/>
                <a:gd name="connsiteX3" fmla="*/ 19562 w 230900"/>
                <a:gd name="connsiteY3" fmla="*/ 126230 h 229988"/>
                <a:gd name="connsiteX4" fmla="*/ 35259 w 230900"/>
                <a:gd name="connsiteY4" fmla="*/ 358 h 229988"/>
                <a:gd name="connsiteX5" fmla="*/ 175594 w 230900"/>
                <a:gd name="connsiteY5" fmla="*/ 75552 h 229988"/>
                <a:gd name="connsiteX6" fmla="*/ 228918 w 230900"/>
                <a:gd name="connsiteY6" fmla="*/ 190842 h 229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900" h="229988">
                  <a:moveTo>
                    <a:pt x="228918" y="190842"/>
                  </a:moveTo>
                  <a:cubicBezTo>
                    <a:pt x="214749" y="249398"/>
                    <a:pt x="124093" y="231408"/>
                    <a:pt x="87995" y="206598"/>
                  </a:cubicBezTo>
                  <a:cubicBezTo>
                    <a:pt x="73297" y="196486"/>
                    <a:pt x="63126" y="181377"/>
                    <a:pt x="51133" y="168384"/>
                  </a:cubicBezTo>
                  <a:cubicBezTo>
                    <a:pt x="39668" y="155156"/>
                    <a:pt x="27322" y="142163"/>
                    <a:pt x="19562" y="126230"/>
                  </a:cubicBezTo>
                  <a:cubicBezTo>
                    <a:pt x="4158" y="93013"/>
                    <a:pt x="-22063" y="4944"/>
                    <a:pt x="35259" y="358"/>
                  </a:cubicBezTo>
                  <a:cubicBezTo>
                    <a:pt x="92346" y="-4639"/>
                    <a:pt x="134146" y="43805"/>
                    <a:pt x="175594" y="75552"/>
                  </a:cubicBezTo>
                  <a:cubicBezTo>
                    <a:pt x="202403" y="101362"/>
                    <a:pt x="239971" y="191313"/>
                    <a:pt x="228918" y="190842"/>
                  </a:cubicBezTo>
                  <a:close/>
                </a:path>
              </a:pathLst>
            </a:custGeom>
            <a:solidFill>
              <a:srgbClr val="48681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="" xmlns:a16="http://schemas.microsoft.com/office/drawing/2014/main" id="{80D46714-66A0-95B6-FBFC-A79C7C4AA0DB}"/>
                </a:ext>
              </a:extLst>
            </p:cNvPr>
            <p:cNvSpPr/>
            <p:nvPr/>
          </p:nvSpPr>
          <p:spPr>
            <a:xfrm>
              <a:off x="8614548" y="5525514"/>
              <a:ext cx="152911" cy="202477"/>
            </a:xfrm>
            <a:custGeom>
              <a:avLst/>
              <a:gdLst>
                <a:gd name="connsiteX0" fmla="*/ 152818 w 152911"/>
                <a:gd name="connsiteY0" fmla="*/ 90068 h 202477"/>
                <a:gd name="connsiteX1" fmla="*/ 112605 w 152911"/>
                <a:gd name="connsiteY1" fmla="*/ 181019 h 202477"/>
                <a:gd name="connsiteX2" fmla="*/ 47699 w 152911"/>
                <a:gd name="connsiteY2" fmla="*/ 201067 h 202477"/>
                <a:gd name="connsiteX3" fmla="*/ 19126 w 152911"/>
                <a:gd name="connsiteY3" fmla="*/ 178726 h 202477"/>
                <a:gd name="connsiteX4" fmla="*/ 1312 w 152911"/>
                <a:gd name="connsiteY4" fmla="*/ 132633 h 202477"/>
                <a:gd name="connsiteX5" fmla="*/ 36117 w 152911"/>
                <a:gd name="connsiteY5" fmla="*/ 31512 h 202477"/>
                <a:gd name="connsiteX6" fmla="*/ 72685 w 152911"/>
                <a:gd name="connsiteY6" fmla="*/ 0 h 202477"/>
                <a:gd name="connsiteX7" fmla="*/ 152818 w 152911"/>
                <a:gd name="connsiteY7" fmla="*/ 90127 h 202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911" h="202477">
                  <a:moveTo>
                    <a:pt x="152818" y="90068"/>
                  </a:moveTo>
                  <a:cubicBezTo>
                    <a:pt x="154464" y="124168"/>
                    <a:pt x="134240" y="156209"/>
                    <a:pt x="112605" y="181019"/>
                  </a:cubicBezTo>
                  <a:cubicBezTo>
                    <a:pt x="96025" y="196128"/>
                    <a:pt x="70040" y="206358"/>
                    <a:pt x="47699" y="201067"/>
                  </a:cubicBezTo>
                  <a:cubicBezTo>
                    <a:pt x="36176" y="196892"/>
                    <a:pt x="26299" y="188603"/>
                    <a:pt x="19126" y="178726"/>
                  </a:cubicBezTo>
                  <a:cubicBezTo>
                    <a:pt x="7956" y="187956"/>
                    <a:pt x="2606" y="139512"/>
                    <a:pt x="1312" y="132633"/>
                  </a:cubicBezTo>
                  <a:cubicBezTo>
                    <a:pt x="-5096" y="94948"/>
                    <a:pt x="12836" y="59850"/>
                    <a:pt x="36117" y="31512"/>
                  </a:cubicBezTo>
                  <a:cubicBezTo>
                    <a:pt x="45994" y="19284"/>
                    <a:pt x="55401" y="1764"/>
                    <a:pt x="72685" y="0"/>
                  </a:cubicBezTo>
                  <a:cubicBezTo>
                    <a:pt x="104962" y="470"/>
                    <a:pt x="152054" y="58733"/>
                    <a:pt x="152818" y="90127"/>
                  </a:cubicBezTo>
                  <a:close/>
                </a:path>
              </a:pathLst>
            </a:custGeom>
            <a:solidFill>
              <a:srgbClr val="7FA84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="" xmlns:a16="http://schemas.microsoft.com/office/drawing/2014/main" id="{2DFF7902-D32D-4B01-94F8-65981546F186}"/>
                </a:ext>
              </a:extLst>
            </p:cNvPr>
            <p:cNvSpPr/>
            <p:nvPr/>
          </p:nvSpPr>
          <p:spPr>
            <a:xfrm>
              <a:off x="8682938" y="5745396"/>
              <a:ext cx="199306" cy="207141"/>
            </a:xfrm>
            <a:custGeom>
              <a:avLst/>
              <a:gdLst>
                <a:gd name="connsiteX0" fmla="*/ 193192 w 199306"/>
                <a:gd name="connsiteY0" fmla="*/ 71135 h 207141"/>
                <a:gd name="connsiteX1" fmla="*/ 187548 w 199306"/>
                <a:gd name="connsiteY1" fmla="*/ 152385 h 207141"/>
                <a:gd name="connsiteX2" fmla="*/ 90424 w 199306"/>
                <a:gd name="connsiteY2" fmla="*/ 206179 h 207141"/>
                <a:gd name="connsiteX3" fmla="*/ 37512 w 199306"/>
                <a:gd name="connsiteY3" fmla="*/ 179076 h 207141"/>
                <a:gd name="connsiteX4" fmla="*/ 35689 w 199306"/>
                <a:gd name="connsiteY4" fmla="*/ 179193 h 207141"/>
                <a:gd name="connsiteX5" fmla="*/ 14172 w 199306"/>
                <a:gd name="connsiteY5" fmla="*/ 152972 h 207141"/>
                <a:gd name="connsiteX6" fmla="*/ 78313 w 199306"/>
                <a:gd name="connsiteY6" fmla="*/ 9463 h 207141"/>
                <a:gd name="connsiteX7" fmla="*/ 193250 w 199306"/>
                <a:gd name="connsiteY7" fmla="*/ 71194 h 207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9306" h="207141">
                  <a:moveTo>
                    <a:pt x="193192" y="71135"/>
                  </a:moveTo>
                  <a:cubicBezTo>
                    <a:pt x="202598" y="97121"/>
                    <a:pt x="201481" y="128162"/>
                    <a:pt x="187548" y="152385"/>
                  </a:cubicBezTo>
                  <a:cubicBezTo>
                    <a:pt x="166794" y="184014"/>
                    <a:pt x="130285" y="212822"/>
                    <a:pt x="90424" y="206179"/>
                  </a:cubicBezTo>
                  <a:cubicBezTo>
                    <a:pt x="70670" y="202416"/>
                    <a:pt x="53209" y="191187"/>
                    <a:pt x="37512" y="179076"/>
                  </a:cubicBezTo>
                  <a:cubicBezTo>
                    <a:pt x="36983" y="179429"/>
                    <a:pt x="36219" y="179487"/>
                    <a:pt x="35689" y="179193"/>
                  </a:cubicBezTo>
                  <a:cubicBezTo>
                    <a:pt x="27341" y="171786"/>
                    <a:pt x="20639" y="162144"/>
                    <a:pt x="14172" y="152972"/>
                  </a:cubicBezTo>
                  <a:cubicBezTo>
                    <a:pt x="-27217" y="96356"/>
                    <a:pt x="30575" y="37682"/>
                    <a:pt x="78313" y="9463"/>
                  </a:cubicBezTo>
                  <a:cubicBezTo>
                    <a:pt x="126875" y="-20991"/>
                    <a:pt x="175319" y="28099"/>
                    <a:pt x="193250" y="71194"/>
                  </a:cubicBezTo>
                  <a:close/>
                </a:path>
              </a:pathLst>
            </a:custGeom>
            <a:solidFill>
              <a:srgbClr val="7FA84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="" xmlns:a16="http://schemas.microsoft.com/office/drawing/2014/main" id="{9D6EB1E5-E5DB-B692-EA18-51B5EF938838}"/>
                </a:ext>
              </a:extLst>
            </p:cNvPr>
            <p:cNvSpPr/>
            <p:nvPr/>
          </p:nvSpPr>
          <p:spPr>
            <a:xfrm>
              <a:off x="8479715" y="5507296"/>
              <a:ext cx="159838" cy="267942"/>
            </a:xfrm>
            <a:custGeom>
              <a:avLst/>
              <a:gdLst>
                <a:gd name="connsiteX0" fmla="*/ 68066 w 159838"/>
                <a:gd name="connsiteY0" fmla="*/ 8105 h 267942"/>
                <a:gd name="connsiteX1" fmla="*/ 159839 w 159838"/>
                <a:gd name="connsiteY1" fmla="*/ 130450 h 267942"/>
                <a:gd name="connsiteX2" fmla="*/ 137439 w 159838"/>
                <a:gd name="connsiteY2" fmla="*/ 221753 h 267942"/>
                <a:gd name="connsiteX3" fmla="*/ 62186 w 159838"/>
                <a:gd name="connsiteY3" fmla="*/ 264612 h 267942"/>
                <a:gd name="connsiteX4" fmla="*/ 54073 w 159838"/>
                <a:gd name="connsiteY4" fmla="*/ 258792 h 267942"/>
                <a:gd name="connsiteX5" fmla="*/ 46019 w 159838"/>
                <a:gd name="connsiteY5" fmla="*/ 241272 h 267942"/>
                <a:gd name="connsiteX6" fmla="*/ 33026 w 159838"/>
                <a:gd name="connsiteY6" fmla="*/ 220812 h 267942"/>
                <a:gd name="connsiteX7" fmla="*/ 15094 w 159838"/>
                <a:gd name="connsiteY7" fmla="*/ 181775 h 267942"/>
                <a:gd name="connsiteX8" fmla="*/ 3042 w 159838"/>
                <a:gd name="connsiteY8" fmla="*/ 70777 h 267942"/>
                <a:gd name="connsiteX9" fmla="*/ 13684 w 159838"/>
                <a:gd name="connsiteY9" fmla="*/ 23097 h 267942"/>
                <a:gd name="connsiteX10" fmla="*/ 29322 w 159838"/>
                <a:gd name="connsiteY10" fmla="*/ 1697 h 267942"/>
                <a:gd name="connsiteX11" fmla="*/ 68124 w 159838"/>
                <a:gd name="connsiteY11" fmla="*/ 7988 h 267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9838" h="267942">
                  <a:moveTo>
                    <a:pt x="68066" y="8105"/>
                  </a:moveTo>
                  <a:cubicBezTo>
                    <a:pt x="120390" y="24508"/>
                    <a:pt x="159133" y="75480"/>
                    <a:pt x="159839" y="130450"/>
                  </a:cubicBezTo>
                  <a:cubicBezTo>
                    <a:pt x="159721" y="162256"/>
                    <a:pt x="149786" y="192769"/>
                    <a:pt x="137439" y="221753"/>
                  </a:cubicBezTo>
                  <a:cubicBezTo>
                    <a:pt x="125622" y="249503"/>
                    <a:pt x="94110" y="277781"/>
                    <a:pt x="62186" y="264612"/>
                  </a:cubicBezTo>
                  <a:cubicBezTo>
                    <a:pt x="59070" y="263319"/>
                    <a:pt x="56013" y="261614"/>
                    <a:pt x="54073" y="258792"/>
                  </a:cubicBezTo>
                  <a:cubicBezTo>
                    <a:pt x="50546" y="253677"/>
                    <a:pt x="49311" y="246798"/>
                    <a:pt x="46019" y="241272"/>
                  </a:cubicBezTo>
                  <a:cubicBezTo>
                    <a:pt x="41845" y="234335"/>
                    <a:pt x="36671" y="228103"/>
                    <a:pt x="33026" y="220812"/>
                  </a:cubicBezTo>
                  <a:cubicBezTo>
                    <a:pt x="26618" y="207996"/>
                    <a:pt x="21032" y="194768"/>
                    <a:pt x="15094" y="181775"/>
                  </a:cubicBezTo>
                  <a:cubicBezTo>
                    <a:pt x="-779" y="147147"/>
                    <a:pt x="-2896" y="107992"/>
                    <a:pt x="3042" y="70777"/>
                  </a:cubicBezTo>
                  <a:cubicBezTo>
                    <a:pt x="5394" y="54668"/>
                    <a:pt x="8569" y="38618"/>
                    <a:pt x="13684" y="23097"/>
                  </a:cubicBezTo>
                  <a:cubicBezTo>
                    <a:pt x="16505" y="14690"/>
                    <a:pt x="20562" y="5283"/>
                    <a:pt x="29322" y="1697"/>
                  </a:cubicBezTo>
                  <a:cubicBezTo>
                    <a:pt x="42315" y="-3242"/>
                    <a:pt x="55896" y="3755"/>
                    <a:pt x="68124" y="7988"/>
                  </a:cubicBezTo>
                  <a:close/>
                </a:path>
              </a:pathLst>
            </a:custGeom>
            <a:solidFill>
              <a:srgbClr val="96B767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="" xmlns:a16="http://schemas.microsoft.com/office/drawing/2014/main" id="{0E10CDDD-6AB0-E36F-92BA-D10BA02C1C10}"/>
                </a:ext>
              </a:extLst>
            </p:cNvPr>
            <p:cNvSpPr/>
            <p:nvPr/>
          </p:nvSpPr>
          <p:spPr>
            <a:xfrm>
              <a:off x="8818627" y="5702667"/>
              <a:ext cx="233191" cy="231432"/>
            </a:xfrm>
            <a:custGeom>
              <a:avLst/>
              <a:gdLst>
                <a:gd name="connsiteX0" fmla="*/ 231290 w 233191"/>
                <a:gd name="connsiteY0" fmla="*/ 20033 h 231432"/>
                <a:gd name="connsiteX1" fmla="*/ 173616 w 233191"/>
                <a:gd name="connsiteY1" fmla="*/ 158075 h 231432"/>
                <a:gd name="connsiteX2" fmla="*/ 104360 w 233191"/>
                <a:gd name="connsiteY2" fmla="*/ 224215 h 231432"/>
                <a:gd name="connsiteX3" fmla="*/ 44334 w 233191"/>
                <a:gd name="connsiteY3" fmla="*/ 227390 h 231432"/>
                <a:gd name="connsiteX4" fmla="*/ 5 w 233191"/>
                <a:gd name="connsiteY4" fmla="*/ 173831 h 231432"/>
                <a:gd name="connsiteX5" fmla="*/ 11410 w 233191"/>
                <a:gd name="connsiteY5" fmla="*/ 91994 h 231432"/>
                <a:gd name="connsiteX6" fmla="*/ 70554 w 233191"/>
                <a:gd name="connsiteY6" fmla="*/ 25677 h 231432"/>
                <a:gd name="connsiteX7" fmla="*/ 195898 w 233191"/>
                <a:gd name="connsiteY7" fmla="*/ 1220 h 231432"/>
                <a:gd name="connsiteX8" fmla="*/ 231231 w 233191"/>
                <a:gd name="connsiteY8" fmla="*/ 20092 h 231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191" h="231432">
                  <a:moveTo>
                    <a:pt x="231290" y="20033"/>
                  </a:moveTo>
                  <a:cubicBezTo>
                    <a:pt x="242755" y="72534"/>
                    <a:pt x="199719" y="117039"/>
                    <a:pt x="173616" y="158075"/>
                  </a:cubicBezTo>
                  <a:cubicBezTo>
                    <a:pt x="155038" y="183826"/>
                    <a:pt x="132344" y="208577"/>
                    <a:pt x="104360" y="224215"/>
                  </a:cubicBezTo>
                  <a:cubicBezTo>
                    <a:pt x="85840" y="233093"/>
                    <a:pt x="63793" y="233328"/>
                    <a:pt x="44334" y="227390"/>
                  </a:cubicBezTo>
                  <a:cubicBezTo>
                    <a:pt x="18936" y="218630"/>
                    <a:pt x="-348" y="202463"/>
                    <a:pt x="5" y="173831"/>
                  </a:cubicBezTo>
                  <a:cubicBezTo>
                    <a:pt x="357" y="147022"/>
                    <a:pt x="4414" y="117862"/>
                    <a:pt x="11410" y="91994"/>
                  </a:cubicBezTo>
                  <a:cubicBezTo>
                    <a:pt x="19994" y="60305"/>
                    <a:pt x="41041" y="39199"/>
                    <a:pt x="70554" y="25677"/>
                  </a:cubicBezTo>
                  <a:cubicBezTo>
                    <a:pt x="109357" y="7922"/>
                    <a:pt x="152980" y="-3954"/>
                    <a:pt x="195898" y="1220"/>
                  </a:cubicBezTo>
                  <a:cubicBezTo>
                    <a:pt x="209596" y="2807"/>
                    <a:pt x="226763" y="4453"/>
                    <a:pt x="231231" y="20092"/>
                  </a:cubicBezTo>
                  <a:close/>
                </a:path>
              </a:pathLst>
            </a:custGeom>
            <a:solidFill>
              <a:srgbClr val="96B767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="" xmlns:a16="http://schemas.microsoft.com/office/drawing/2014/main" id="{330C6E90-54B3-2F32-EFF9-2C25C2C1CFCE}"/>
                </a:ext>
              </a:extLst>
            </p:cNvPr>
            <p:cNvSpPr/>
            <p:nvPr/>
          </p:nvSpPr>
          <p:spPr>
            <a:xfrm>
              <a:off x="8526376" y="5660759"/>
              <a:ext cx="207555" cy="211772"/>
            </a:xfrm>
            <a:custGeom>
              <a:avLst/>
              <a:gdLst>
                <a:gd name="connsiteX0" fmla="*/ 162621 w 207555"/>
                <a:gd name="connsiteY0" fmla="*/ 28606 h 211772"/>
                <a:gd name="connsiteX1" fmla="*/ 172204 w 207555"/>
                <a:gd name="connsiteY1" fmla="*/ 190400 h 211772"/>
                <a:gd name="connsiteX2" fmla="*/ 90542 w 207555"/>
                <a:gd name="connsiteY2" fmla="*/ 210389 h 211772"/>
                <a:gd name="connsiteX3" fmla="*/ 7411 w 207555"/>
                <a:gd name="connsiteY3" fmla="*/ 152127 h 211772"/>
                <a:gd name="connsiteX4" fmla="*/ 31692 w 207555"/>
                <a:gd name="connsiteY4" fmla="*/ 54651 h 211772"/>
                <a:gd name="connsiteX5" fmla="*/ 85427 w 207555"/>
                <a:gd name="connsiteY5" fmla="*/ 7500 h 211772"/>
                <a:gd name="connsiteX6" fmla="*/ 162621 w 207555"/>
                <a:gd name="connsiteY6" fmla="*/ 28606 h 21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7555" h="211772">
                  <a:moveTo>
                    <a:pt x="162621" y="28606"/>
                  </a:moveTo>
                  <a:cubicBezTo>
                    <a:pt x="202011" y="71348"/>
                    <a:pt x="235581" y="153009"/>
                    <a:pt x="172204" y="190400"/>
                  </a:cubicBezTo>
                  <a:cubicBezTo>
                    <a:pt x="148217" y="205098"/>
                    <a:pt x="118645" y="215681"/>
                    <a:pt x="90542" y="210389"/>
                  </a:cubicBezTo>
                  <a:cubicBezTo>
                    <a:pt x="54621" y="200748"/>
                    <a:pt x="24343" y="188107"/>
                    <a:pt x="7411" y="152127"/>
                  </a:cubicBezTo>
                  <a:cubicBezTo>
                    <a:pt x="-11931" y="118440"/>
                    <a:pt x="10292" y="81342"/>
                    <a:pt x="31692" y="54651"/>
                  </a:cubicBezTo>
                  <a:cubicBezTo>
                    <a:pt x="46801" y="35896"/>
                    <a:pt x="65086" y="20258"/>
                    <a:pt x="85427" y="7500"/>
                  </a:cubicBezTo>
                  <a:cubicBezTo>
                    <a:pt x="111178" y="-11313"/>
                    <a:pt x="143866" y="8852"/>
                    <a:pt x="162621" y="28606"/>
                  </a:cubicBezTo>
                  <a:close/>
                </a:path>
              </a:pathLst>
            </a:custGeom>
            <a:solidFill>
              <a:srgbClr val="6F993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="" xmlns:a16="http://schemas.microsoft.com/office/drawing/2014/main" id="{53C8482D-5071-7978-7F79-005758B82B73}"/>
                </a:ext>
              </a:extLst>
            </p:cNvPr>
            <p:cNvSpPr/>
            <p:nvPr/>
          </p:nvSpPr>
          <p:spPr>
            <a:xfrm>
              <a:off x="8724191" y="5494251"/>
              <a:ext cx="170313" cy="197493"/>
            </a:xfrm>
            <a:custGeom>
              <a:avLst/>
              <a:gdLst>
                <a:gd name="connsiteX0" fmla="*/ 139593 w 170313"/>
                <a:gd name="connsiteY0" fmla="*/ 25971 h 197493"/>
                <a:gd name="connsiteX1" fmla="*/ 168930 w 170313"/>
                <a:gd name="connsiteY1" fmla="*/ 129091 h 197493"/>
                <a:gd name="connsiteX2" fmla="*/ 77803 w 170313"/>
                <a:gd name="connsiteY2" fmla="*/ 195702 h 197493"/>
                <a:gd name="connsiteX3" fmla="*/ 15955 w 170313"/>
                <a:gd name="connsiteY3" fmla="*/ 162779 h 197493"/>
                <a:gd name="connsiteX4" fmla="*/ 9782 w 170313"/>
                <a:gd name="connsiteY4" fmla="*/ 67184 h 197493"/>
                <a:gd name="connsiteX5" fmla="*/ 71630 w 170313"/>
                <a:gd name="connsiteY5" fmla="*/ 13507 h 197493"/>
                <a:gd name="connsiteX6" fmla="*/ 139593 w 170313"/>
                <a:gd name="connsiteY6" fmla="*/ 25971 h 19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0313" h="197493">
                  <a:moveTo>
                    <a:pt x="139593" y="25971"/>
                  </a:moveTo>
                  <a:cubicBezTo>
                    <a:pt x="158113" y="56778"/>
                    <a:pt x="175397" y="92229"/>
                    <a:pt x="168930" y="129091"/>
                  </a:cubicBezTo>
                  <a:cubicBezTo>
                    <a:pt x="164050" y="172127"/>
                    <a:pt x="120721" y="205755"/>
                    <a:pt x="77803" y="195702"/>
                  </a:cubicBezTo>
                  <a:cubicBezTo>
                    <a:pt x="54346" y="190175"/>
                    <a:pt x="30829" y="183473"/>
                    <a:pt x="15955" y="162779"/>
                  </a:cubicBezTo>
                  <a:cubicBezTo>
                    <a:pt x="-918" y="139262"/>
                    <a:pt x="-6621" y="92288"/>
                    <a:pt x="9782" y="67184"/>
                  </a:cubicBezTo>
                  <a:cubicBezTo>
                    <a:pt x="24715" y="44373"/>
                    <a:pt x="49407" y="29087"/>
                    <a:pt x="71630" y="13507"/>
                  </a:cubicBezTo>
                  <a:cubicBezTo>
                    <a:pt x="99145" y="-7070"/>
                    <a:pt x="122073" y="-5071"/>
                    <a:pt x="139593" y="25971"/>
                  </a:cubicBezTo>
                  <a:close/>
                </a:path>
              </a:pathLst>
            </a:custGeom>
            <a:solidFill>
              <a:srgbClr val="6F993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="" xmlns:a16="http://schemas.microsoft.com/office/drawing/2014/main" id="{3456B08C-867B-3EE1-004B-CB9CA31C8098}"/>
                </a:ext>
              </a:extLst>
            </p:cNvPr>
            <p:cNvSpPr/>
            <p:nvPr/>
          </p:nvSpPr>
          <p:spPr>
            <a:xfrm>
              <a:off x="8695393" y="5626405"/>
              <a:ext cx="182004" cy="212075"/>
            </a:xfrm>
            <a:custGeom>
              <a:avLst/>
              <a:gdLst>
                <a:gd name="connsiteX0" fmla="*/ 148813 w 182004"/>
                <a:gd name="connsiteY0" fmla="*/ 14105 h 212075"/>
                <a:gd name="connsiteX1" fmla="*/ 152047 w 182004"/>
                <a:gd name="connsiteY1" fmla="*/ 174311 h 212075"/>
                <a:gd name="connsiteX2" fmla="*/ 109306 w 182004"/>
                <a:gd name="connsiteY2" fmla="*/ 197769 h 212075"/>
                <a:gd name="connsiteX3" fmla="*/ 64213 w 182004"/>
                <a:gd name="connsiteY3" fmla="*/ 211997 h 212075"/>
                <a:gd name="connsiteX4" fmla="*/ 17709 w 182004"/>
                <a:gd name="connsiteY4" fmla="*/ 167786 h 212075"/>
                <a:gd name="connsiteX5" fmla="*/ 42519 w 182004"/>
                <a:gd name="connsiteY5" fmla="*/ 46264 h 212075"/>
                <a:gd name="connsiteX6" fmla="*/ 148755 w 182004"/>
                <a:gd name="connsiteY6" fmla="*/ 14105 h 212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2004" h="212075">
                  <a:moveTo>
                    <a:pt x="148813" y="14105"/>
                  </a:moveTo>
                  <a:cubicBezTo>
                    <a:pt x="187557" y="58022"/>
                    <a:pt x="197022" y="131335"/>
                    <a:pt x="152047" y="174311"/>
                  </a:cubicBezTo>
                  <a:cubicBezTo>
                    <a:pt x="139877" y="185541"/>
                    <a:pt x="123768" y="190479"/>
                    <a:pt x="109306" y="197769"/>
                  </a:cubicBezTo>
                  <a:cubicBezTo>
                    <a:pt x="94902" y="204295"/>
                    <a:pt x="80498" y="212996"/>
                    <a:pt x="64213" y="211997"/>
                  </a:cubicBezTo>
                  <a:cubicBezTo>
                    <a:pt x="30702" y="210409"/>
                    <a:pt x="31995" y="190538"/>
                    <a:pt x="17709" y="167786"/>
                  </a:cubicBezTo>
                  <a:cubicBezTo>
                    <a:pt x="-17096" y="119577"/>
                    <a:pt x="3775" y="82597"/>
                    <a:pt x="42519" y="46264"/>
                  </a:cubicBezTo>
                  <a:cubicBezTo>
                    <a:pt x="69857" y="22571"/>
                    <a:pt x="114832" y="-23169"/>
                    <a:pt x="148755" y="14105"/>
                  </a:cubicBezTo>
                  <a:close/>
                </a:path>
              </a:pathLst>
            </a:custGeom>
            <a:solidFill>
              <a:srgbClr val="A1C17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="" xmlns:a16="http://schemas.microsoft.com/office/drawing/2014/main" id="{21990481-7847-FCB8-9CD2-CA11A2E2223C}"/>
                </a:ext>
              </a:extLst>
            </p:cNvPr>
            <p:cNvSpPr/>
            <p:nvPr/>
          </p:nvSpPr>
          <p:spPr>
            <a:xfrm>
              <a:off x="8112253" y="5594114"/>
              <a:ext cx="125616" cy="184732"/>
            </a:xfrm>
            <a:custGeom>
              <a:avLst/>
              <a:gdLst>
                <a:gd name="connsiteX0" fmla="*/ 99593 w 125616"/>
                <a:gd name="connsiteY0" fmla="*/ 1656 h 184732"/>
                <a:gd name="connsiteX1" fmla="*/ 96006 w 125616"/>
                <a:gd name="connsiteY1" fmla="*/ 149693 h 184732"/>
                <a:gd name="connsiteX2" fmla="*/ 35980 w 125616"/>
                <a:gd name="connsiteY2" fmla="*/ 184732 h 184732"/>
                <a:gd name="connsiteX3" fmla="*/ 20165 w 125616"/>
                <a:gd name="connsiteY3" fmla="*/ 76791 h 184732"/>
                <a:gd name="connsiteX4" fmla="*/ 50443 w 125616"/>
                <a:gd name="connsiteY4" fmla="*/ 33051 h 184732"/>
                <a:gd name="connsiteX5" fmla="*/ 99651 w 125616"/>
                <a:gd name="connsiteY5" fmla="*/ 1597 h 184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616" h="184732">
                  <a:moveTo>
                    <a:pt x="99593" y="1656"/>
                  </a:moveTo>
                  <a:cubicBezTo>
                    <a:pt x="147625" y="20763"/>
                    <a:pt x="118700" y="118004"/>
                    <a:pt x="96006" y="149693"/>
                  </a:cubicBezTo>
                  <a:cubicBezTo>
                    <a:pt x="84542" y="171739"/>
                    <a:pt x="60202" y="184027"/>
                    <a:pt x="35980" y="184732"/>
                  </a:cubicBezTo>
                  <a:cubicBezTo>
                    <a:pt x="-18461" y="179324"/>
                    <a:pt x="-235" y="108304"/>
                    <a:pt x="20165" y="76791"/>
                  </a:cubicBezTo>
                  <a:cubicBezTo>
                    <a:pt x="6761" y="74734"/>
                    <a:pt x="47797" y="40223"/>
                    <a:pt x="50443" y="33051"/>
                  </a:cubicBezTo>
                  <a:cubicBezTo>
                    <a:pt x="62613" y="18176"/>
                    <a:pt x="77075" y="-6516"/>
                    <a:pt x="99651" y="1597"/>
                  </a:cubicBezTo>
                  <a:close/>
                </a:path>
              </a:pathLst>
            </a:custGeom>
            <a:solidFill>
              <a:srgbClr val="406E5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="" xmlns:a16="http://schemas.microsoft.com/office/drawing/2014/main" id="{55032E3E-30DB-09ED-D85A-1F0C9F8CDF01}"/>
                </a:ext>
              </a:extLst>
            </p:cNvPr>
            <p:cNvSpPr/>
            <p:nvPr/>
          </p:nvSpPr>
          <p:spPr>
            <a:xfrm>
              <a:off x="8113815" y="5807349"/>
              <a:ext cx="191794" cy="95790"/>
            </a:xfrm>
            <a:custGeom>
              <a:avLst/>
              <a:gdLst>
                <a:gd name="connsiteX0" fmla="*/ 188217 w 191794"/>
                <a:gd name="connsiteY0" fmla="*/ 17590 h 95790"/>
                <a:gd name="connsiteX1" fmla="*/ 147945 w 191794"/>
                <a:gd name="connsiteY1" fmla="*/ 81378 h 95790"/>
                <a:gd name="connsiteX2" fmla="*/ 89153 w 191794"/>
                <a:gd name="connsiteY2" fmla="*/ 95665 h 95790"/>
                <a:gd name="connsiteX3" fmla="*/ 5787 w 191794"/>
                <a:gd name="connsiteY3" fmla="*/ 23116 h 95790"/>
                <a:gd name="connsiteX4" fmla="*/ 66577 w 191794"/>
                <a:gd name="connsiteY4" fmla="*/ 188 h 95790"/>
                <a:gd name="connsiteX5" fmla="*/ 68753 w 191794"/>
                <a:gd name="connsiteY5" fmla="*/ 4773 h 95790"/>
                <a:gd name="connsiteX6" fmla="*/ 132953 w 191794"/>
                <a:gd name="connsiteY6" fmla="*/ 10711 h 95790"/>
                <a:gd name="connsiteX7" fmla="*/ 188275 w 191794"/>
                <a:gd name="connsiteY7" fmla="*/ 17590 h 9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794" h="95790">
                  <a:moveTo>
                    <a:pt x="188217" y="17590"/>
                  </a:moveTo>
                  <a:cubicBezTo>
                    <a:pt x="203679" y="41224"/>
                    <a:pt x="165053" y="69385"/>
                    <a:pt x="147945" y="81378"/>
                  </a:cubicBezTo>
                  <a:cubicBezTo>
                    <a:pt x="130601" y="92314"/>
                    <a:pt x="109495" y="96605"/>
                    <a:pt x="89153" y="95665"/>
                  </a:cubicBezTo>
                  <a:cubicBezTo>
                    <a:pt x="56700" y="95077"/>
                    <a:pt x="-21845" y="65740"/>
                    <a:pt x="5787" y="23116"/>
                  </a:cubicBezTo>
                  <a:cubicBezTo>
                    <a:pt x="22249" y="7536"/>
                    <a:pt x="47999" y="11946"/>
                    <a:pt x="66577" y="188"/>
                  </a:cubicBezTo>
                  <a:cubicBezTo>
                    <a:pt x="69164" y="-930"/>
                    <a:pt x="70810" y="3245"/>
                    <a:pt x="68753" y="4773"/>
                  </a:cubicBezTo>
                  <a:cubicBezTo>
                    <a:pt x="90505" y="1599"/>
                    <a:pt x="111318" y="9653"/>
                    <a:pt x="132953" y="10711"/>
                  </a:cubicBezTo>
                  <a:cubicBezTo>
                    <a:pt x="150708" y="13180"/>
                    <a:pt x="174107" y="4891"/>
                    <a:pt x="188275" y="17590"/>
                  </a:cubicBezTo>
                  <a:close/>
                </a:path>
              </a:pathLst>
            </a:custGeom>
            <a:solidFill>
              <a:srgbClr val="406E5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="" xmlns:a16="http://schemas.microsoft.com/office/drawing/2014/main" id="{E5959392-F60B-85D4-567E-653C61298966}"/>
                </a:ext>
              </a:extLst>
            </p:cNvPr>
            <p:cNvSpPr/>
            <p:nvPr/>
          </p:nvSpPr>
          <p:spPr>
            <a:xfrm>
              <a:off x="7649148" y="5876609"/>
              <a:ext cx="170931" cy="106475"/>
            </a:xfrm>
            <a:custGeom>
              <a:avLst/>
              <a:gdLst>
                <a:gd name="connsiteX0" fmla="*/ 170736 w 170931"/>
                <a:gd name="connsiteY0" fmla="*/ 28639 h 106475"/>
                <a:gd name="connsiteX1" fmla="*/ 159154 w 170931"/>
                <a:gd name="connsiteY1" fmla="*/ 77024 h 106475"/>
                <a:gd name="connsiteX2" fmla="*/ 121116 w 170931"/>
                <a:gd name="connsiteY2" fmla="*/ 105303 h 106475"/>
                <a:gd name="connsiteX3" fmla="*/ 26756 w 170931"/>
                <a:gd name="connsiteY3" fmla="*/ 63678 h 106475"/>
                <a:gd name="connsiteX4" fmla="*/ 476 w 170931"/>
                <a:gd name="connsiteY4" fmla="*/ 23406 h 106475"/>
                <a:gd name="connsiteX5" fmla="*/ 53036 w 170931"/>
                <a:gd name="connsiteY5" fmla="*/ 9414 h 106475"/>
                <a:gd name="connsiteX6" fmla="*/ 82020 w 170931"/>
                <a:gd name="connsiteY6" fmla="*/ 125 h 106475"/>
                <a:gd name="connsiteX7" fmla="*/ 84724 w 170931"/>
                <a:gd name="connsiteY7" fmla="*/ 1477 h 106475"/>
                <a:gd name="connsiteX8" fmla="*/ 78786 w 170931"/>
                <a:gd name="connsiteY8" fmla="*/ 6357 h 106475"/>
                <a:gd name="connsiteX9" fmla="*/ 132110 w 170931"/>
                <a:gd name="connsiteY9" fmla="*/ 10296 h 106475"/>
                <a:gd name="connsiteX10" fmla="*/ 170618 w 170931"/>
                <a:gd name="connsiteY10" fmla="*/ 28639 h 10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0931" h="106475">
                  <a:moveTo>
                    <a:pt x="170736" y="28639"/>
                  </a:moveTo>
                  <a:cubicBezTo>
                    <a:pt x="172264" y="45277"/>
                    <a:pt x="164504" y="61562"/>
                    <a:pt x="159154" y="77024"/>
                  </a:cubicBezTo>
                  <a:cubicBezTo>
                    <a:pt x="153334" y="93897"/>
                    <a:pt x="141458" y="111182"/>
                    <a:pt x="121116" y="105303"/>
                  </a:cubicBezTo>
                  <a:cubicBezTo>
                    <a:pt x="86841" y="98953"/>
                    <a:pt x="55740" y="82374"/>
                    <a:pt x="26756" y="63678"/>
                  </a:cubicBezTo>
                  <a:cubicBezTo>
                    <a:pt x="12058" y="55683"/>
                    <a:pt x="-2875" y="41690"/>
                    <a:pt x="476" y="23406"/>
                  </a:cubicBezTo>
                  <a:cubicBezTo>
                    <a:pt x="6590" y="595"/>
                    <a:pt x="36280" y="14117"/>
                    <a:pt x="53036" y="9414"/>
                  </a:cubicBezTo>
                  <a:cubicBezTo>
                    <a:pt x="62854" y="7239"/>
                    <a:pt x="72319" y="2888"/>
                    <a:pt x="82020" y="125"/>
                  </a:cubicBezTo>
                  <a:cubicBezTo>
                    <a:pt x="83195" y="-287"/>
                    <a:pt x="84313" y="360"/>
                    <a:pt x="84724" y="1477"/>
                  </a:cubicBezTo>
                  <a:cubicBezTo>
                    <a:pt x="85841" y="5181"/>
                    <a:pt x="81079" y="5240"/>
                    <a:pt x="78786" y="6357"/>
                  </a:cubicBezTo>
                  <a:cubicBezTo>
                    <a:pt x="96776" y="5592"/>
                    <a:pt x="114237" y="9296"/>
                    <a:pt x="132110" y="10296"/>
                  </a:cubicBezTo>
                  <a:cubicBezTo>
                    <a:pt x="145808" y="12001"/>
                    <a:pt x="167385" y="11530"/>
                    <a:pt x="170618" y="28639"/>
                  </a:cubicBezTo>
                  <a:close/>
                </a:path>
              </a:pathLst>
            </a:custGeom>
            <a:solidFill>
              <a:srgbClr val="5D897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="" xmlns:a16="http://schemas.microsoft.com/office/drawing/2014/main" id="{F2CC8A51-8BDF-5BEB-F007-BFD79E34A683}"/>
                </a:ext>
              </a:extLst>
            </p:cNvPr>
            <p:cNvSpPr/>
            <p:nvPr/>
          </p:nvSpPr>
          <p:spPr>
            <a:xfrm>
              <a:off x="7632780" y="5713705"/>
              <a:ext cx="184282" cy="135220"/>
            </a:xfrm>
            <a:custGeom>
              <a:avLst/>
              <a:gdLst>
                <a:gd name="connsiteX0" fmla="*/ 11670 w 184282"/>
                <a:gd name="connsiteY0" fmla="*/ 69550 h 135220"/>
                <a:gd name="connsiteX1" fmla="*/ 17137 w 184282"/>
                <a:gd name="connsiteY1" fmla="*/ 0 h 135220"/>
                <a:gd name="connsiteX2" fmla="*/ 33423 w 184282"/>
                <a:gd name="connsiteY2" fmla="*/ 6173 h 135220"/>
                <a:gd name="connsiteX3" fmla="*/ 111262 w 184282"/>
                <a:gd name="connsiteY3" fmla="*/ 36333 h 135220"/>
                <a:gd name="connsiteX4" fmla="*/ 171112 w 184282"/>
                <a:gd name="connsiteY4" fmla="*/ 48209 h 135220"/>
                <a:gd name="connsiteX5" fmla="*/ 170465 w 184282"/>
                <a:gd name="connsiteY5" fmla="*/ 45446 h 135220"/>
                <a:gd name="connsiteX6" fmla="*/ 174698 w 184282"/>
                <a:gd name="connsiteY6" fmla="*/ 48150 h 135220"/>
                <a:gd name="connsiteX7" fmla="*/ 175757 w 184282"/>
                <a:gd name="connsiteY7" fmla="*/ 48679 h 135220"/>
                <a:gd name="connsiteX8" fmla="*/ 177050 w 184282"/>
                <a:gd name="connsiteY8" fmla="*/ 50267 h 135220"/>
                <a:gd name="connsiteX9" fmla="*/ 177638 w 184282"/>
                <a:gd name="connsiteY9" fmla="*/ 50913 h 135220"/>
                <a:gd name="connsiteX10" fmla="*/ 177168 w 184282"/>
                <a:gd name="connsiteY10" fmla="*/ 51149 h 135220"/>
                <a:gd name="connsiteX11" fmla="*/ 172053 w 184282"/>
                <a:gd name="connsiteY11" fmla="*/ 125872 h 135220"/>
                <a:gd name="connsiteX12" fmla="*/ 139776 w 184282"/>
                <a:gd name="connsiteY12" fmla="*/ 135103 h 135220"/>
                <a:gd name="connsiteX13" fmla="*/ 134955 w 184282"/>
                <a:gd name="connsiteY13" fmla="*/ 135103 h 135220"/>
                <a:gd name="connsiteX14" fmla="*/ 125666 w 184282"/>
                <a:gd name="connsiteY14" fmla="*/ 135220 h 135220"/>
                <a:gd name="connsiteX15" fmla="*/ 11552 w 184282"/>
                <a:gd name="connsiteY15" fmla="*/ 69491 h 135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4282" h="135220">
                  <a:moveTo>
                    <a:pt x="11670" y="69550"/>
                  </a:moveTo>
                  <a:cubicBezTo>
                    <a:pt x="793" y="53324"/>
                    <a:pt x="-10201" y="4468"/>
                    <a:pt x="17137" y="0"/>
                  </a:cubicBezTo>
                  <a:cubicBezTo>
                    <a:pt x="23075" y="118"/>
                    <a:pt x="28249" y="3527"/>
                    <a:pt x="33423" y="6173"/>
                  </a:cubicBezTo>
                  <a:cubicBezTo>
                    <a:pt x="58174" y="19048"/>
                    <a:pt x="84806" y="27808"/>
                    <a:pt x="111262" y="36333"/>
                  </a:cubicBezTo>
                  <a:cubicBezTo>
                    <a:pt x="129899" y="45622"/>
                    <a:pt x="150241" y="52324"/>
                    <a:pt x="171112" y="48209"/>
                  </a:cubicBezTo>
                  <a:cubicBezTo>
                    <a:pt x="170877" y="47327"/>
                    <a:pt x="170642" y="46386"/>
                    <a:pt x="170465" y="45446"/>
                  </a:cubicBezTo>
                  <a:cubicBezTo>
                    <a:pt x="171700" y="46563"/>
                    <a:pt x="173229" y="47386"/>
                    <a:pt x="174698" y="48150"/>
                  </a:cubicBezTo>
                  <a:cubicBezTo>
                    <a:pt x="175051" y="48327"/>
                    <a:pt x="175404" y="48503"/>
                    <a:pt x="175757" y="48679"/>
                  </a:cubicBezTo>
                  <a:cubicBezTo>
                    <a:pt x="176168" y="49208"/>
                    <a:pt x="176638" y="49737"/>
                    <a:pt x="177050" y="50267"/>
                  </a:cubicBezTo>
                  <a:cubicBezTo>
                    <a:pt x="177226" y="50502"/>
                    <a:pt x="177462" y="50737"/>
                    <a:pt x="177638" y="50913"/>
                  </a:cubicBezTo>
                  <a:cubicBezTo>
                    <a:pt x="177520" y="51031"/>
                    <a:pt x="177344" y="51090"/>
                    <a:pt x="177168" y="51149"/>
                  </a:cubicBezTo>
                  <a:cubicBezTo>
                    <a:pt x="188632" y="73901"/>
                    <a:pt x="185751" y="104707"/>
                    <a:pt x="172053" y="125872"/>
                  </a:cubicBezTo>
                  <a:cubicBezTo>
                    <a:pt x="164116" y="135161"/>
                    <a:pt x="151299" y="135103"/>
                    <a:pt x="139776" y="135103"/>
                  </a:cubicBezTo>
                  <a:cubicBezTo>
                    <a:pt x="138130" y="135103"/>
                    <a:pt x="136543" y="135103"/>
                    <a:pt x="134955" y="135103"/>
                  </a:cubicBezTo>
                  <a:cubicBezTo>
                    <a:pt x="131839" y="135161"/>
                    <a:pt x="128723" y="135220"/>
                    <a:pt x="125666" y="135220"/>
                  </a:cubicBezTo>
                  <a:cubicBezTo>
                    <a:pt x="72989" y="135220"/>
                    <a:pt x="33775" y="123697"/>
                    <a:pt x="11552" y="69491"/>
                  </a:cubicBezTo>
                  <a:close/>
                </a:path>
              </a:pathLst>
            </a:custGeom>
            <a:solidFill>
              <a:srgbClr val="406E5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="" xmlns:a16="http://schemas.microsoft.com/office/drawing/2014/main" id="{430A6B68-4CCD-E255-84E7-9FD71F1DB4D1}"/>
                </a:ext>
              </a:extLst>
            </p:cNvPr>
            <p:cNvSpPr/>
            <p:nvPr/>
          </p:nvSpPr>
          <p:spPr>
            <a:xfrm>
              <a:off x="7803775" y="5747451"/>
              <a:ext cx="823" cy="940"/>
            </a:xfrm>
            <a:custGeom>
              <a:avLst/>
              <a:gdLst>
                <a:gd name="connsiteX0" fmla="*/ 470 w 823"/>
                <a:gd name="connsiteY0" fmla="*/ 470 h 940"/>
                <a:gd name="connsiteX1" fmla="*/ 0 w 823"/>
                <a:gd name="connsiteY1" fmla="*/ 0 h 940"/>
                <a:gd name="connsiteX2" fmla="*/ 412 w 823"/>
                <a:gd name="connsiteY2" fmla="*/ 0 h 940"/>
                <a:gd name="connsiteX3" fmla="*/ 823 w 823"/>
                <a:gd name="connsiteY3" fmla="*/ 941 h 940"/>
                <a:gd name="connsiteX4" fmla="*/ 470 w 823"/>
                <a:gd name="connsiteY4" fmla="*/ 529 h 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3" h="940">
                  <a:moveTo>
                    <a:pt x="470" y="470"/>
                  </a:moveTo>
                  <a:cubicBezTo>
                    <a:pt x="470" y="470"/>
                    <a:pt x="176" y="118"/>
                    <a:pt x="0" y="0"/>
                  </a:cubicBezTo>
                  <a:cubicBezTo>
                    <a:pt x="118" y="0"/>
                    <a:pt x="294" y="0"/>
                    <a:pt x="412" y="0"/>
                  </a:cubicBezTo>
                  <a:cubicBezTo>
                    <a:pt x="529" y="294"/>
                    <a:pt x="706" y="647"/>
                    <a:pt x="823" y="941"/>
                  </a:cubicBezTo>
                  <a:cubicBezTo>
                    <a:pt x="706" y="764"/>
                    <a:pt x="588" y="647"/>
                    <a:pt x="470" y="529"/>
                  </a:cubicBezTo>
                  <a:close/>
                </a:path>
              </a:pathLst>
            </a:custGeom>
            <a:solidFill>
              <a:srgbClr val="C2E46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="" xmlns:a16="http://schemas.microsoft.com/office/drawing/2014/main" id="{76AED7C9-ED69-67D3-1D35-3499D01E15D7}"/>
                </a:ext>
              </a:extLst>
            </p:cNvPr>
            <p:cNvSpPr/>
            <p:nvPr/>
          </p:nvSpPr>
          <p:spPr>
            <a:xfrm>
              <a:off x="7728594" y="5880334"/>
              <a:ext cx="284778" cy="194904"/>
            </a:xfrm>
            <a:custGeom>
              <a:avLst/>
              <a:gdLst>
                <a:gd name="connsiteX0" fmla="*/ 282362 w 284778"/>
                <a:gd name="connsiteY0" fmla="*/ 48783 h 194904"/>
                <a:gd name="connsiteX1" fmla="*/ 263431 w 284778"/>
                <a:gd name="connsiteY1" fmla="*/ 126857 h 194904"/>
                <a:gd name="connsiteX2" fmla="*/ 138617 w 284778"/>
                <a:gd name="connsiteY2" fmla="*/ 194820 h 194904"/>
                <a:gd name="connsiteX3" fmla="*/ 61188 w 284778"/>
                <a:gd name="connsiteY3" fmla="*/ 186942 h 194904"/>
                <a:gd name="connsiteX4" fmla="*/ 6806 w 284778"/>
                <a:gd name="connsiteY4" fmla="*/ 104928 h 194904"/>
                <a:gd name="connsiteX5" fmla="*/ 72006 w 284778"/>
                <a:gd name="connsiteY5" fmla="*/ 65362 h 194904"/>
                <a:gd name="connsiteX6" fmla="*/ 121097 w 284778"/>
                <a:gd name="connsiteY6" fmla="*/ 33967 h 194904"/>
                <a:gd name="connsiteX7" fmla="*/ 132032 w 284778"/>
                <a:gd name="connsiteY7" fmla="*/ 27559 h 194904"/>
                <a:gd name="connsiteX8" fmla="*/ 232977 w 284778"/>
                <a:gd name="connsiteY8" fmla="*/ 2337 h 194904"/>
                <a:gd name="connsiteX9" fmla="*/ 282420 w 284778"/>
                <a:gd name="connsiteY9" fmla="*/ 48665 h 194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4778" h="194904">
                  <a:moveTo>
                    <a:pt x="282362" y="48783"/>
                  </a:moveTo>
                  <a:cubicBezTo>
                    <a:pt x="289005" y="78884"/>
                    <a:pt x="281715" y="102871"/>
                    <a:pt x="263431" y="126857"/>
                  </a:cubicBezTo>
                  <a:cubicBezTo>
                    <a:pt x="230449" y="170069"/>
                    <a:pt x="194057" y="193762"/>
                    <a:pt x="138617" y="194820"/>
                  </a:cubicBezTo>
                  <a:cubicBezTo>
                    <a:pt x="112278" y="195350"/>
                    <a:pt x="86763" y="193468"/>
                    <a:pt x="61188" y="186942"/>
                  </a:cubicBezTo>
                  <a:cubicBezTo>
                    <a:pt x="26619" y="173949"/>
                    <a:pt x="-17004" y="147317"/>
                    <a:pt x="6806" y="104928"/>
                  </a:cubicBezTo>
                  <a:cubicBezTo>
                    <a:pt x="21387" y="83175"/>
                    <a:pt x="49371" y="76062"/>
                    <a:pt x="72006" y="65362"/>
                  </a:cubicBezTo>
                  <a:cubicBezTo>
                    <a:pt x="88997" y="55955"/>
                    <a:pt x="103695" y="42551"/>
                    <a:pt x="121097" y="33967"/>
                  </a:cubicBezTo>
                  <a:cubicBezTo>
                    <a:pt x="124742" y="31792"/>
                    <a:pt x="128563" y="29675"/>
                    <a:pt x="132032" y="27559"/>
                  </a:cubicBezTo>
                  <a:cubicBezTo>
                    <a:pt x="159370" y="2749"/>
                    <a:pt x="197467" y="-4247"/>
                    <a:pt x="232977" y="2337"/>
                  </a:cubicBezTo>
                  <a:cubicBezTo>
                    <a:pt x="260021" y="3396"/>
                    <a:pt x="276894" y="23443"/>
                    <a:pt x="282420" y="48665"/>
                  </a:cubicBezTo>
                  <a:close/>
                </a:path>
              </a:pathLst>
            </a:custGeom>
            <a:solidFill>
              <a:srgbClr val="406E5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="" xmlns:a16="http://schemas.microsoft.com/office/drawing/2014/main" id="{0E928C4A-0AE4-E9AC-5851-3E9BEAD28AD2}"/>
                </a:ext>
              </a:extLst>
            </p:cNvPr>
            <p:cNvSpPr/>
            <p:nvPr/>
          </p:nvSpPr>
          <p:spPr>
            <a:xfrm>
              <a:off x="7969331" y="5800263"/>
              <a:ext cx="236115" cy="200931"/>
            </a:xfrm>
            <a:custGeom>
              <a:avLst/>
              <a:gdLst>
                <a:gd name="connsiteX0" fmla="*/ 0 w 236115"/>
                <a:gd name="connsiteY0" fmla="*/ 71708 h 200931"/>
                <a:gd name="connsiteX1" fmla="*/ 176 w 236115"/>
                <a:gd name="connsiteY1" fmla="*/ 70767 h 200931"/>
                <a:gd name="connsiteX2" fmla="*/ 470 w 236115"/>
                <a:gd name="connsiteY2" fmla="*/ 68886 h 200931"/>
                <a:gd name="connsiteX3" fmla="*/ 1235 w 236115"/>
                <a:gd name="connsiteY3" fmla="*/ 63536 h 200931"/>
                <a:gd name="connsiteX4" fmla="*/ 2175 w 236115"/>
                <a:gd name="connsiteY4" fmla="*/ 57716 h 200931"/>
                <a:gd name="connsiteX5" fmla="*/ 2881 w 236115"/>
                <a:gd name="connsiteY5" fmla="*/ 53365 h 200931"/>
                <a:gd name="connsiteX6" fmla="*/ 5115 w 236115"/>
                <a:gd name="connsiteY6" fmla="*/ 41842 h 200931"/>
                <a:gd name="connsiteX7" fmla="*/ 6114 w 236115"/>
                <a:gd name="connsiteY7" fmla="*/ 37550 h 200931"/>
                <a:gd name="connsiteX8" fmla="*/ 7290 w 236115"/>
                <a:gd name="connsiteY8" fmla="*/ 32847 h 200931"/>
                <a:gd name="connsiteX9" fmla="*/ 8407 w 236115"/>
                <a:gd name="connsiteY9" fmla="*/ 28849 h 200931"/>
                <a:gd name="connsiteX10" fmla="*/ 10053 w 236115"/>
                <a:gd name="connsiteY10" fmla="*/ 26086 h 200931"/>
                <a:gd name="connsiteX11" fmla="*/ 10818 w 236115"/>
                <a:gd name="connsiteY11" fmla="*/ 24793 h 200931"/>
                <a:gd name="connsiteX12" fmla="*/ 96183 w 236115"/>
                <a:gd name="connsiteY12" fmla="*/ 1041 h 200931"/>
                <a:gd name="connsiteX13" fmla="*/ 130634 w 236115"/>
                <a:gd name="connsiteY13" fmla="*/ 20971 h 200931"/>
                <a:gd name="connsiteX14" fmla="*/ 206828 w 236115"/>
                <a:gd name="connsiteY14" fmla="*/ 84701 h 200931"/>
                <a:gd name="connsiteX15" fmla="*/ 214236 w 236115"/>
                <a:gd name="connsiteY15" fmla="*/ 184235 h 200931"/>
                <a:gd name="connsiteX16" fmla="*/ 160030 w 236115"/>
                <a:gd name="connsiteY16" fmla="*/ 200932 h 200931"/>
                <a:gd name="connsiteX17" fmla="*/ 118 w 236115"/>
                <a:gd name="connsiteY17" fmla="*/ 71767 h 20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6115" h="200931">
                  <a:moveTo>
                    <a:pt x="0" y="71708"/>
                  </a:moveTo>
                  <a:cubicBezTo>
                    <a:pt x="0" y="71414"/>
                    <a:pt x="118" y="71061"/>
                    <a:pt x="176" y="70767"/>
                  </a:cubicBezTo>
                  <a:cubicBezTo>
                    <a:pt x="294" y="70179"/>
                    <a:pt x="353" y="69533"/>
                    <a:pt x="470" y="68886"/>
                  </a:cubicBezTo>
                  <a:cubicBezTo>
                    <a:pt x="764" y="67122"/>
                    <a:pt x="999" y="65300"/>
                    <a:pt x="1235" y="63536"/>
                  </a:cubicBezTo>
                  <a:cubicBezTo>
                    <a:pt x="1587" y="61596"/>
                    <a:pt x="1881" y="59656"/>
                    <a:pt x="2175" y="57716"/>
                  </a:cubicBezTo>
                  <a:cubicBezTo>
                    <a:pt x="2410" y="56246"/>
                    <a:pt x="2587" y="54776"/>
                    <a:pt x="2881" y="53365"/>
                  </a:cubicBezTo>
                  <a:cubicBezTo>
                    <a:pt x="3586" y="49544"/>
                    <a:pt x="4351" y="45722"/>
                    <a:pt x="5115" y="41842"/>
                  </a:cubicBezTo>
                  <a:cubicBezTo>
                    <a:pt x="5409" y="40372"/>
                    <a:pt x="5820" y="38961"/>
                    <a:pt x="6114" y="37550"/>
                  </a:cubicBezTo>
                  <a:cubicBezTo>
                    <a:pt x="6526" y="36022"/>
                    <a:pt x="6879" y="34434"/>
                    <a:pt x="7290" y="32847"/>
                  </a:cubicBezTo>
                  <a:cubicBezTo>
                    <a:pt x="7643" y="31495"/>
                    <a:pt x="8054" y="30201"/>
                    <a:pt x="8407" y="28849"/>
                  </a:cubicBezTo>
                  <a:cubicBezTo>
                    <a:pt x="8936" y="27967"/>
                    <a:pt x="9465" y="27027"/>
                    <a:pt x="10053" y="26086"/>
                  </a:cubicBezTo>
                  <a:cubicBezTo>
                    <a:pt x="10288" y="25674"/>
                    <a:pt x="10524" y="25204"/>
                    <a:pt x="10818" y="24793"/>
                  </a:cubicBezTo>
                  <a:cubicBezTo>
                    <a:pt x="34922" y="6861"/>
                    <a:pt x="66199" y="-3427"/>
                    <a:pt x="96183" y="1041"/>
                  </a:cubicBezTo>
                  <a:cubicBezTo>
                    <a:pt x="109352" y="3980"/>
                    <a:pt x="119817" y="13387"/>
                    <a:pt x="130634" y="20971"/>
                  </a:cubicBezTo>
                  <a:cubicBezTo>
                    <a:pt x="158384" y="39432"/>
                    <a:pt x="181019" y="63948"/>
                    <a:pt x="206828" y="84701"/>
                  </a:cubicBezTo>
                  <a:cubicBezTo>
                    <a:pt x="233813" y="111216"/>
                    <a:pt x="252921" y="158837"/>
                    <a:pt x="214236" y="184235"/>
                  </a:cubicBezTo>
                  <a:cubicBezTo>
                    <a:pt x="197363" y="192054"/>
                    <a:pt x="178902" y="200696"/>
                    <a:pt x="160030" y="200932"/>
                  </a:cubicBezTo>
                  <a:cubicBezTo>
                    <a:pt x="85189" y="198639"/>
                    <a:pt x="26456" y="138554"/>
                    <a:pt x="118" y="71767"/>
                  </a:cubicBezTo>
                  <a:close/>
                </a:path>
              </a:pathLst>
            </a:custGeom>
            <a:solidFill>
              <a:srgbClr val="729B8A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="" xmlns:a16="http://schemas.microsoft.com/office/drawing/2014/main" id="{FAAC3694-D8D9-0EB1-792C-2E39CB8B36E8}"/>
                </a:ext>
              </a:extLst>
            </p:cNvPr>
            <p:cNvSpPr/>
            <p:nvPr/>
          </p:nvSpPr>
          <p:spPr>
            <a:xfrm>
              <a:off x="7995741" y="5637423"/>
              <a:ext cx="179679" cy="147501"/>
            </a:xfrm>
            <a:custGeom>
              <a:avLst/>
              <a:gdLst>
                <a:gd name="connsiteX0" fmla="*/ 176891 w 179679"/>
                <a:gd name="connsiteY0" fmla="*/ 29778 h 147501"/>
                <a:gd name="connsiteX1" fmla="*/ 160547 w 179679"/>
                <a:gd name="connsiteY1" fmla="*/ 103679 h 147501"/>
                <a:gd name="connsiteX2" fmla="*/ 130564 w 179679"/>
                <a:gd name="connsiteY2" fmla="*/ 131311 h 147501"/>
                <a:gd name="connsiteX3" fmla="*/ 54017 w 179679"/>
                <a:gd name="connsiteY3" fmla="*/ 147420 h 147501"/>
                <a:gd name="connsiteX4" fmla="*/ 400 w 179679"/>
                <a:gd name="connsiteY4" fmla="*/ 119670 h 147501"/>
                <a:gd name="connsiteX5" fmla="*/ 6279 w 179679"/>
                <a:gd name="connsiteY5" fmla="*/ 102856 h 147501"/>
                <a:gd name="connsiteX6" fmla="*/ 85471 w 179679"/>
                <a:gd name="connsiteY6" fmla="*/ 43594 h 147501"/>
                <a:gd name="connsiteX7" fmla="*/ 139147 w 179679"/>
                <a:gd name="connsiteY7" fmla="*/ 1147 h 147501"/>
                <a:gd name="connsiteX8" fmla="*/ 176891 w 179679"/>
                <a:gd name="connsiteY8" fmla="*/ 29778 h 14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679" h="147501">
                  <a:moveTo>
                    <a:pt x="176891" y="29778"/>
                  </a:moveTo>
                  <a:cubicBezTo>
                    <a:pt x="184417" y="55353"/>
                    <a:pt x="175951" y="82691"/>
                    <a:pt x="160547" y="103679"/>
                  </a:cubicBezTo>
                  <a:cubicBezTo>
                    <a:pt x="153022" y="115320"/>
                    <a:pt x="144321" y="126960"/>
                    <a:pt x="130564" y="131311"/>
                  </a:cubicBezTo>
                  <a:cubicBezTo>
                    <a:pt x="106107" y="140130"/>
                    <a:pt x="80297" y="148419"/>
                    <a:pt x="54017" y="147420"/>
                  </a:cubicBezTo>
                  <a:cubicBezTo>
                    <a:pt x="34322" y="144715"/>
                    <a:pt x="2869" y="145539"/>
                    <a:pt x="400" y="119670"/>
                  </a:cubicBezTo>
                  <a:cubicBezTo>
                    <a:pt x="-1011" y="116613"/>
                    <a:pt x="1399" y="93214"/>
                    <a:pt x="6279" y="102856"/>
                  </a:cubicBezTo>
                  <a:cubicBezTo>
                    <a:pt x="36439" y="88570"/>
                    <a:pt x="60543" y="65171"/>
                    <a:pt x="85471" y="43594"/>
                  </a:cubicBezTo>
                  <a:cubicBezTo>
                    <a:pt x="101638" y="27603"/>
                    <a:pt x="116513" y="7908"/>
                    <a:pt x="139147" y="1147"/>
                  </a:cubicBezTo>
                  <a:cubicBezTo>
                    <a:pt x="157667" y="-4732"/>
                    <a:pt x="173305" y="13081"/>
                    <a:pt x="176891" y="29778"/>
                  </a:cubicBezTo>
                  <a:close/>
                </a:path>
              </a:pathLst>
            </a:custGeom>
            <a:solidFill>
              <a:srgbClr val="729B8A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="" xmlns:a16="http://schemas.microsoft.com/office/drawing/2014/main" id="{6CCFBF33-2D97-B362-2677-94CD07CB96CF}"/>
                </a:ext>
              </a:extLst>
            </p:cNvPr>
            <p:cNvSpPr/>
            <p:nvPr/>
          </p:nvSpPr>
          <p:spPr>
            <a:xfrm>
              <a:off x="7934729" y="5475299"/>
              <a:ext cx="134336" cy="235701"/>
            </a:xfrm>
            <a:custGeom>
              <a:avLst/>
              <a:gdLst>
                <a:gd name="connsiteX0" fmla="*/ 128962 w 134336"/>
                <a:gd name="connsiteY0" fmla="*/ 88311 h 235701"/>
                <a:gd name="connsiteX1" fmla="*/ 125200 w 134336"/>
                <a:gd name="connsiteY1" fmla="*/ 181907 h 235701"/>
                <a:gd name="connsiteX2" fmla="*/ 38071 w 134336"/>
                <a:gd name="connsiteY2" fmla="*/ 235701 h 235701"/>
                <a:gd name="connsiteX3" fmla="*/ 2619 w 134336"/>
                <a:gd name="connsiteY3" fmla="*/ 158567 h 235701"/>
                <a:gd name="connsiteX4" fmla="*/ 22197 w 134336"/>
                <a:gd name="connsiteY4" fmla="*/ 73496 h 235701"/>
                <a:gd name="connsiteX5" fmla="*/ 90101 w 134336"/>
                <a:gd name="connsiteY5" fmla="*/ 12000 h 235701"/>
                <a:gd name="connsiteX6" fmla="*/ 128962 w 134336"/>
                <a:gd name="connsiteY6" fmla="*/ 88311 h 235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336" h="235701">
                  <a:moveTo>
                    <a:pt x="128962" y="88311"/>
                  </a:moveTo>
                  <a:cubicBezTo>
                    <a:pt x="137311" y="119294"/>
                    <a:pt x="135841" y="151630"/>
                    <a:pt x="125200" y="181907"/>
                  </a:cubicBezTo>
                  <a:cubicBezTo>
                    <a:pt x="112324" y="226765"/>
                    <a:pt x="80577" y="234761"/>
                    <a:pt x="38071" y="235701"/>
                  </a:cubicBezTo>
                  <a:cubicBezTo>
                    <a:pt x="2855" y="231527"/>
                    <a:pt x="-4906" y="187375"/>
                    <a:pt x="2619" y="158567"/>
                  </a:cubicBezTo>
                  <a:cubicBezTo>
                    <a:pt x="4677" y="129230"/>
                    <a:pt x="15024" y="101833"/>
                    <a:pt x="22197" y="73496"/>
                  </a:cubicBezTo>
                  <a:cubicBezTo>
                    <a:pt x="28782" y="38691"/>
                    <a:pt x="43597" y="-27038"/>
                    <a:pt x="90101" y="12000"/>
                  </a:cubicBezTo>
                  <a:cubicBezTo>
                    <a:pt x="113912" y="29520"/>
                    <a:pt x="123201" y="60503"/>
                    <a:pt x="128962" y="88311"/>
                  </a:cubicBezTo>
                  <a:close/>
                </a:path>
              </a:pathLst>
            </a:custGeom>
            <a:solidFill>
              <a:srgbClr val="406E5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="" xmlns:a16="http://schemas.microsoft.com/office/drawing/2014/main" id="{AE70BE09-6972-F1F8-B7F3-F8CA9CA01A1B}"/>
                </a:ext>
              </a:extLst>
            </p:cNvPr>
            <p:cNvSpPr/>
            <p:nvPr/>
          </p:nvSpPr>
          <p:spPr>
            <a:xfrm>
              <a:off x="7784850" y="5456493"/>
              <a:ext cx="150856" cy="247752"/>
            </a:xfrm>
            <a:custGeom>
              <a:avLst/>
              <a:gdLst>
                <a:gd name="connsiteX0" fmla="*/ 141093 w 150856"/>
                <a:gd name="connsiteY0" fmla="*/ 74371 h 247752"/>
                <a:gd name="connsiteX1" fmla="*/ 93825 w 150856"/>
                <a:gd name="connsiteY1" fmla="*/ 235871 h 247752"/>
                <a:gd name="connsiteX2" fmla="*/ 92355 w 150856"/>
                <a:gd name="connsiteY2" fmla="*/ 236518 h 247752"/>
                <a:gd name="connsiteX3" fmla="*/ 87299 w 150856"/>
                <a:gd name="connsiteY3" fmla="*/ 238987 h 247752"/>
                <a:gd name="connsiteX4" fmla="*/ 76187 w 150856"/>
                <a:gd name="connsiteY4" fmla="*/ 244983 h 247752"/>
                <a:gd name="connsiteX5" fmla="*/ 75776 w 150856"/>
                <a:gd name="connsiteY5" fmla="*/ 245689 h 247752"/>
                <a:gd name="connsiteX6" fmla="*/ 70955 w 150856"/>
                <a:gd name="connsiteY6" fmla="*/ 246747 h 247752"/>
                <a:gd name="connsiteX7" fmla="*/ 68956 w 150856"/>
                <a:gd name="connsiteY7" fmla="*/ 247747 h 247752"/>
                <a:gd name="connsiteX8" fmla="*/ 54317 w 150856"/>
                <a:gd name="connsiteY8" fmla="*/ 235577 h 247752"/>
                <a:gd name="connsiteX9" fmla="*/ 20042 w 150856"/>
                <a:gd name="connsiteY9" fmla="*/ 202183 h 247752"/>
                <a:gd name="connsiteX10" fmla="*/ 4932 w 150856"/>
                <a:gd name="connsiteY10" fmla="*/ 75841 h 247752"/>
                <a:gd name="connsiteX11" fmla="*/ 18278 w 150856"/>
                <a:gd name="connsiteY11" fmla="*/ 20165 h 247752"/>
                <a:gd name="connsiteX12" fmla="*/ 72660 w 150856"/>
                <a:gd name="connsiteY12" fmla="*/ 6526 h 247752"/>
                <a:gd name="connsiteX13" fmla="*/ 111933 w 150856"/>
                <a:gd name="connsiteY13" fmla="*/ 34451 h 247752"/>
                <a:gd name="connsiteX14" fmla="*/ 141034 w 150856"/>
                <a:gd name="connsiteY14" fmla="*/ 74371 h 247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856" h="247752">
                  <a:moveTo>
                    <a:pt x="141093" y="74371"/>
                  </a:moveTo>
                  <a:cubicBezTo>
                    <a:pt x="167726" y="107941"/>
                    <a:pt x="135861" y="222290"/>
                    <a:pt x="93825" y="235871"/>
                  </a:cubicBezTo>
                  <a:cubicBezTo>
                    <a:pt x="93472" y="236106"/>
                    <a:pt x="93002" y="236282"/>
                    <a:pt x="92355" y="236518"/>
                  </a:cubicBezTo>
                  <a:cubicBezTo>
                    <a:pt x="90709" y="237399"/>
                    <a:pt x="89004" y="238222"/>
                    <a:pt x="87299" y="238987"/>
                  </a:cubicBezTo>
                  <a:cubicBezTo>
                    <a:pt x="90532" y="244807"/>
                    <a:pt x="81243" y="244572"/>
                    <a:pt x="76187" y="244983"/>
                  </a:cubicBezTo>
                  <a:cubicBezTo>
                    <a:pt x="76070" y="245219"/>
                    <a:pt x="75952" y="245454"/>
                    <a:pt x="75776" y="245689"/>
                  </a:cubicBezTo>
                  <a:cubicBezTo>
                    <a:pt x="74659" y="246865"/>
                    <a:pt x="72719" y="247159"/>
                    <a:pt x="70955" y="246747"/>
                  </a:cubicBezTo>
                  <a:cubicBezTo>
                    <a:pt x="70602" y="247453"/>
                    <a:pt x="69955" y="247805"/>
                    <a:pt x="68956" y="247747"/>
                  </a:cubicBezTo>
                  <a:cubicBezTo>
                    <a:pt x="63018" y="245630"/>
                    <a:pt x="59138" y="239516"/>
                    <a:pt x="54317" y="235577"/>
                  </a:cubicBezTo>
                  <a:cubicBezTo>
                    <a:pt x="43147" y="223995"/>
                    <a:pt x="28801" y="215941"/>
                    <a:pt x="20042" y="202183"/>
                  </a:cubicBezTo>
                  <a:cubicBezTo>
                    <a:pt x="-2358" y="164439"/>
                    <a:pt x="-3710" y="117935"/>
                    <a:pt x="4932" y="75841"/>
                  </a:cubicBezTo>
                  <a:cubicBezTo>
                    <a:pt x="8048" y="57027"/>
                    <a:pt x="7931" y="36921"/>
                    <a:pt x="18278" y="20165"/>
                  </a:cubicBezTo>
                  <a:cubicBezTo>
                    <a:pt x="28566" y="1352"/>
                    <a:pt x="54964" y="-6703"/>
                    <a:pt x="72660" y="6526"/>
                  </a:cubicBezTo>
                  <a:cubicBezTo>
                    <a:pt x="86593" y="14580"/>
                    <a:pt x="100527" y="22928"/>
                    <a:pt x="111933" y="34451"/>
                  </a:cubicBezTo>
                  <a:cubicBezTo>
                    <a:pt x="123279" y="46445"/>
                    <a:pt x="131569" y="60908"/>
                    <a:pt x="141034" y="74371"/>
                  </a:cubicBezTo>
                  <a:close/>
                </a:path>
              </a:pathLst>
            </a:custGeom>
            <a:solidFill>
              <a:srgbClr val="406E5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="" xmlns:a16="http://schemas.microsoft.com/office/drawing/2014/main" id="{89A0411F-E9DA-7385-BD54-7A8EA3831295}"/>
                </a:ext>
              </a:extLst>
            </p:cNvPr>
            <p:cNvSpPr/>
            <p:nvPr/>
          </p:nvSpPr>
          <p:spPr>
            <a:xfrm>
              <a:off x="7658170" y="5608242"/>
              <a:ext cx="213380" cy="153976"/>
            </a:xfrm>
            <a:custGeom>
              <a:avLst/>
              <a:gdLst>
                <a:gd name="connsiteX0" fmla="*/ 208041 w 213380"/>
                <a:gd name="connsiteY0" fmla="*/ 138387 h 153976"/>
                <a:gd name="connsiteX1" fmla="*/ 212039 w 213380"/>
                <a:gd name="connsiteY1" fmla="*/ 142855 h 153976"/>
                <a:gd name="connsiteX2" fmla="*/ 206865 w 213380"/>
                <a:gd name="connsiteY2" fmla="*/ 144031 h 153976"/>
                <a:gd name="connsiteX3" fmla="*/ 116150 w 213380"/>
                <a:gd name="connsiteY3" fmla="*/ 153907 h 153976"/>
                <a:gd name="connsiteX4" fmla="*/ 19262 w 213380"/>
                <a:gd name="connsiteY4" fmla="*/ 107051 h 153976"/>
                <a:gd name="connsiteX5" fmla="*/ 9561 w 213380"/>
                <a:gd name="connsiteY5" fmla="*/ 12984 h 153976"/>
                <a:gd name="connsiteX6" fmla="*/ 170414 w 213380"/>
                <a:gd name="connsiteY6" fmla="*/ 38030 h 153976"/>
                <a:gd name="connsiteX7" fmla="*/ 208100 w 213380"/>
                <a:gd name="connsiteY7" fmla="*/ 138387 h 153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3380" h="153976">
                  <a:moveTo>
                    <a:pt x="208041" y="138387"/>
                  </a:moveTo>
                  <a:cubicBezTo>
                    <a:pt x="212156" y="136799"/>
                    <a:pt x="215272" y="139915"/>
                    <a:pt x="212039" y="142855"/>
                  </a:cubicBezTo>
                  <a:cubicBezTo>
                    <a:pt x="210334" y="143266"/>
                    <a:pt x="208217" y="143560"/>
                    <a:pt x="206865" y="144031"/>
                  </a:cubicBezTo>
                  <a:cubicBezTo>
                    <a:pt x="177469" y="152614"/>
                    <a:pt x="146604" y="153614"/>
                    <a:pt x="116150" y="153907"/>
                  </a:cubicBezTo>
                  <a:cubicBezTo>
                    <a:pt x="78465" y="154907"/>
                    <a:pt x="35253" y="145383"/>
                    <a:pt x="19262" y="107051"/>
                  </a:cubicBezTo>
                  <a:cubicBezTo>
                    <a:pt x="8620" y="82358"/>
                    <a:pt x="-12250" y="35443"/>
                    <a:pt x="9561" y="12984"/>
                  </a:cubicBezTo>
                  <a:cubicBezTo>
                    <a:pt x="48128" y="-21761"/>
                    <a:pt x="128555" y="22509"/>
                    <a:pt x="170414" y="38030"/>
                  </a:cubicBezTo>
                  <a:cubicBezTo>
                    <a:pt x="211392" y="53374"/>
                    <a:pt x="205572" y="102759"/>
                    <a:pt x="208100" y="138387"/>
                  </a:cubicBezTo>
                  <a:close/>
                </a:path>
              </a:pathLst>
            </a:custGeom>
            <a:solidFill>
              <a:srgbClr val="5D897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="" xmlns:a16="http://schemas.microsoft.com/office/drawing/2014/main" id="{99001D15-8DC3-DA82-AE13-BB6B7FA914B6}"/>
                </a:ext>
              </a:extLst>
            </p:cNvPr>
            <p:cNvSpPr/>
            <p:nvPr/>
          </p:nvSpPr>
          <p:spPr>
            <a:xfrm>
              <a:off x="7657075" y="5794498"/>
              <a:ext cx="251503" cy="140212"/>
            </a:xfrm>
            <a:custGeom>
              <a:avLst/>
              <a:gdLst>
                <a:gd name="connsiteX0" fmla="*/ 247468 w 251503"/>
                <a:gd name="connsiteY0" fmla="*/ 8746 h 140212"/>
                <a:gd name="connsiteX1" fmla="*/ 251231 w 251503"/>
                <a:gd name="connsiteY1" fmla="*/ 33967 h 140212"/>
                <a:gd name="connsiteX2" fmla="*/ 239120 w 251503"/>
                <a:gd name="connsiteY2" fmla="*/ 83587 h 140212"/>
                <a:gd name="connsiteX3" fmla="*/ 151050 w 251503"/>
                <a:gd name="connsiteY3" fmla="*/ 140204 h 140212"/>
                <a:gd name="connsiteX4" fmla="*/ 31468 w 251503"/>
                <a:gd name="connsiteY4" fmla="*/ 95875 h 140212"/>
                <a:gd name="connsiteX5" fmla="*/ 1661 w 251503"/>
                <a:gd name="connsiteY5" fmla="*/ 60953 h 140212"/>
                <a:gd name="connsiteX6" fmla="*/ 23296 w 251503"/>
                <a:gd name="connsiteY6" fmla="*/ 26325 h 140212"/>
                <a:gd name="connsiteX7" fmla="*/ 167100 w 251503"/>
                <a:gd name="connsiteY7" fmla="*/ 23503 h 140212"/>
                <a:gd name="connsiteX8" fmla="*/ 189852 w 251503"/>
                <a:gd name="connsiteY8" fmla="*/ 11744 h 140212"/>
                <a:gd name="connsiteX9" fmla="*/ 197554 w 251503"/>
                <a:gd name="connsiteY9" fmla="*/ 8393 h 140212"/>
                <a:gd name="connsiteX10" fmla="*/ 247468 w 251503"/>
                <a:gd name="connsiteY10" fmla="*/ 8687 h 140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1503" h="140212">
                  <a:moveTo>
                    <a:pt x="247468" y="8746"/>
                  </a:moveTo>
                  <a:cubicBezTo>
                    <a:pt x="252113" y="16154"/>
                    <a:pt x="251701" y="25502"/>
                    <a:pt x="251231" y="33967"/>
                  </a:cubicBezTo>
                  <a:cubicBezTo>
                    <a:pt x="249937" y="51017"/>
                    <a:pt x="246704" y="68184"/>
                    <a:pt x="239120" y="83587"/>
                  </a:cubicBezTo>
                  <a:cubicBezTo>
                    <a:pt x="224245" y="118745"/>
                    <a:pt x="188971" y="140733"/>
                    <a:pt x="151050" y="140204"/>
                  </a:cubicBezTo>
                  <a:cubicBezTo>
                    <a:pt x="108074" y="139322"/>
                    <a:pt x="64803" y="122978"/>
                    <a:pt x="31468" y="95875"/>
                  </a:cubicBezTo>
                  <a:cubicBezTo>
                    <a:pt x="20004" y="85880"/>
                    <a:pt x="7305" y="75533"/>
                    <a:pt x="1661" y="60953"/>
                  </a:cubicBezTo>
                  <a:cubicBezTo>
                    <a:pt x="-3924" y="44785"/>
                    <a:pt x="4895" y="26442"/>
                    <a:pt x="23296" y="26325"/>
                  </a:cubicBezTo>
                  <a:cubicBezTo>
                    <a:pt x="71094" y="20093"/>
                    <a:pt x="120067" y="34849"/>
                    <a:pt x="167100" y="23503"/>
                  </a:cubicBezTo>
                  <a:cubicBezTo>
                    <a:pt x="175860" y="21562"/>
                    <a:pt x="183150" y="17506"/>
                    <a:pt x="189852" y="11744"/>
                  </a:cubicBezTo>
                  <a:cubicBezTo>
                    <a:pt x="192087" y="10451"/>
                    <a:pt x="194909" y="6512"/>
                    <a:pt x="197554" y="8393"/>
                  </a:cubicBezTo>
                  <a:cubicBezTo>
                    <a:pt x="213075" y="3749"/>
                    <a:pt x="235533" y="-8068"/>
                    <a:pt x="247468" y="8687"/>
                  </a:cubicBezTo>
                  <a:close/>
                </a:path>
              </a:pathLst>
            </a:custGeom>
            <a:solidFill>
              <a:srgbClr val="729B8A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="" xmlns:a16="http://schemas.microsoft.com/office/drawing/2014/main" id="{36FC20C0-AD87-5C62-8F85-2D8E4ABF7BE5}"/>
                </a:ext>
              </a:extLst>
            </p:cNvPr>
            <p:cNvSpPr/>
            <p:nvPr/>
          </p:nvSpPr>
          <p:spPr>
            <a:xfrm>
              <a:off x="8013881" y="5716233"/>
              <a:ext cx="258050" cy="146974"/>
            </a:xfrm>
            <a:custGeom>
              <a:avLst/>
              <a:gdLst>
                <a:gd name="connsiteX0" fmla="*/ 233475 w 258050"/>
                <a:gd name="connsiteY0" fmla="*/ 0 h 146974"/>
                <a:gd name="connsiteX1" fmla="*/ 240001 w 258050"/>
                <a:gd name="connsiteY1" fmla="*/ 71902 h 146974"/>
                <a:gd name="connsiteX2" fmla="*/ 179387 w 258050"/>
                <a:gd name="connsiteY2" fmla="*/ 117583 h 146974"/>
                <a:gd name="connsiteX3" fmla="*/ 76560 w 258050"/>
                <a:gd name="connsiteY3" fmla="*/ 146743 h 146974"/>
                <a:gd name="connsiteX4" fmla="*/ 14 w 258050"/>
                <a:gd name="connsiteY4" fmla="*/ 92009 h 146974"/>
                <a:gd name="connsiteX5" fmla="*/ 22002 w 258050"/>
                <a:gd name="connsiteY5" fmla="*/ 57028 h 146974"/>
                <a:gd name="connsiteX6" fmla="*/ 11596 w 258050"/>
                <a:gd name="connsiteY6" fmla="*/ 52677 h 146974"/>
                <a:gd name="connsiteX7" fmla="*/ 13948 w 258050"/>
                <a:gd name="connsiteY7" fmla="*/ 50678 h 146974"/>
                <a:gd name="connsiteX8" fmla="*/ 30468 w 258050"/>
                <a:gd name="connsiteY8" fmla="*/ 53089 h 146974"/>
                <a:gd name="connsiteX9" fmla="*/ 42697 w 258050"/>
                <a:gd name="connsiteY9" fmla="*/ 49502 h 146974"/>
                <a:gd name="connsiteX10" fmla="*/ 40286 w 258050"/>
                <a:gd name="connsiteY10" fmla="*/ 53677 h 146974"/>
                <a:gd name="connsiteX11" fmla="*/ 167158 w 258050"/>
                <a:gd name="connsiteY11" fmla="*/ 21341 h 146974"/>
                <a:gd name="connsiteX12" fmla="*/ 233475 w 258050"/>
                <a:gd name="connsiteY12" fmla="*/ 59 h 14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8050" h="146974">
                  <a:moveTo>
                    <a:pt x="233475" y="0"/>
                  </a:moveTo>
                  <a:cubicBezTo>
                    <a:pt x="272277" y="2528"/>
                    <a:pt x="257756" y="52560"/>
                    <a:pt x="240001" y="71902"/>
                  </a:cubicBezTo>
                  <a:cubicBezTo>
                    <a:pt x="226831" y="95477"/>
                    <a:pt x="200963" y="103649"/>
                    <a:pt x="179387" y="117583"/>
                  </a:cubicBezTo>
                  <a:cubicBezTo>
                    <a:pt x="147933" y="135455"/>
                    <a:pt x="113070" y="148919"/>
                    <a:pt x="76560" y="146743"/>
                  </a:cubicBezTo>
                  <a:cubicBezTo>
                    <a:pt x="45460" y="145568"/>
                    <a:pt x="-927" y="129282"/>
                    <a:pt x="14" y="92009"/>
                  </a:cubicBezTo>
                  <a:cubicBezTo>
                    <a:pt x="896" y="77663"/>
                    <a:pt x="8186" y="62848"/>
                    <a:pt x="22002" y="57028"/>
                  </a:cubicBezTo>
                  <a:cubicBezTo>
                    <a:pt x="18827" y="55852"/>
                    <a:pt x="11831" y="57263"/>
                    <a:pt x="11596" y="52677"/>
                  </a:cubicBezTo>
                  <a:cubicBezTo>
                    <a:pt x="11772" y="51560"/>
                    <a:pt x="12654" y="50443"/>
                    <a:pt x="13948" y="50678"/>
                  </a:cubicBezTo>
                  <a:cubicBezTo>
                    <a:pt x="19415" y="51795"/>
                    <a:pt x="24942" y="52560"/>
                    <a:pt x="30468" y="53089"/>
                  </a:cubicBezTo>
                  <a:cubicBezTo>
                    <a:pt x="33760" y="52442"/>
                    <a:pt x="40521" y="45563"/>
                    <a:pt x="42697" y="49502"/>
                  </a:cubicBezTo>
                  <a:cubicBezTo>
                    <a:pt x="43520" y="51442"/>
                    <a:pt x="41991" y="52912"/>
                    <a:pt x="40286" y="53677"/>
                  </a:cubicBezTo>
                  <a:cubicBezTo>
                    <a:pt x="84850" y="55852"/>
                    <a:pt x="125593" y="34275"/>
                    <a:pt x="167158" y="21341"/>
                  </a:cubicBezTo>
                  <a:cubicBezTo>
                    <a:pt x="188911" y="13287"/>
                    <a:pt x="209723" y="-294"/>
                    <a:pt x="233475" y="59"/>
                  </a:cubicBezTo>
                  <a:close/>
                </a:path>
              </a:pathLst>
            </a:custGeom>
            <a:solidFill>
              <a:srgbClr val="5D897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="" xmlns:a16="http://schemas.microsoft.com/office/drawing/2014/main" id="{86D6A151-37BE-4D9F-A367-4EF460FCD83D}"/>
                </a:ext>
              </a:extLst>
            </p:cNvPr>
            <p:cNvSpPr/>
            <p:nvPr/>
          </p:nvSpPr>
          <p:spPr>
            <a:xfrm>
              <a:off x="7994225" y="5527788"/>
              <a:ext cx="161746" cy="210095"/>
            </a:xfrm>
            <a:custGeom>
              <a:avLst/>
              <a:gdLst>
                <a:gd name="connsiteX0" fmla="*/ 154185 w 161746"/>
                <a:gd name="connsiteY0" fmla="*/ 12835 h 210095"/>
                <a:gd name="connsiteX1" fmla="*/ 134314 w 161746"/>
                <a:gd name="connsiteY1" fmla="*/ 149584 h 210095"/>
                <a:gd name="connsiteX2" fmla="*/ 34016 w 161746"/>
                <a:gd name="connsiteY2" fmla="*/ 209845 h 210095"/>
                <a:gd name="connsiteX3" fmla="*/ 1622 w 161746"/>
                <a:gd name="connsiteY3" fmla="*/ 178215 h 210095"/>
                <a:gd name="connsiteX4" fmla="*/ 4620 w 161746"/>
                <a:gd name="connsiteY4" fmla="*/ 168573 h 210095"/>
                <a:gd name="connsiteX5" fmla="*/ 34310 w 161746"/>
                <a:gd name="connsiteY5" fmla="*/ 131593 h 210095"/>
                <a:gd name="connsiteX6" fmla="*/ 122850 w 161746"/>
                <a:gd name="connsiteY6" fmla="*/ 3899 h 210095"/>
                <a:gd name="connsiteX7" fmla="*/ 154185 w 161746"/>
                <a:gd name="connsiteY7" fmla="*/ 12835 h 21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1746" h="210095">
                  <a:moveTo>
                    <a:pt x="154185" y="12835"/>
                  </a:moveTo>
                  <a:cubicBezTo>
                    <a:pt x="174998" y="45523"/>
                    <a:pt x="147660" y="115602"/>
                    <a:pt x="134314" y="149584"/>
                  </a:cubicBezTo>
                  <a:cubicBezTo>
                    <a:pt x="116030" y="186740"/>
                    <a:pt x="75934" y="212961"/>
                    <a:pt x="34016" y="209845"/>
                  </a:cubicBezTo>
                  <a:cubicBezTo>
                    <a:pt x="18260" y="207493"/>
                    <a:pt x="4267" y="193971"/>
                    <a:pt x="1622" y="178215"/>
                  </a:cubicBezTo>
                  <a:cubicBezTo>
                    <a:pt x="-2729" y="175922"/>
                    <a:pt x="2856" y="171043"/>
                    <a:pt x="4620" y="168573"/>
                  </a:cubicBezTo>
                  <a:cubicBezTo>
                    <a:pt x="14732" y="156462"/>
                    <a:pt x="25138" y="144469"/>
                    <a:pt x="34310" y="131593"/>
                  </a:cubicBezTo>
                  <a:cubicBezTo>
                    <a:pt x="63588" y="89146"/>
                    <a:pt x="84106" y="38997"/>
                    <a:pt x="122850" y="3899"/>
                  </a:cubicBezTo>
                  <a:cubicBezTo>
                    <a:pt x="133608" y="-4685"/>
                    <a:pt x="148012" y="2076"/>
                    <a:pt x="154185" y="12835"/>
                  </a:cubicBezTo>
                  <a:close/>
                </a:path>
              </a:pathLst>
            </a:custGeom>
            <a:solidFill>
              <a:srgbClr val="5D897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="" xmlns:a16="http://schemas.microsoft.com/office/drawing/2014/main" id="{AF496E83-CFAF-899F-FC64-0FD52387B506}"/>
                </a:ext>
              </a:extLst>
            </p:cNvPr>
            <p:cNvSpPr/>
            <p:nvPr/>
          </p:nvSpPr>
          <p:spPr>
            <a:xfrm>
              <a:off x="7884542" y="5543203"/>
              <a:ext cx="95280" cy="156635"/>
            </a:xfrm>
            <a:custGeom>
              <a:avLst/>
              <a:gdLst>
                <a:gd name="connsiteX0" fmla="*/ 86082 w 95280"/>
                <a:gd name="connsiteY0" fmla="*/ 23700 h 156635"/>
                <a:gd name="connsiteX1" fmla="*/ 67740 w 95280"/>
                <a:gd name="connsiteY1" fmla="*/ 146103 h 156635"/>
                <a:gd name="connsiteX2" fmla="*/ 39520 w 95280"/>
                <a:gd name="connsiteY2" fmla="*/ 155921 h 156635"/>
                <a:gd name="connsiteX3" fmla="*/ 21647 w 95280"/>
                <a:gd name="connsiteY3" fmla="*/ 148690 h 156635"/>
                <a:gd name="connsiteX4" fmla="*/ 20589 w 95280"/>
                <a:gd name="connsiteY4" fmla="*/ 148514 h 156635"/>
                <a:gd name="connsiteX5" fmla="*/ 18884 w 95280"/>
                <a:gd name="connsiteY5" fmla="*/ 147691 h 156635"/>
                <a:gd name="connsiteX6" fmla="*/ 17061 w 95280"/>
                <a:gd name="connsiteY6" fmla="*/ 147749 h 156635"/>
                <a:gd name="connsiteX7" fmla="*/ 10594 w 95280"/>
                <a:gd name="connsiteY7" fmla="*/ 141635 h 156635"/>
                <a:gd name="connsiteX8" fmla="*/ 56040 w 95280"/>
                <a:gd name="connsiteY8" fmla="*/ 3828 h 156635"/>
                <a:gd name="connsiteX9" fmla="*/ 86141 w 95280"/>
                <a:gd name="connsiteY9" fmla="*/ 23758 h 156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280" h="156635">
                  <a:moveTo>
                    <a:pt x="86082" y="23700"/>
                  </a:moveTo>
                  <a:cubicBezTo>
                    <a:pt x="100722" y="60268"/>
                    <a:pt x="100134" y="119177"/>
                    <a:pt x="67740" y="146103"/>
                  </a:cubicBezTo>
                  <a:cubicBezTo>
                    <a:pt x="59920" y="152453"/>
                    <a:pt x="49985" y="158802"/>
                    <a:pt x="39520" y="155921"/>
                  </a:cubicBezTo>
                  <a:cubicBezTo>
                    <a:pt x="33405" y="154040"/>
                    <a:pt x="26938" y="152276"/>
                    <a:pt x="21647" y="148690"/>
                  </a:cubicBezTo>
                  <a:cubicBezTo>
                    <a:pt x="21294" y="148749"/>
                    <a:pt x="20942" y="148690"/>
                    <a:pt x="20589" y="148514"/>
                  </a:cubicBezTo>
                  <a:cubicBezTo>
                    <a:pt x="20060" y="148337"/>
                    <a:pt x="19472" y="148043"/>
                    <a:pt x="18884" y="147691"/>
                  </a:cubicBezTo>
                  <a:cubicBezTo>
                    <a:pt x="18355" y="147926"/>
                    <a:pt x="17767" y="148043"/>
                    <a:pt x="17061" y="147749"/>
                  </a:cubicBezTo>
                  <a:cubicBezTo>
                    <a:pt x="14239" y="146691"/>
                    <a:pt x="12240" y="143987"/>
                    <a:pt x="10594" y="141635"/>
                  </a:cubicBezTo>
                  <a:cubicBezTo>
                    <a:pt x="-20624" y="92485"/>
                    <a:pt x="23999" y="39808"/>
                    <a:pt x="56040" y="3828"/>
                  </a:cubicBezTo>
                  <a:cubicBezTo>
                    <a:pt x="69856" y="-8636"/>
                    <a:pt x="81673" y="12353"/>
                    <a:pt x="86141" y="23758"/>
                  </a:cubicBezTo>
                  <a:close/>
                </a:path>
              </a:pathLst>
            </a:custGeom>
            <a:solidFill>
              <a:srgbClr val="5D8978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="" xmlns:a16="http://schemas.microsoft.com/office/drawing/2014/main" id="{988EDE80-DB44-4F12-D48C-EE6DB85A1021}"/>
                </a:ext>
              </a:extLst>
            </p:cNvPr>
            <p:cNvSpPr/>
            <p:nvPr/>
          </p:nvSpPr>
          <p:spPr>
            <a:xfrm>
              <a:off x="7735198" y="5702317"/>
              <a:ext cx="248301" cy="191649"/>
            </a:xfrm>
            <a:custGeom>
              <a:avLst/>
              <a:gdLst>
                <a:gd name="connsiteX0" fmla="*/ 245421 w 248301"/>
                <a:gd name="connsiteY0" fmla="*/ 116977 h 191649"/>
                <a:gd name="connsiteX1" fmla="*/ 170697 w 248301"/>
                <a:gd name="connsiteY1" fmla="*/ 190996 h 191649"/>
                <a:gd name="connsiteX2" fmla="*/ 37946 w 248301"/>
                <a:gd name="connsiteY2" fmla="*/ 124796 h 191649"/>
                <a:gd name="connsiteX3" fmla="*/ 74456 w 248301"/>
                <a:gd name="connsiteY3" fmla="*/ 4980 h 191649"/>
                <a:gd name="connsiteX4" fmla="*/ 125310 w 248301"/>
                <a:gd name="connsiteY4" fmla="*/ 35786 h 191649"/>
                <a:gd name="connsiteX5" fmla="*/ 214614 w 248301"/>
                <a:gd name="connsiteY5" fmla="*/ 90639 h 191649"/>
                <a:gd name="connsiteX6" fmla="*/ 217907 w 248301"/>
                <a:gd name="connsiteY6" fmla="*/ 88816 h 191649"/>
                <a:gd name="connsiteX7" fmla="*/ 245421 w 248301"/>
                <a:gd name="connsiteY7" fmla="*/ 116977 h 19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301" h="191649">
                  <a:moveTo>
                    <a:pt x="245421" y="116977"/>
                  </a:moveTo>
                  <a:cubicBezTo>
                    <a:pt x="261295" y="157132"/>
                    <a:pt x="208088" y="197286"/>
                    <a:pt x="170697" y="190996"/>
                  </a:cubicBezTo>
                  <a:cubicBezTo>
                    <a:pt x="121018" y="183941"/>
                    <a:pt x="71986" y="162305"/>
                    <a:pt x="37946" y="124796"/>
                  </a:cubicBezTo>
                  <a:cubicBezTo>
                    <a:pt x="-10380" y="74236"/>
                    <a:pt x="-26372" y="-23064"/>
                    <a:pt x="74456" y="4980"/>
                  </a:cubicBezTo>
                  <a:cubicBezTo>
                    <a:pt x="93916" y="10506"/>
                    <a:pt x="109142" y="24322"/>
                    <a:pt x="125310" y="35786"/>
                  </a:cubicBezTo>
                  <a:cubicBezTo>
                    <a:pt x="153589" y="56657"/>
                    <a:pt x="184043" y="73648"/>
                    <a:pt x="214614" y="90639"/>
                  </a:cubicBezTo>
                  <a:cubicBezTo>
                    <a:pt x="214967" y="89110"/>
                    <a:pt x="216496" y="88111"/>
                    <a:pt x="217907" y="88816"/>
                  </a:cubicBezTo>
                  <a:cubicBezTo>
                    <a:pt x="230841" y="93755"/>
                    <a:pt x="240424" y="104161"/>
                    <a:pt x="245421" y="116977"/>
                  </a:cubicBezTo>
                  <a:close/>
                </a:path>
              </a:pathLst>
            </a:custGeom>
            <a:solidFill>
              <a:srgbClr val="99C4A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="" xmlns:a16="http://schemas.microsoft.com/office/drawing/2014/main" id="{F83C5160-B3C3-C9C3-EE07-A9532D7DF9BD}"/>
                </a:ext>
              </a:extLst>
            </p:cNvPr>
            <p:cNvSpPr/>
            <p:nvPr/>
          </p:nvSpPr>
          <p:spPr>
            <a:xfrm>
              <a:off x="7843967" y="5567906"/>
              <a:ext cx="108147" cy="164126"/>
            </a:xfrm>
            <a:custGeom>
              <a:avLst/>
              <a:gdLst>
                <a:gd name="connsiteX0" fmla="*/ 77449 w 108147"/>
                <a:gd name="connsiteY0" fmla="*/ 31685 h 164126"/>
                <a:gd name="connsiteX1" fmla="*/ 97497 w 108147"/>
                <a:gd name="connsiteY1" fmla="*/ 147563 h 164126"/>
                <a:gd name="connsiteX2" fmla="*/ 76685 w 108147"/>
                <a:gd name="connsiteY2" fmla="*/ 162496 h 164126"/>
                <a:gd name="connsiteX3" fmla="*/ 76509 w 108147"/>
                <a:gd name="connsiteY3" fmla="*/ 161497 h 164126"/>
                <a:gd name="connsiteX4" fmla="*/ 28065 w 108147"/>
                <a:gd name="connsiteY4" fmla="*/ 137157 h 164126"/>
                <a:gd name="connsiteX5" fmla="*/ 11074 w 108147"/>
                <a:gd name="connsiteY5" fmla="*/ 17046 h 164126"/>
                <a:gd name="connsiteX6" fmla="*/ 77449 w 108147"/>
                <a:gd name="connsiteY6" fmla="*/ 31685 h 164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147" h="164126">
                  <a:moveTo>
                    <a:pt x="77449" y="31685"/>
                  </a:moveTo>
                  <a:cubicBezTo>
                    <a:pt x="99731" y="64491"/>
                    <a:pt x="121896" y="110289"/>
                    <a:pt x="97497" y="147563"/>
                  </a:cubicBezTo>
                  <a:cubicBezTo>
                    <a:pt x="94910" y="151678"/>
                    <a:pt x="80683" y="169551"/>
                    <a:pt x="76685" y="162496"/>
                  </a:cubicBezTo>
                  <a:cubicBezTo>
                    <a:pt x="76567" y="162202"/>
                    <a:pt x="76509" y="161849"/>
                    <a:pt x="76509" y="161497"/>
                  </a:cubicBezTo>
                  <a:cubicBezTo>
                    <a:pt x="58225" y="159027"/>
                    <a:pt x="42939" y="147151"/>
                    <a:pt x="28065" y="137157"/>
                  </a:cubicBezTo>
                  <a:cubicBezTo>
                    <a:pt x="-11620" y="110760"/>
                    <a:pt x="-1214" y="55848"/>
                    <a:pt x="11074" y="17046"/>
                  </a:cubicBezTo>
                  <a:cubicBezTo>
                    <a:pt x="25184" y="-19463"/>
                    <a:pt x="63575" y="10932"/>
                    <a:pt x="77449" y="31685"/>
                  </a:cubicBezTo>
                  <a:close/>
                </a:path>
              </a:pathLst>
            </a:custGeom>
            <a:solidFill>
              <a:srgbClr val="729B8A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="" xmlns:a16="http://schemas.microsoft.com/office/drawing/2014/main" id="{ADAA8989-F77E-078B-524A-5666F69BA0F2}"/>
                </a:ext>
              </a:extLst>
            </p:cNvPr>
            <p:cNvSpPr/>
            <p:nvPr/>
          </p:nvSpPr>
          <p:spPr>
            <a:xfrm>
              <a:off x="7956824" y="5643971"/>
              <a:ext cx="171701" cy="147130"/>
            </a:xfrm>
            <a:custGeom>
              <a:avLst/>
              <a:gdLst>
                <a:gd name="connsiteX0" fmla="*/ 136793 w 171701"/>
                <a:gd name="connsiteY0" fmla="*/ 830 h 147130"/>
                <a:gd name="connsiteX1" fmla="*/ 171009 w 171701"/>
                <a:gd name="connsiteY1" fmla="*/ 66970 h 147130"/>
                <a:gd name="connsiteX2" fmla="*/ 65538 w 171701"/>
                <a:gd name="connsiteY2" fmla="*/ 146985 h 147130"/>
                <a:gd name="connsiteX3" fmla="*/ 397 w 171701"/>
                <a:gd name="connsiteY3" fmla="*/ 120764 h 147130"/>
                <a:gd name="connsiteX4" fmla="*/ 397 w 171701"/>
                <a:gd name="connsiteY4" fmla="*/ 117884 h 147130"/>
                <a:gd name="connsiteX5" fmla="*/ 1161 w 171701"/>
                <a:gd name="connsiteY5" fmla="*/ 117119 h 147130"/>
                <a:gd name="connsiteX6" fmla="*/ 9274 w 171701"/>
                <a:gd name="connsiteY6" fmla="*/ 113357 h 147130"/>
                <a:gd name="connsiteX7" fmla="*/ 92347 w 171701"/>
                <a:gd name="connsiteY7" fmla="*/ 44453 h 147130"/>
                <a:gd name="connsiteX8" fmla="*/ 136793 w 171701"/>
                <a:gd name="connsiteY8" fmla="*/ 830 h 147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701" h="147130">
                  <a:moveTo>
                    <a:pt x="136793" y="830"/>
                  </a:moveTo>
                  <a:cubicBezTo>
                    <a:pt x="169716" y="-7166"/>
                    <a:pt x="173714" y="44688"/>
                    <a:pt x="171009" y="66970"/>
                  </a:cubicBezTo>
                  <a:cubicBezTo>
                    <a:pt x="163543" y="120353"/>
                    <a:pt x="117098" y="149455"/>
                    <a:pt x="65538" y="146985"/>
                  </a:cubicBezTo>
                  <a:cubicBezTo>
                    <a:pt x="51193" y="147867"/>
                    <a:pt x="-1073" y="139637"/>
                    <a:pt x="397" y="120764"/>
                  </a:cubicBezTo>
                  <a:cubicBezTo>
                    <a:pt x="-132" y="119883"/>
                    <a:pt x="-132" y="118766"/>
                    <a:pt x="397" y="117884"/>
                  </a:cubicBezTo>
                  <a:cubicBezTo>
                    <a:pt x="573" y="117531"/>
                    <a:pt x="867" y="117296"/>
                    <a:pt x="1161" y="117119"/>
                  </a:cubicBezTo>
                  <a:cubicBezTo>
                    <a:pt x="1984" y="113945"/>
                    <a:pt x="6511" y="110594"/>
                    <a:pt x="9274" y="113357"/>
                  </a:cubicBezTo>
                  <a:cubicBezTo>
                    <a:pt x="40434" y="94896"/>
                    <a:pt x="67125" y="70027"/>
                    <a:pt x="92347" y="44453"/>
                  </a:cubicBezTo>
                  <a:cubicBezTo>
                    <a:pt x="107221" y="30226"/>
                    <a:pt x="118744" y="11001"/>
                    <a:pt x="136793" y="830"/>
                  </a:cubicBezTo>
                  <a:close/>
                </a:path>
              </a:pathLst>
            </a:custGeom>
            <a:solidFill>
              <a:srgbClr val="99C4A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="" xmlns:a16="http://schemas.microsoft.com/office/drawing/2014/main" id="{4509D80A-B742-EC50-61A8-6DDA7DA22A97}"/>
                </a:ext>
              </a:extLst>
            </p:cNvPr>
            <p:cNvSpPr/>
            <p:nvPr/>
          </p:nvSpPr>
          <p:spPr>
            <a:xfrm>
              <a:off x="7841700" y="5677431"/>
              <a:ext cx="198095" cy="340851"/>
            </a:xfrm>
            <a:custGeom>
              <a:avLst/>
              <a:gdLst>
                <a:gd name="connsiteX0" fmla="*/ 198005 w 198095"/>
                <a:gd name="connsiteY0" fmla="*/ 192307 h 340851"/>
                <a:gd name="connsiteX1" fmla="*/ 176840 w 198095"/>
                <a:gd name="connsiteY1" fmla="*/ 242573 h 340851"/>
                <a:gd name="connsiteX2" fmla="*/ 135510 w 198095"/>
                <a:gd name="connsiteY2" fmla="*/ 288666 h 340851"/>
                <a:gd name="connsiteX3" fmla="*/ 45030 w 198095"/>
                <a:gd name="connsiteY3" fmla="*/ 340814 h 340851"/>
                <a:gd name="connsiteX4" fmla="*/ 4170 w 198095"/>
                <a:gd name="connsiteY4" fmla="*/ 278495 h 340851"/>
                <a:gd name="connsiteX5" fmla="*/ 28157 w 198095"/>
                <a:gd name="connsiteY5" fmla="*/ 211649 h 340851"/>
                <a:gd name="connsiteX6" fmla="*/ 72779 w 198095"/>
                <a:gd name="connsiteY6" fmla="*/ 155974 h 340851"/>
                <a:gd name="connsiteX7" fmla="*/ 100059 w 198095"/>
                <a:gd name="connsiteY7" fmla="*/ 139159 h 340851"/>
                <a:gd name="connsiteX8" fmla="*/ 52496 w 198095"/>
                <a:gd name="connsiteY8" fmla="*/ 115643 h 340851"/>
                <a:gd name="connsiteX9" fmla="*/ 3288 w 198095"/>
                <a:gd name="connsiteY9" fmla="*/ 52912 h 340851"/>
                <a:gd name="connsiteX10" fmla="*/ 18103 w 198095"/>
                <a:gd name="connsiteY10" fmla="*/ 0 h 340851"/>
                <a:gd name="connsiteX11" fmla="*/ 125221 w 198095"/>
                <a:gd name="connsiteY11" fmla="*/ 124461 h 340851"/>
                <a:gd name="connsiteX12" fmla="*/ 124046 w 198095"/>
                <a:gd name="connsiteY12" fmla="*/ 134515 h 340851"/>
                <a:gd name="connsiteX13" fmla="*/ 198005 w 198095"/>
                <a:gd name="connsiteY13" fmla="*/ 192365 h 340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8095" h="340851">
                  <a:moveTo>
                    <a:pt x="198005" y="192307"/>
                  </a:moveTo>
                  <a:cubicBezTo>
                    <a:pt x="199181" y="211296"/>
                    <a:pt x="188716" y="228581"/>
                    <a:pt x="176840" y="242573"/>
                  </a:cubicBezTo>
                  <a:cubicBezTo>
                    <a:pt x="163730" y="258447"/>
                    <a:pt x="150267" y="274203"/>
                    <a:pt x="135510" y="288666"/>
                  </a:cubicBezTo>
                  <a:cubicBezTo>
                    <a:pt x="110641" y="313006"/>
                    <a:pt x="82598" y="342048"/>
                    <a:pt x="45030" y="340814"/>
                  </a:cubicBezTo>
                  <a:cubicBezTo>
                    <a:pt x="14870" y="338462"/>
                    <a:pt x="5111" y="304010"/>
                    <a:pt x="4170" y="278495"/>
                  </a:cubicBezTo>
                  <a:cubicBezTo>
                    <a:pt x="3229" y="253920"/>
                    <a:pt x="15046" y="231638"/>
                    <a:pt x="28157" y="211649"/>
                  </a:cubicBezTo>
                  <a:cubicBezTo>
                    <a:pt x="40856" y="192248"/>
                    <a:pt x="53907" y="169966"/>
                    <a:pt x="72779" y="155974"/>
                  </a:cubicBezTo>
                  <a:cubicBezTo>
                    <a:pt x="76542" y="153210"/>
                    <a:pt x="95355" y="137454"/>
                    <a:pt x="100059" y="139159"/>
                  </a:cubicBezTo>
                  <a:cubicBezTo>
                    <a:pt x="83480" y="133163"/>
                    <a:pt x="68017" y="123873"/>
                    <a:pt x="52496" y="115643"/>
                  </a:cubicBezTo>
                  <a:cubicBezTo>
                    <a:pt x="27334" y="103414"/>
                    <a:pt x="6874" y="81426"/>
                    <a:pt x="3288" y="52912"/>
                  </a:cubicBezTo>
                  <a:cubicBezTo>
                    <a:pt x="-239" y="35157"/>
                    <a:pt x="-6119" y="4644"/>
                    <a:pt x="18103" y="0"/>
                  </a:cubicBezTo>
                  <a:cubicBezTo>
                    <a:pt x="79129" y="1176"/>
                    <a:pt x="129984" y="64906"/>
                    <a:pt x="125221" y="124461"/>
                  </a:cubicBezTo>
                  <a:cubicBezTo>
                    <a:pt x="125104" y="126931"/>
                    <a:pt x="124869" y="130987"/>
                    <a:pt x="124046" y="134515"/>
                  </a:cubicBezTo>
                  <a:cubicBezTo>
                    <a:pt x="157204" y="134985"/>
                    <a:pt x="194948" y="159266"/>
                    <a:pt x="198005" y="192365"/>
                  </a:cubicBezTo>
                  <a:close/>
                </a:path>
              </a:pathLst>
            </a:custGeom>
            <a:solidFill>
              <a:srgbClr val="83AA9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="" xmlns:a16="http://schemas.microsoft.com/office/drawing/2014/main" id="{27EE3009-66EA-C1AB-A89F-F5FB7488CED5}"/>
                </a:ext>
              </a:extLst>
            </p:cNvPr>
            <p:cNvSpPr/>
            <p:nvPr/>
          </p:nvSpPr>
          <p:spPr>
            <a:xfrm>
              <a:off x="7924085" y="5638884"/>
              <a:ext cx="103819" cy="158800"/>
            </a:xfrm>
            <a:custGeom>
              <a:avLst/>
              <a:gdLst>
                <a:gd name="connsiteX0" fmla="*/ 91809 w 103819"/>
                <a:gd name="connsiteY0" fmla="*/ 25142 h 158800"/>
                <a:gd name="connsiteX1" fmla="*/ 91633 w 103819"/>
                <a:gd name="connsiteY1" fmla="*/ 129027 h 158800"/>
                <a:gd name="connsiteX2" fmla="*/ 33782 w 103819"/>
                <a:gd name="connsiteY2" fmla="*/ 158070 h 158800"/>
                <a:gd name="connsiteX3" fmla="*/ 36 w 103819"/>
                <a:gd name="connsiteY3" fmla="*/ 111389 h 158800"/>
                <a:gd name="connsiteX4" fmla="*/ 2094 w 103819"/>
                <a:gd name="connsiteY4" fmla="*/ 108685 h 158800"/>
                <a:gd name="connsiteX5" fmla="*/ 55065 w 103819"/>
                <a:gd name="connsiteY5" fmla="*/ 3331 h 158800"/>
                <a:gd name="connsiteX6" fmla="*/ 91809 w 103819"/>
                <a:gd name="connsiteY6" fmla="*/ 25201 h 15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819" h="158800">
                  <a:moveTo>
                    <a:pt x="91809" y="25142"/>
                  </a:moveTo>
                  <a:cubicBezTo>
                    <a:pt x="104273" y="57125"/>
                    <a:pt x="111093" y="98573"/>
                    <a:pt x="91633" y="129027"/>
                  </a:cubicBezTo>
                  <a:cubicBezTo>
                    <a:pt x="78875" y="146194"/>
                    <a:pt x="55947" y="162479"/>
                    <a:pt x="33782" y="158070"/>
                  </a:cubicBezTo>
                  <a:cubicBezTo>
                    <a:pt x="13617" y="150780"/>
                    <a:pt x="1036" y="132554"/>
                    <a:pt x="36" y="111389"/>
                  </a:cubicBezTo>
                  <a:cubicBezTo>
                    <a:pt x="-199" y="110155"/>
                    <a:pt x="742" y="108626"/>
                    <a:pt x="2094" y="108685"/>
                  </a:cubicBezTo>
                  <a:cubicBezTo>
                    <a:pt x="-5020" y="66825"/>
                    <a:pt x="21789" y="26377"/>
                    <a:pt x="55065" y="3331"/>
                  </a:cubicBezTo>
                  <a:cubicBezTo>
                    <a:pt x="70939" y="-7781"/>
                    <a:pt x="86518" y="11326"/>
                    <a:pt x="91809" y="25201"/>
                  </a:cubicBezTo>
                  <a:close/>
                </a:path>
              </a:pathLst>
            </a:custGeom>
            <a:solidFill>
              <a:srgbClr val="62997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="" xmlns:a16="http://schemas.microsoft.com/office/drawing/2014/main" id="{8FC9E7B5-21B6-1BFB-3078-D686CF9BA82B}"/>
                </a:ext>
              </a:extLst>
            </p:cNvPr>
            <p:cNvSpPr/>
            <p:nvPr/>
          </p:nvSpPr>
          <p:spPr>
            <a:xfrm>
              <a:off x="7932544" y="5762311"/>
              <a:ext cx="151612" cy="98554"/>
            </a:xfrm>
            <a:custGeom>
              <a:avLst/>
              <a:gdLst>
                <a:gd name="connsiteX0" fmla="*/ 130442 w 151612"/>
                <a:gd name="connsiteY0" fmla="*/ 26118 h 98554"/>
                <a:gd name="connsiteX1" fmla="*/ 151430 w 151612"/>
                <a:gd name="connsiteY1" fmla="*/ 57160 h 98554"/>
                <a:gd name="connsiteX2" fmla="*/ 59775 w 151612"/>
                <a:gd name="connsiteY2" fmla="*/ 98432 h 98554"/>
                <a:gd name="connsiteX3" fmla="*/ 9861 w 151612"/>
                <a:gd name="connsiteY3" fmla="*/ 20886 h 98554"/>
                <a:gd name="connsiteX4" fmla="*/ 57423 w 151612"/>
                <a:gd name="connsiteY4" fmla="*/ 191 h 98554"/>
                <a:gd name="connsiteX5" fmla="*/ 130501 w 151612"/>
                <a:gd name="connsiteY5" fmla="*/ 26177 h 98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1612" h="98554">
                  <a:moveTo>
                    <a:pt x="130442" y="26118"/>
                  </a:moveTo>
                  <a:cubicBezTo>
                    <a:pt x="141024" y="32997"/>
                    <a:pt x="153253" y="43168"/>
                    <a:pt x="151430" y="57160"/>
                  </a:cubicBezTo>
                  <a:cubicBezTo>
                    <a:pt x="143552" y="81617"/>
                    <a:pt x="83820" y="100254"/>
                    <a:pt x="59775" y="98432"/>
                  </a:cubicBezTo>
                  <a:cubicBezTo>
                    <a:pt x="16739" y="99373"/>
                    <a:pt x="-17654" y="60453"/>
                    <a:pt x="9861" y="20886"/>
                  </a:cubicBezTo>
                  <a:cubicBezTo>
                    <a:pt x="22324" y="4542"/>
                    <a:pt x="36846" y="-1161"/>
                    <a:pt x="57423" y="191"/>
                  </a:cubicBezTo>
                  <a:cubicBezTo>
                    <a:pt x="83879" y="1896"/>
                    <a:pt x="108395" y="11891"/>
                    <a:pt x="130501" y="26177"/>
                  </a:cubicBezTo>
                  <a:close/>
                </a:path>
              </a:pathLst>
            </a:custGeom>
            <a:solidFill>
              <a:srgbClr val="99C4A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252" name="Graphic 1187">
              <a:extLst>
                <a:ext uri="{FF2B5EF4-FFF2-40B4-BE49-F238E27FC236}">
                  <a16:creationId xmlns="" xmlns:a16="http://schemas.microsoft.com/office/drawing/2014/main" id="{52172DD9-3F84-C9EE-F2D1-6FCCE701ACD3}"/>
                </a:ext>
              </a:extLst>
            </p:cNvPr>
            <p:cNvGrpSpPr/>
            <p:nvPr/>
          </p:nvGrpSpPr>
          <p:grpSpPr>
            <a:xfrm>
              <a:off x="9495119" y="5739353"/>
              <a:ext cx="47127" cy="39738"/>
              <a:chOff x="9495119" y="5739353"/>
              <a:chExt cx="47127" cy="39738"/>
            </a:xfrm>
            <a:solidFill>
              <a:srgbClr val="648E33"/>
            </a:solidFill>
          </p:grpSpPr>
          <p:sp>
            <p:nvSpPr>
              <p:cNvPr id="1253" name="Freeform: Shape 1252">
                <a:extLst>
                  <a:ext uri="{FF2B5EF4-FFF2-40B4-BE49-F238E27FC236}">
                    <a16:creationId xmlns="" xmlns:a16="http://schemas.microsoft.com/office/drawing/2014/main" id="{FFBA40EF-D38E-0D96-97C3-3EF087A24CE0}"/>
                  </a:ext>
                </a:extLst>
              </p:cNvPr>
              <p:cNvSpPr/>
              <p:nvPr/>
            </p:nvSpPr>
            <p:spPr>
              <a:xfrm>
                <a:off x="9495119" y="5739353"/>
                <a:ext cx="23340" cy="39738"/>
              </a:xfrm>
              <a:custGeom>
                <a:avLst/>
                <a:gdLst>
                  <a:gd name="connsiteX0" fmla="*/ 23190 w 23340"/>
                  <a:gd name="connsiteY0" fmla="*/ 36436 h 39738"/>
                  <a:gd name="connsiteX1" fmla="*/ 22778 w 23340"/>
                  <a:gd name="connsiteY1" fmla="*/ 30733 h 39738"/>
                  <a:gd name="connsiteX2" fmla="*/ 21485 w 23340"/>
                  <a:gd name="connsiteY2" fmla="*/ 25383 h 39738"/>
                  <a:gd name="connsiteX3" fmla="*/ 16782 w 23340"/>
                  <a:gd name="connsiteY3" fmla="*/ 14859 h 39738"/>
                  <a:gd name="connsiteX4" fmla="*/ 10197 w 23340"/>
                  <a:gd name="connsiteY4" fmla="*/ 5982 h 39738"/>
                  <a:gd name="connsiteX5" fmla="*/ 1143 w 23340"/>
                  <a:gd name="connsiteY5" fmla="*/ 44 h 39738"/>
                  <a:gd name="connsiteX6" fmla="*/ 85 w 23340"/>
                  <a:gd name="connsiteY6" fmla="*/ 1161 h 39738"/>
                  <a:gd name="connsiteX7" fmla="*/ 5847 w 23340"/>
                  <a:gd name="connsiteY7" fmla="*/ 9215 h 39738"/>
                  <a:gd name="connsiteX8" fmla="*/ 11255 w 23340"/>
                  <a:gd name="connsiteY8" fmla="*/ 17975 h 39738"/>
                  <a:gd name="connsiteX9" fmla="*/ 14548 w 23340"/>
                  <a:gd name="connsiteY9" fmla="*/ 27558 h 39738"/>
                  <a:gd name="connsiteX10" fmla="*/ 16370 w 23340"/>
                  <a:gd name="connsiteY10" fmla="*/ 37964 h 39738"/>
                  <a:gd name="connsiteX11" fmla="*/ 20133 w 23340"/>
                  <a:gd name="connsiteY11" fmla="*/ 39669 h 39738"/>
                  <a:gd name="connsiteX12" fmla="*/ 23131 w 23340"/>
                  <a:gd name="connsiteY12" fmla="*/ 36494 h 39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340" h="39738">
                    <a:moveTo>
                      <a:pt x="23190" y="36436"/>
                    </a:moveTo>
                    <a:cubicBezTo>
                      <a:pt x="23601" y="34613"/>
                      <a:pt x="23072" y="32497"/>
                      <a:pt x="22778" y="30733"/>
                    </a:cubicBezTo>
                    <a:cubicBezTo>
                      <a:pt x="22484" y="28910"/>
                      <a:pt x="22014" y="27146"/>
                      <a:pt x="21485" y="25383"/>
                    </a:cubicBezTo>
                    <a:cubicBezTo>
                      <a:pt x="20368" y="21620"/>
                      <a:pt x="18898" y="18210"/>
                      <a:pt x="16782" y="14859"/>
                    </a:cubicBezTo>
                    <a:cubicBezTo>
                      <a:pt x="14783" y="11743"/>
                      <a:pt x="12784" y="8686"/>
                      <a:pt x="10197" y="5982"/>
                    </a:cubicBezTo>
                    <a:cubicBezTo>
                      <a:pt x="7551" y="3218"/>
                      <a:pt x="4847" y="1337"/>
                      <a:pt x="1143" y="44"/>
                    </a:cubicBezTo>
                    <a:cubicBezTo>
                      <a:pt x="555" y="-191"/>
                      <a:pt x="-268" y="573"/>
                      <a:pt x="85" y="1161"/>
                    </a:cubicBezTo>
                    <a:cubicBezTo>
                      <a:pt x="1907" y="3983"/>
                      <a:pt x="3848" y="6569"/>
                      <a:pt x="5847" y="9215"/>
                    </a:cubicBezTo>
                    <a:cubicBezTo>
                      <a:pt x="7904" y="11920"/>
                      <a:pt x="9903" y="14800"/>
                      <a:pt x="11255" y="17975"/>
                    </a:cubicBezTo>
                    <a:cubicBezTo>
                      <a:pt x="12549" y="21032"/>
                      <a:pt x="13725" y="24325"/>
                      <a:pt x="14548" y="27558"/>
                    </a:cubicBezTo>
                    <a:cubicBezTo>
                      <a:pt x="15371" y="30968"/>
                      <a:pt x="15253" y="34731"/>
                      <a:pt x="16370" y="37964"/>
                    </a:cubicBezTo>
                    <a:cubicBezTo>
                      <a:pt x="16841" y="39316"/>
                      <a:pt x="18722" y="39963"/>
                      <a:pt x="20133" y="39669"/>
                    </a:cubicBezTo>
                    <a:cubicBezTo>
                      <a:pt x="21779" y="39316"/>
                      <a:pt x="22778" y="38023"/>
                      <a:pt x="23131" y="36494"/>
                    </a:cubicBezTo>
                    <a:close/>
                  </a:path>
                </a:pathLst>
              </a:custGeom>
              <a:solidFill>
                <a:srgbClr val="648E3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="" xmlns:a16="http://schemas.microsoft.com/office/drawing/2014/main" id="{02F8FFEF-A1EC-DF6E-61BE-F1CE0A4B673E}"/>
                  </a:ext>
                </a:extLst>
              </p:cNvPr>
              <p:cNvSpPr/>
              <p:nvPr/>
            </p:nvSpPr>
            <p:spPr>
              <a:xfrm>
                <a:off x="9512537" y="5753071"/>
                <a:ext cx="27223" cy="25629"/>
              </a:xfrm>
              <a:custGeom>
                <a:avLst/>
                <a:gdLst>
                  <a:gd name="connsiteX0" fmla="*/ 5301 w 27223"/>
                  <a:gd name="connsiteY0" fmla="*/ 24364 h 25629"/>
                  <a:gd name="connsiteX1" fmla="*/ 15649 w 27223"/>
                  <a:gd name="connsiteY1" fmla="*/ 12312 h 25629"/>
                  <a:gd name="connsiteX2" fmla="*/ 27054 w 27223"/>
                  <a:gd name="connsiteY2" fmla="*/ 1259 h 25629"/>
                  <a:gd name="connsiteX3" fmla="*/ 26231 w 27223"/>
                  <a:gd name="connsiteY3" fmla="*/ 24 h 25629"/>
                  <a:gd name="connsiteX4" fmla="*/ 11945 w 27223"/>
                  <a:gd name="connsiteY4" fmla="*/ 8667 h 25629"/>
                  <a:gd name="connsiteX5" fmla="*/ 539 w 27223"/>
                  <a:gd name="connsiteY5" fmla="*/ 21424 h 25629"/>
                  <a:gd name="connsiteX6" fmla="*/ 5301 w 27223"/>
                  <a:gd name="connsiteY6" fmla="*/ 24364 h 25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223" h="25629">
                    <a:moveTo>
                      <a:pt x="5301" y="24364"/>
                    </a:moveTo>
                    <a:cubicBezTo>
                      <a:pt x="8417" y="20131"/>
                      <a:pt x="11827" y="16016"/>
                      <a:pt x="15649" y="12312"/>
                    </a:cubicBezTo>
                    <a:cubicBezTo>
                      <a:pt x="19411" y="8725"/>
                      <a:pt x="23821" y="5374"/>
                      <a:pt x="27054" y="1259"/>
                    </a:cubicBezTo>
                    <a:cubicBezTo>
                      <a:pt x="27525" y="671"/>
                      <a:pt x="26937" y="-152"/>
                      <a:pt x="26231" y="24"/>
                    </a:cubicBezTo>
                    <a:cubicBezTo>
                      <a:pt x="20764" y="1259"/>
                      <a:pt x="16001" y="4963"/>
                      <a:pt x="11945" y="8667"/>
                    </a:cubicBezTo>
                    <a:cubicBezTo>
                      <a:pt x="7712" y="12547"/>
                      <a:pt x="3773" y="16780"/>
                      <a:pt x="539" y="21424"/>
                    </a:cubicBezTo>
                    <a:cubicBezTo>
                      <a:pt x="-1577" y="24482"/>
                      <a:pt x="3067" y="27362"/>
                      <a:pt x="5301" y="24364"/>
                    </a:cubicBezTo>
                    <a:close/>
                  </a:path>
                </a:pathLst>
              </a:custGeom>
              <a:solidFill>
                <a:srgbClr val="648E3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="" xmlns:a16="http://schemas.microsoft.com/office/drawing/2014/main" id="{3F5A15A2-5D38-BD13-4819-5779FD6DE05C}"/>
                  </a:ext>
                </a:extLst>
              </p:cNvPr>
              <p:cNvSpPr/>
              <p:nvPr/>
            </p:nvSpPr>
            <p:spPr>
              <a:xfrm>
                <a:off x="9512038" y="5770466"/>
                <a:ext cx="30208" cy="8611"/>
              </a:xfrm>
              <a:custGeom>
                <a:avLst/>
                <a:gdLst>
                  <a:gd name="connsiteX0" fmla="*/ 30139 w 30208"/>
                  <a:gd name="connsiteY0" fmla="*/ 5676 h 8611"/>
                  <a:gd name="connsiteX1" fmla="*/ 24554 w 30208"/>
                  <a:gd name="connsiteY1" fmla="*/ 1913 h 8611"/>
                  <a:gd name="connsiteX2" fmla="*/ 17264 w 30208"/>
                  <a:gd name="connsiteY2" fmla="*/ 91 h 8611"/>
                  <a:gd name="connsiteX3" fmla="*/ 1861 w 30208"/>
                  <a:gd name="connsiteY3" fmla="*/ 2913 h 8611"/>
                  <a:gd name="connsiteX4" fmla="*/ 273 w 30208"/>
                  <a:gd name="connsiteY4" fmla="*/ 7028 h 8611"/>
                  <a:gd name="connsiteX5" fmla="*/ 4506 w 30208"/>
                  <a:gd name="connsiteY5" fmla="*/ 8263 h 8611"/>
                  <a:gd name="connsiteX6" fmla="*/ 10444 w 30208"/>
                  <a:gd name="connsiteY6" fmla="*/ 6146 h 8611"/>
                  <a:gd name="connsiteX7" fmla="*/ 16735 w 30208"/>
                  <a:gd name="connsiteY7" fmla="*/ 5205 h 8611"/>
                  <a:gd name="connsiteX8" fmla="*/ 23202 w 30208"/>
                  <a:gd name="connsiteY8" fmla="*/ 5382 h 8611"/>
                  <a:gd name="connsiteX9" fmla="*/ 29552 w 30208"/>
                  <a:gd name="connsiteY9" fmla="*/ 6440 h 8611"/>
                  <a:gd name="connsiteX10" fmla="*/ 30139 w 30208"/>
                  <a:gd name="connsiteY10" fmla="*/ 5617 h 8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0208" h="8611">
                    <a:moveTo>
                      <a:pt x="30139" y="5676"/>
                    </a:moveTo>
                    <a:cubicBezTo>
                      <a:pt x="28964" y="3853"/>
                      <a:pt x="26612" y="2736"/>
                      <a:pt x="24554" y="1913"/>
                    </a:cubicBezTo>
                    <a:cubicBezTo>
                      <a:pt x="22261" y="972"/>
                      <a:pt x="19792" y="326"/>
                      <a:pt x="17264" y="91"/>
                    </a:cubicBezTo>
                    <a:cubicBezTo>
                      <a:pt x="11973" y="-321"/>
                      <a:pt x="6741" y="678"/>
                      <a:pt x="1861" y="2913"/>
                    </a:cubicBezTo>
                    <a:cubicBezTo>
                      <a:pt x="273" y="3618"/>
                      <a:pt x="-432" y="5617"/>
                      <a:pt x="273" y="7028"/>
                    </a:cubicBezTo>
                    <a:cubicBezTo>
                      <a:pt x="979" y="8498"/>
                      <a:pt x="2919" y="9027"/>
                      <a:pt x="4506" y="8263"/>
                    </a:cubicBezTo>
                    <a:cubicBezTo>
                      <a:pt x="6682" y="7204"/>
                      <a:pt x="8210" y="6675"/>
                      <a:pt x="10444" y="6146"/>
                    </a:cubicBezTo>
                    <a:cubicBezTo>
                      <a:pt x="12561" y="5676"/>
                      <a:pt x="14677" y="5264"/>
                      <a:pt x="16735" y="5205"/>
                    </a:cubicBezTo>
                    <a:cubicBezTo>
                      <a:pt x="18910" y="5147"/>
                      <a:pt x="21086" y="5147"/>
                      <a:pt x="23202" y="5382"/>
                    </a:cubicBezTo>
                    <a:cubicBezTo>
                      <a:pt x="25319" y="5617"/>
                      <a:pt x="27435" y="6440"/>
                      <a:pt x="29552" y="6440"/>
                    </a:cubicBezTo>
                    <a:cubicBezTo>
                      <a:pt x="29963" y="6440"/>
                      <a:pt x="30375" y="5970"/>
                      <a:pt x="30139" y="5617"/>
                    </a:cubicBezTo>
                    <a:close/>
                  </a:path>
                </a:pathLst>
              </a:custGeom>
              <a:solidFill>
                <a:srgbClr val="648E3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256" name="Freeform: Shape 1255">
              <a:extLst>
                <a:ext uri="{FF2B5EF4-FFF2-40B4-BE49-F238E27FC236}">
                  <a16:creationId xmlns="" xmlns:a16="http://schemas.microsoft.com/office/drawing/2014/main" id="{724503E3-83E9-03A8-101B-0CC3921A5C3C}"/>
                </a:ext>
              </a:extLst>
            </p:cNvPr>
            <p:cNvSpPr/>
            <p:nvPr/>
          </p:nvSpPr>
          <p:spPr>
            <a:xfrm>
              <a:off x="9427160" y="5617160"/>
              <a:ext cx="51366" cy="14988"/>
            </a:xfrm>
            <a:custGeom>
              <a:avLst/>
              <a:gdLst>
                <a:gd name="connsiteX0" fmla="*/ 49525 w 51366"/>
                <a:gd name="connsiteY0" fmla="*/ 8475 h 14988"/>
                <a:gd name="connsiteX1" fmla="*/ 25067 w 51366"/>
                <a:gd name="connsiteY1" fmla="*/ 1244 h 14988"/>
                <a:gd name="connsiteX2" fmla="*/ 12662 w 51366"/>
                <a:gd name="connsiteY2" fmla="*/ 68 h 14988"/>
                <a:gd name="connsiteX3" fmla="*/ 6725 w 51366"/>
                <a:gd name="connsiteY3" fmla="*/ 68 h 14988"/>
                <a:gd name="connsiteX4" fmla="*/ 551 w 51366"/>
                <a:gd name="connsiteY4" fmla="*/ 656 h 14988"/>
                <a:gd name="connsiteX5" fmla="*/ 551 w 51366"/>
                <a:gd name="connsiteY5" fmla="*/ 2184 h 14988"/>
                <a:gd name="connsiteX6" fmla="*/ 5901 w 51366"/>
                <a:gd name="connsiteY6" fmla="*/ 2655 h 14988"/>
                <a:gd name="connsiteX7" fmla="*/ 11839 w 51366"/>
                <a:gd name="connsiteY7" fmla="*/ 3184 h 14988"/>
                <a:gd name="connsiteX8" fmla="*/ 23892 w 51366"/>
                <a:gd name="connsiteY8" fmla="*/ 5594 h 14988"/>
                <a:gd name="connsiteX9" fmla="*/ 35356 w 51366"/>
                <a:gd name="connsiteY9" fmla="*/ 9357 h 14988"/>
                <a:gd name="connsiteX10" fmla="*/ 45997 w 51366"/>
                <a:gd name="connsiteY10" fmla="*/ 14589 h 14988"/>
                <a:gd name="connsiteX11" fmla="*/ 49584 w 51366"/>
                <a:gd name="connsiteY11" fmla="*/ 8475 h 14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1366" h="14988">
                  <a:moveTo>
                    <a:pt x="49525" y="8475"/>
                  </a:moveTo>
                  <a:cubicBezTo>
                    <a:pt x="41999" y="4712"/>
                    <a:pt x="33298" y="2596"/>
                    <a:pt x="25067" y="1244"/>
                  </a:cubicBezTo>
                  <a:cubicBezTo>
                    <a:pt x="20952" y="538"/>
                    <a:pt x="16837" y="185"/>
                    <a:pt x="12662" y="68"/>
                  </a:cubicBezTo>
                  <a:cubicBezTo>
                    <a:pt x="10663" y="9"/>
                    <a:pt x="8665" y="-50"/>
                    <a:pt x="6725" y="68"/>
                  </a:cubicBezTo>
                  <a:cubicBezTo>
                    <a:pt x="4726" y="68"/>
                    <a:pt x="2433" y="-50"/>
                    <a:pt x="551" y="656"/>
                  </a:cubicBezTo>
                  <a:cubicBezTo>
                    <a:pt x="-154" y="950"/>
                    <a:pt x="-213" y="1890"/>
                    <a:pt x="551" y="2184"/>
                  </a:cubicBezTo>
                  <a:cubicBezTo>
                    <a:pt x="2256" y="2713"/>
                    <a:pt x="4138" y="2537"/>
                    <a:pt x="5901" y="2655"/>
                  </a:cubicBezTo>
                  <a:cubicBezTo>
                    <a:pt x="7900" y="2772"/>
                    <a:pt x="9899" y="2949"/>
                    <a:pt x="11839" y="3184"/>
                  </a:cubicBezTo>
                  <a:cubicBezTo>
                    <a:pt x="15896" y="3713"/>
                    <a:pt x="19953" y="4595"/>
                    <a:pt x="23892" y="5594"/>
                  </a:cubicBezTo>
                  <a:cubicBezTo>
                    <a:pt x="27772" y="6594"/>
                    <a:pt x="31652" y="7770"/>
                    <a:pt x="35356" y="9357"/>
                  </a:cubicBezTo>
                  <a:cubicBezTo>
                    <a:pt x="39001" y="10944"/>
                    <a:pt x="42470" y="12884"/>
                    <a:pt x="45997" y="14589"/>
                  </a:cubicBezTo>
                  <a:cubicBezTo>
                    <a:pt x="50054" y="16588"/>
                    <a:pt x="53640" y="10533"/>
                    <a:pt x="49584" y="8475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="" xmlns:a16="http://schemas.microsoft.com/office/drawing/2014/main" id="{B46EC7B5-0F5F-F82A-A9D1-74EEF35EF08A}"/>
                </a:ext>
              </a:extLst>
            </p:cNvPr>
            <p:cNvSpPr/>
            <p:nvPr/>
          </p:nvSpPr>
          <p:spPr>
            <a:xfrm>
              <a:off x="9475273" y="5600532"/>
              <a:ext cx="25973" cy="32374"/>
            </a:xfrm>
            <a:custGeom>
              <a:avLst/>
              <a:gdLst>
                <a:gd name="connsiteX0" fmla="*/ 25045 w 25973"/>
                <a:gd name="connsiteY0" fmla="*/ 0 h 32374"/>
                <a:gd name="connsiteX1" fmla="*/ 21224 w 25973"/>
                <a:gd name="connsiteY1" fmla="*/ 2469 h 32374"/>
                <a:gd name="connsiteX2" fmla="*/ 17814 w 25973"/>
                <a:gd name="connsiteY2" fmla="*/ 5938 h 32374"/>
                <a:gd name="connsiteX3" fmla="*/ 11229 w 25973"/>
                <a:gd name="connsiteY3" fmla="*/ 13110 h 32374"/>
                <a:gd name="connsiteX4" fmla="*/ 411 w 25973"/>
                <a:gd name="connsiteY4" fmla="*/ 27162 h 32374"/>
                <a:gd name="connsiteX5" fmla="*/ 1646 w 25973"/>
                <a:gd name="connsiteY5" fmla="*/ 31924 h 32374"/>
                <a:gd name="connsiteX6" fmla="*/ 6408 w 25973"/>
                <a:gd name="connsiteY6" fmla="*/ 30689 h 32374"/>
                <a:gd name="connsiteX7" fmla="*/ 15815 w 25973"/>
                <a:gd name="connsiteY7" fmla="*/ 16344 h 32374"/>
                <a:gd name="connsiteX8" fmla="*/ 21459 w 25973"/>
                <a:gd name="connsiteY8" fmla="*/ 8877 h 32374"/>
                <a:gd name="connsiteX9" fmla="*/ 24104 w 25973"/>
                <a:gd name="connsiteY9" fmla="*/ 5174 h 32374"/>
                <a:gd name="connsiteX10" fmla="*/ 25927 w 25973"/>
                <a:gd name="connsiteY10" fmla="*/ 823 h 32374"/>
                <a:gd name="connsiteX11" fmla="*/ 24986 w 25973"/>
                <a:gd name="connsiteY11" fmla="*/ 118 h 32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973" h="32374">
                  <a:moveTo>
                    <a:pt x="25045" y="0"/>
                  </a:moveTo>
                  <a:cubicBezTo>
                    <a:pt x="23752" y="823"/>
                    <a:pt x="22341" y="1411"/>
                    <a:pt x="21224" y="2469"/>
                  </a:cubicBezTo>
                  <a:cubicBezTo>
                    <a:pt x="19989" y="3527"/>
                    <a:pt x="18931" y="4762"/>
                    <a:pt x="17814" y="5938"/>
                  </a:cubicBezTo>
                  <a:cubicBezTo>
                    <a:pt x="15638" y="8290"/>
                    <a:pt x="13404" y="10700"/>
                    <a:pt x="11229" y="13110"/>
                  </a:cubicBezTo>
                  <a:cubicBezTo>
                    <a:pt x="7231" y="17461"/>
                    <a:pt x="3116" y="21812"/>
                    <a:pt x="411" y="27162"/>
                  </a:cubicBezTo>
                  <a:cubicBezTo>
                    <a:pt x="-412" y="28808"/>
                    <a:pt x="0" y="30924"/>
                    <a:pt x="1646" y="31924"/>
                  </a:cubicBezTo>
                  <a:cubicBezTo>
                    <a:pt x="3116" y="32806"/>
                    <a:pt x="5644" y="32394"/>
                    <a:pt x="6408" y="30689"/>
                  </a:cubicBezTo>
                  <a:cubicBezTo>
                    <a:pt x="8701" y="25398"/>
                    <a:pt x="12405" y="20930"/>
                    <a:pt x="15815" y="16344"/>
                  </a:cubicBezTo>
                  <a:cubicBezTo>
                    <a:pt x="17696" y="13875"/>
                    <a:pt x="19578" y="11347"/>
                    <a:pt x="21459" y="8877"/>
                  </a:cubicBezTo>
                  <a:cubicBezTo>
                    <a:pt x="22341" y="7643"/>
                    <a:pt x="23340" y="6467"/>
                    <a:pt x="24104" y="5174"/>
                  </a:cubicBezTo>
                  <a:cubicBezTo>
                    <a:pt x="24928" y="3821"/>
                    <a:pt x="25339" y="2293"/>
                    <a:pt x="25927" y="823"/>
                  </a:cubicBezTo>
                  <a:cubicBezTo>
                    <a:pt x="26162" y="294"/>
                    <a:pt x="25457" y="-176"/>
                    <a:pt x="24986" y="118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="" xmlns:a16="http://schemas.microsoft.com/office/drawing/2014/main" id="{922AB5FD-5EEF-9F7A-04A5-D8C8C388C5A2}"/>
                </a:ext>
              </a:extLst>
            </p:cNvPr>
            <p:cNvSpPr/>
            <p:nvPr/>
          </p:nvSpPr>
          <p:spPr>
            <a:xfrm>
              <a:off x="9449694" y="5625909"/>
              <a:ext cx="32286" cy="28714"/>
            </a:xfrm>
            <a:custGeom>
              <a:avLst/>
              <a:gdLst>
                <a:gd name="connsiteX0" fmla="*/ 32164 w 32286"/>
                <a:gd name="connsiteY0" fmla="*/ 2725 h 28714"/>
                <a:gd name="connsiteX1" fmla="*/ 27754 w 32286"/>
                <a:gd name="connsiteY1" fmla="*/ 197 h 28714"/>
                <a:gd name="connsiteX2" fmla="*/ 11528 w 32286"/>
                <a:gd name="connsiteY2" fmla="*/ 11426 h 28714"/>
                <a:gd name="connsiteX3" fmla="*/ 5002 w 32286"/>
                <a:gd name="connsiteY3" fmla="*/ 18129 h 28714"/>
                <a:gd name="connsiteX4" fmla="*/ 63 w 32286"/>
                <a:gd name="connsiteY4" fmla="*/ 26712 h 28714"/>
                <a:gd name="connsiteX5" fmla="*/ 3179 w 32286"/>
                <a:gd name="connsiteY5" fmla="*/ 27594 h 28714"/>
                <a:gd name="connsiteX6" fmla="*/ 8118 w 32286"/>
                <a:gd name="connsiteY6" fmla="*/ 20363 h 28714"/>
                <a:gd name="connsiteX7" fmla="*/ 14526 w 32286"/>
                <a:gd name="connsiteY7" fmla="*/ 14484 h 28714"/>
                <a:gd name="connsiteX8" fmla="*/ 21699 w 32286"/>
                <a:gd name="connsiteY8" fmla="*/ 10251 h 28714"/>
                <a:gd name="connsiteX9" fmla="*/ 29635 w 32286"/>
                <a:gd name="connsiteY9" fmla="*/ 7135 h 28714"/>
                <a:gd name="connsiteX10" fmla="*/ 32164 w 32286"/>
                <a:gd name="connsiteY10" fmla="*/ 2725 h 2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286" h="28714">
                  <a:moveTo>
                    <a:pt x="32164" y="2725"/>
                  </a:moveTo>
                  <a:cubicBezTo>
                    <a:pt x="31693" y="1020"/>
                    <a:pt x="29518" y="-567"/>
                    <a:pt x="27754" y="197"/>
                  </a:cubicBezTo>
                  <a:cubicBezTo>
                    <a:pt x="21581" y="2725"/>
                    <a:pt x="16466" y="7076"/>
                    <a:pt x="11528" y="11426"/>
                  </a:cubicBezTo>
                  <a:cubicBezTo>
                    <a:pt x="9176" y="13484"/>
                    <a:pt x="7001" y="15718"/>
                    <a:pt x="5002" y="18129"/>
                  </a:cubicBezTo>
                  <a:cubicBezTo>
                    <a:pt x="2885" y="20715"/>
                    <a:pt x="886" y="23420"/>
                    <a:pt x="63" y="26712"/>
                  </a:cubicBezTo>
                  <a:cubicBezTo>
                    <a:pt x="-466" y="28770"/>
                    <a:pt x="2474" y="29534"/>
                    <a:pt x="3179" y="27594"/>
                  </a:cubicBezTo>
                  <a:cubicBezTo>
                    <a:pt x="4179" y="24831"/>
                    <a:pt x="6178" y="22479"/>
                    <a:pt x="8118" y="20363"/>
                  </a:cubicBezTo>
                  <a:cubicBezTo>
                    <a:pt x="10117" y="18246"/>
                    <a:pt x="12233" y="16247"/>
                    <a:pt x="14526" y="14484"/>
                  </a:cubicBezTo>
                  <a:cubicBezTo>
                    <a:pt x="16760" y="12779"/>
                    <a:pt x="19288" y="11544"/>
                    <a:pt x="21699" y="10251"/>
                  </a:cubicBezTo>
                  <a:cubicBezTo>
                    <a:pt x="24168" y="8898"/>
                    <a:pt x="27049" y="8193"/>
                    <a:pt x="29635" y="7135"/>
                  </a:cubicBezTo>
                  <a:cubicBezTo>
                    <a:pt x="31458" y="6429"/>
                    <a:pt x="32693" y="4724"/>
                    <a:pt x="32164" y="2725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="" xmlns:a16="http://schemas.microsoft.com/office/drawing/2014/main" id="{693D0AD1-ABE9-6D5D-1E64-A1C4C9E139F3}"/>
                </a:ext>
              </a:extLst>
            </p:cNvPr>
            <p:cNvSpPr/>
            <p:nvPr/>
          </p:nvSpPr>
          <p:spPr>
            <a:xfrm>
              <a:off x="9316667" y="5683472"/>
              <a:ext cx="51124" cy="29602"/>
            </a:xfrm>
            <a:custGeom>
              <a:avLst/>
              <a:gdLst>
                <a:gd name="connsiteX0" fmla="*/ 51077 w 51124"/>
                <a:gd name="connsiteY0" fmla="*/ 603 h 29602"/>
                <a:gd name="connsiteX1" fmla="*/ 42434 w 51124"/>
                <a:gd name="connsiteY1" fmla="*/ 2308 h 29602"/>
                <a:gd name="connsiteX2" fmla="*/ 35085 w 51124"/>
                <a:gd name="connsiteY2" fmla="*/ 8245 h 29602"/>
                <a:gd name="connsiteX3" fmla="*/ 26737 w 51124"/>
                <a:gd name="connsiteY3" fmla="*/ 23414 h 29602"/>
                <a:gd name="connsiteX4" fmla="*/ 163 w 51124"/>
                <a:gd name="connsiteY4" fmla="*/ 20180 h 29602"/>
                <a:gd name="connsiteX5" fmla="*/ 398 w 51124"/>
                <a:gd name="connsiteY5" fmla="*/ 21180 h 29602"/>
                <a:gd name="connsiteX6" fmla="*/ 14097 w 51124"/>
                <a:gd name="connsiteY6" fmla="*/ 21591 h 29602"/>
                <a:gd name="connsiteX7" fmla="*/ 26208 w 51124"/>
                <a:gd name="connsiteY7" fmla="*/ 28940 h 29602"/>
                <a:gd name="connsiteX8" fmla="*/ 30264 w 51124"/>
                <a:gd name="connsiteY8" fmla="*/ 27882 h 29602"/>
                <a:gd name="connsiteX9" fmla="*/ 38672 w 51124"/>
                <a:gd name="connsiteY9" fmla="*/ 11773 h 29602"/>
                <a:gd name="connsiteX10" fmla="*/ 51077 w 51124"/>
                <a:gd name="connsiteY10" fmla="*/ 544 h 29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1124" h="29602">
                  <a:moveTo>
                    <a:pt x="51077" y="603"/>
                  </a:moveTo>
                  <a:cubicBezTo>
                    <a:pt x="48607" y="-1044"/>
                    <a:pt x="44727" y="1073"/>
                    <a:pt x="42434" y="2308"/>
                  </a:cubicBezTo>
                  <a:cubicBezTo>
                    <a:pt x="39671" y="3836"/>
                    <a:pt x="37202" y="5894"/>
                    <a:pt x="35085" y="8245"/>
                  </a:cubicBezTo>
                  <a:cubicBezTo>
                    <a:pt x="31205" y="12655"/>
                    <a:pt x="28736" y="17946"/>
                    <a:pt x="26737" y="23414"/>
                  </a:cubicBezTo>
                  <a:cubicBezTo>
                    <a:pt x="18977" y="17946"/>
                    <a:pt x="8453" y="13125"/>
                    <a:pt x="163" y="20180"/>
                  </a:cubicBezTo>
                  <a:cubicBezTo>
                    <a:pt x="-131" y="20474"/>
                    <a:pt x="-13" y="21121"/>
                    <a:pt x="398" y="21180"/>
                  </a:cubicBezTo>
                  <a:cubicBezTo>
                    <a:pt x="5043" y="21885"/>
                    <a:pt x="9511" y="20239"/>
                    <a:pt x="14097" y="21591"/>
                  </a:cubicBezTo>
                  <a:cubicBezTo>
                    <a:pt x="18683" y="22943"/>
                    <a:pt x="22563" y="26059"/>
                    <a:pt x="26208" y="28940"/>
                  </a:cubicBezTo>
                  <a:cubicBezTo>
                    <a:pt x="27678" y="30116"/>
                    <a:pt x="29618" y="29704"/>
                    <a:pt x="30264" y="27882"/>
                  </a:cubicBezTo>
                  <a:cubicBezTo>
                    <a:pt x="32263" y="22179"/>
                    <a:pt x="35438" y="17005"/>
                    <a:pt x="38672" y="11773"/>
                  </a:cubicBezTo>
                  <a:cubicBezTo>
                    <a:pt x="43199" y="4483"/>
                    <a:pt x="51841" y="1073"/>
                    <a:pt x="51077" y="544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="" xmlns:a16="http://schemas.microsoft.com/office/drawing/2014/main" id="{AE65DB73-991C-0D1A-E6BD-5B38A128B9BA}"/>
                </a:ext>
              </a:extLst>
            </p:cNvPr>
            <p:cNvSpPr/>
            <p:nvPr/>
          </p:nvSpPr>
          <p:spPr>
            <a:xfrm>
              <a:off x="9337133" y="5708775"/>
              <a:ext cx="9604" cy="23902"/>
            </a:xfrm>
            <a:custGeom>
              <a:avLst/>
              <a:gdLst>
                <a:gd name="connsiteX0" fmla="*/ 6977 w 9604"/>
                <a:gd name="connsiteY0" fmla="*/ 403 h 23902"/>
                <a:gd name="connsiteX1" fmla="*/ 3920 w 9604"/>
                <a:gd name="connsiteY1" fmla="*/ 5518 h 23902"/>
                <a:gd name="connsiteX2" fmla="*/ 1686 w 9604"/>
                <a:gd name="connsiteY2" fmla="*/ 11221 h 23902"/>
                <a:gd name="connsiteX3" fmla="*/ 157 w 9604"/>
                <a:gd name="connsiteY3" fmla="*/ 23038 h 23902"/>
                <a:gd name="connsiteX4" fmla="*/ 1862 w 9604"/>
                <a:gd name="connsiteY4" fmla="*/ 23273 h 23902"/>
                <a:gd name="connsiteX5" fmla="*/ 4390 w 9604"/>
                <a:gd name="connsiteY5" fmla="*/ 12161 h 23902"/>
                <a:gd name="connsiteX6" fmla="*/ 6565 w 9604"/>
                <a:gd name="connsiteY6" fmla="*/ 7046 h 23902"/>
                <a:gd name="connsiteX7" fmla="*/ 9505 w 9604"/>
                <a:gd name="connsiteY7" fmla="*/ 1873 h 23902"/>
                <a:gd name="connsiteX8" fmla="*/ 6918 w 9604"/>
                <a:gd name="connsiteY8" fmla="*/ 403 h 23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604" h="23902">
                  <a:moveTo>
                    <a:pt x="6977" y="403"/>
                  </a:moveTo>
                  <a:cubicBezTo>
                    <a:pt x="5625" y="1755"/>
                    <a:pt x="4743" y="3813"/>
                    <a:pt x="3920" y="5518"/>
                  </a:cubicBezTo>
                  <a:cubicBezTo>
                    <a:pt x="3038" y="7340"/>
                    <a:pt x="2274" y="9280"/>
                    <a:pt x="1686" y="11221"/>
                  </a:cubicBezTo>
                  <a:cubicBezTo>
                    <a:pt x="510" y="14924"/>
                    <a:pt x="-372" y="19216"/>
                    <a:pt x="157" y="23038"/>
                  </a:cubicBezTo>
                  <a:cubicBezTo>
                    <a:pt x="275" y="23920"/>
                    <a:pt x="1627" y="24331"/>
                    <a:pt x="1862" y="23273"/>
                  </a:cubicBezTo>
                  <a:cubicBezTo>
                    <a:pt x="2685" y="19510"/>
                    <a:pt x="3155" y="15806"/>
                    <a:pt x="4390" y="12161"/>
                  </a:cubicBezTo>
                  <a:cubicBezTo>
                    <a:pt x="4978" y="10397"/>
                    <a:pt x="5742" y="8693"/>
                    <a:pt x="6565" y="7046"/>
                  </a:cubicBezTo>
                  <a:cubicBezTo>
                    <a:pt x="7447" y="5283"/>
                    <a:pt x="8741" y="3695"/>
                    <a:pt x="9505" y="1873"/>
                  </a:cubicBezTo>
                  <a:cubicBezTo>
                    <a:pt x="10093" y="403"/>
                    <a:pt x="7918" y="-596"/>
                    <a:pt x="6918" y="403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="" xmlns:a16="http://schemas.microsoft.com/office/drawing/2014/main" id="{CE88E4A0-2622-8B64-BE5A-7148022F3C3C}"/>
                </a:ext>
              </a:extLst>
            </p:cNvPr>
            <p:cNvSpPr/>
            <p:nvPr/>
          </p:nvSpPr>
          <p:spPr>
            <a:xfrm>
              <a:off x="9341082" y="5707156"/>
              <a:ext cx="37715" cy="12747"/>
            </a:xfrm>
            <a:custGeom>
              <a:avLst/>
              <a:gdLst>
                <a:gd name="connsiteX0" fmla="*/ 37421 w 37715"/>
                <a:gd name="connsiteY0" fmla="*/ 11840 h 12747"/>
                <a:gd name="connsiteX1" fmla="*/ 33540 w 37715"/>
                <a:gd name="connsiteY1" fmla="*/ 9077 h 12747"/>
                <a:gd name="connsiteX2" fmla="*/ 29249 w 37715"/>
                <a:gd name="connsiteY2" fmla="*/ 7078 h 12747"/>
                <a:gd name="connsiteX3" fmla="*/ 21018 w 37715"/>
                <a:gd name="connsiteY3" fmla="*/ 3962 h 12747"/>
                <a:gd name="connsiteX4" fmla="*/ 12434 w 37715"/>
                <a:gd name="connsiteY4" fmla="*/ 1434 h 12747"/>
                <a:gd name="connsiteX5" fmla="*/ 2910 w 37715"/>
                <a:gd name="connsiteY5" fmla="*/ 23 h 12747"/>
                <a:gd name="connsiteX6" fmla="*/ 2910 w 37715"/>
                <a:gd name="connsiteY6" fmla="*/ 6019 h 12747"/>
                <a:gd name="connsiteX7" fmla="*/ 11729 w 37715"/>
                <a:gd name="connsiteY7" fmla="*/ 6431 h 12747"/>
                <a:gd name="connsiteX8" fmla="*/ 20136 w 37715"/>
                <a:gd name="connsiteY8" fmla="*/ 8254 h 12747"/>
                <a:gd name="connsiteX9" fmla="*/ 28426 w 37715"/>
                <a:gd name="connsiteY9" fmla="*/ 10664 h 12747"/>
                <a:gd name="connsiteX10" fmla="*/ 32717 w 37715"/>
                <a:gd name="connsiteY10" fmla="*/ 11957 h 12747"/>
                <a:gd name="connsiteX11" fmla="*/ 37127 w 37715"/>
                <a:gd name="connsiteY11" fmla="*/ 12722 h 12747"/>
                <a:gd name="connsiteX12" fmla="*/ 37480 w 37715"/>
                <a:gd name="connsiteY12" fmla="*/ 11840 h 12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7715" h="12747">
                  <a:moveTo>
                    <a:pt x="37421" y="11840"/>
                  </a:moveTo>
                  <a:cubicBezTo>
                    <a:pt x="36010" y="11017"/>
                    <a:pt x="35010" y="9841"/>
                    <a:pt x="33540" y="9077"/>
                  </a:cubicBezTo>
                  <a:cubicBezTo>
                    <a:pt x="32130" y="8371"/>
                    <a:pt x="30660" y="7724"/>
                    <a:pt x="29249" y="7078"/>
                  </a:cubicBezTo>
                  <a:cubicBezTo>
                    <a:pt x="26544" y="5843"/>
                    <a:pt x="23781" y="4903"/>
                    <a:pt x="21018" y="3962"/>
                  </a:cubicBezTo>
                  <a:cubicBezTo>
                    <a:pt x="18196" y="3021"/>
                    <a:pt x="15315" y="2139"/>
                    <a:pt x="12434" y="1434"/>
                  </a:cubicBezTo>
                  <a:cubicBezTo>
                    <a:pt x="9318" y="728"/>
                    <a:pt x="6085" y="-154"/>
                    <a:pt x="2910" y="23"/>
                  </a:cubicBezTo>
                  <a:cubicBezTo>
                    <a:pt x="-970" y="258"/>
                    <a:pt x="-970" y="5784"/>
                    <a:pt x="2910" y="6019"/>
                  </a:cubicBezTo>
                  <a:cubicBezTo>
                    <a:pt x="5850" y="6196"/>
                    <a:pt x="8789" y="6019"/>
                    <a:pt x="11729" y="6431"/>
                  </a:cubicBezTo>
                  <a:cubicBezTo>
                    <a:pt x="14610" y="6843"/>
                    <a:pt x="17373" y="7489"/>
                    <a:pt x="20136" y="8254"/>
                  </a:cubicBezTo>
                  <a:cubicBezTo>
                    <a:pt x="22899" y="9018"/>
                    <a:pt x="25662" y="9900"/>
                    <a:pt x="28426" y="10664"/>
                  </a:cubicBezTo>
                  <a:cubicBezTo>
                    <a:pt x="29837" y="11076"/>
                    <a:pt x="31248" y="11546"/>
                    <a:pt x="32717" y="11957"/>
                  </a:cubicBezTo>
                  <a:cubicBezTo>
                    <a:pt x="34187" y="12369"/>
                    <a:pt x="35716" y="12310"/>
                    <a:pt x="37127" y="12722"/>
                  </a:cubicBezTo>
                  <a:cubicBezTo>
                    <a:pt x="37656" y="12898"/>
                    <a:pt x="37950" y="12134"/>
                    <a:pt x="37480" y="11840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="" xmlns:a16="http://schemas.microsoft.com/office/drawing/2014/main" id="{B7F01512-1473-033A-FC75-77D035AA4825}"/>
                </a:ext>
              </a:extLst>
            </p:cNvPr>
            <p:cNvSpPr/>
            <p:nvPr/>
          </p:nvSpPr>
          <p:spPr>
            <a:xfrm>
              <a:off x="9629489" y="5471539"/>
              <a:ext cx="9409" cy="47616"/>
            </a:xfrm>
            <a:custGeom>
              <a:avLst/>
              <a:gdLst>
                <a:gd name="connsiteX0" fmla="*/ 7990 w 9409"/>
                <a:gd name="connsiteY0" fmla="*/ 10116 h 47616"/>
                <a:gd name="connsiteX1" fmla="*/ 4404 w 9409"/>
                <a:gd name="connsiteY1" fmla="*/ 122 h 47616"/>
                <a:gd name="connsiteX2" fmla="*/ 3698 w 9409"/>
                <a:gd name="connsiteY2" fmla="*/ 416 h 47616"/>
                <a:gd name="connsiteX3" fmla="*/ 4463 w 9409"/>
                <a:gd name="connsiteY3" fmla="*/ 11410 h 47616"/>
                <a:gd name="connsiteX4" fmla="*/ 4463 w 9409"/>
                <a:gd name="connsiteY4" fmla="*/ 22227 h 47616"/>
                <a:gd name="connsiteX5" fmla="*/ 171 w 9409"/>
                <a:gd name="connsiteY5" fmla="*/ 43921 h 47616"/>
                <a:gd name="connsiteX6" fmla="*/ 5991 w 9409"/>
                <a:gd name="connsiteY6" fmla="*/ 45509 h 47616"/>
                <a:gd name="connsiteX7" fmla="*/ 9401 w 9409"/>
                <a:gd name="connsiteY7" fmla="*/ 21816 h 47616"/>
                <a:gd name="connsiteX8" fmla="*/ 7990 w 9409"/>
                <a:gd name="connsiteY8" fmla="*/ 10116 h 47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409" h="47616">
                  <a:moveTo>
                    <a:pt x="7990" y="10116"/>
                  </a:moveTo>
                  <a:cubicBezTo>
                    <a:pt x="7285" y="6824"/>
                    <a:pt x="6520" y="2826"/>
                    <a:pt x="4404" y="122"/>
                  </a:cubicBezTo>
                  <a:cubicBezTo>
                    <a:pt x="4169" y="-172"/>
                    <a:pt x="3757" y="122"/>
                    <a:pt x="3698" y="416"/>
                  </a:cubicBezTo>
                  <a:cubicBezTo>
                    <a:pt x="3287" y="3943"/>
                    <a:pt x="4286" y="7882"/>
                    <a:pt x="4463" y="11410"/>
                  </a:cubicBezTo>
                  <a:cubicBezTo>
                    <a:pt x="4639" y="14996"/>
                    <a:pt x="4580" y="18641"/>
                    <a:pt x="4463" y="22227"/>
                  </a:cubicBezTo>
                  <a:cubicBezTo>
                    <a:pt x="4110" y="29635"/>
                    <a:pt x="2522" y="36866"/>
                    <a:pt x="171" y="43921"/>
                  </a:cubicBezTo>
                  <a:cubicBezTo>
                    <a:pt x="-1064" y="47625"/>
                    <a:pt x="4757" y="49213"/>
                    <a:pt x="5991" y="45509"/>
                  </a:cubicBezTo>
                  <a:cubicBezTo>
                    <a:pt x="8460" y="37925"/>
                    <a:pt x="9519" y="29811"/>
                    <a:pt x="9401" y="21816"/>
                  </a:cubicBezTo>
                  <a:cubicBezTo>
                    <a:pt x="9342" y="17936"/>
                    <a:pt x="8813" y="13938"/>
                    <a:pt x="7990" y="10116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="" xmlns:a16="http://schemas.microsoft.com/office/drawing/2014/main" id="{380CB174-4FBB-DC77-6707-38840042760B}"/>
                </a:ext>
              </a:extLst>
            </p:cNvPr>
            <p:cNvSpPr/>
            <p:nvPr/>
          </p:nvSpPr>
          <p:spPr>
            <a:xfrm>
              <a:off x="9631636" y="5502675"/>
              <a:ext cx="45373" cy="16347"/>
            </a:xfrm>
            <a:custGeom>
              <a:avLst/>
              <a:gdLst>
                <a:gd name="connsiteX0" fmla="*/ 44704 w 45373"/>
                <a:gd name="connsiteY0" fmla="*/ 28 h 16347"/>
                <a:gd name="connsiteX1" fmla="*/ 24774 w 45373"/>
                <a:gd name="connsiteY1" fmla="*/ 5613 h 16347"/>
                <a:gd name="connsiteX2" fmla="*/ 2257 w 45373"/>
                <a:gd name="connsiteY2" fmla="*/ 10140 h 16347"/>
                <a:gd name="connsiteX3" fmla="*/ 3903 w 45373"/>
                <a:gd name="connsiteY3" fmla="*/ 16195 h 16347"/>
                <a:gd name="connsiteX4" fmla="*/ 26714 w 45373"/>
                <a:gd name="connsiteY4" fmla="*/ 9963 h 16347"/>
                <a:gd name="connsiteX5" fmla="*/ 45233 w 45373"/>
                <a:gd name="connsiteY5" fmla="*/ 968 h 16347"/>
                <a:gd name="connsiteX6" fmla="*/ 44645 w 45373"/>
                <a:gd name="connsiteY6" fmla="*/ 28 h 16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73" h="16347">
                  <a:moveTo>
                    <a:pt x="44704" y="28"/>
                  </a:moveTo>
                  <a:cubicBezTo>
                    <a:pt x="38061" y="1909"/>
                    <a:pt x="31535" y="4143"/>
                    <a:pt x="24774" y="5613"/>
                  </a:cubicBezTo>
                  <a:cubicBezTo>
                    <a:pt x="17307" y="7259"/>
                    <a:pt x="9841" y="8905"/>
                    <a:pt x="2257" y="10140"/>
                  </a:cubicBezTo>
                  <a:cubicBezTo>
                    <a:pt x="-1682" y="10787"/>
                    <a:pt x="-36" y="17430"/>
                    <a:pt x="3903" y="16195"/>
                  </a:cubicBezTo>
                  <a:cubicBezTo>
                    <a:pt x="11428" y="13844"/>
                    <a:pt x="19130" y="12021"/>
                    <a:pt x="26714" y="9963"/>
                  </a:cubicBezTo>
                  <a:cubicBezTo>
                    <a:pt x="33240" y="8200"/>
                    <a:pt x="40647" y="6201"/>
                    <a:pt x="45233" y="968"/>
                  </a:cubicBezTo>
                  <a:cubicBezTo>
                    <a:pt x="45586" y="557"/>
                    <a:pt x="45233" y="-149"/>
                    <a:pt x="44645" y="28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="" xmlns:a16="http://schemas.microsoft.com/office/drawing/2014/main" id="{E102B43A-2319-ED77-C1BB-71A7F9FB2BDF}"/>
                </a:ext>
              </a:extLst>
            </p:cNvPr>
            <p:cNvSpPr/>
            <p:nvPr/>
          </p:nvSpPr>
          <p:spPr>
            <a:xfrm>
              <a:off x="9274759" y="5433875"/>
              <a:ext cx="52854" cy="42559"/>
            </a:xfrm>
            <a:custGeom>
              <a:avLst/>
              <a:gdLst>
                <a:gd name="connsiteX0" fmla="*/ 51243 w 52854"/>
                <a:gd name="connsiteY0" fmla="*/ 32965 h 42559"/>
                <a:gd name="connsiteX1" fmla="*/ 44306 w 52854"/>
                <a:gd name="connsiteY1" fmla="*/ 25616 h 42559"/>
                <a:gd name="connsiteX2" fmla="*/ 37780 w 52854"/>
                <a:gd name="connsiteY2" fmla="*/ 17385 h 42559"/>
                <a:gd name="connsiteX3" fmla="*/ 25963 w 52854"/>
                <a:gd name="connsiteY3" fmla="*/ 630 h 42559"/>
                <a:gd name="connsiteX4" fmla="*/ 23553 w 52854"/>
                <a:gd name="connsiteY4" fmla="*/ 2041 h 42559"/>
                <a:gd name="connsiteX5" fmla="*/ 34605 w 52854"/>
                <a:gd name="connsiteY5" fmla="*/ 20207 h 42559"/>
                <a:gd name="connsiteX6" fmla="*/ 40602 w 52854"/>
                <a:gd name="connsiteY6" fmla="*/ 28967 h 42559"/>
                <a:gd name="connsiteX7" fmla="*/ 42718 w 52854"/>
                <a:gd name="connsiteY7" fmla="*/ 31965 h 42559"/>
                <a:gd name="connsiteX8" fmla="*/ 565 w 52854"/>
                <a:gd name="connsiteY8" fmla="*/ 40137 h 42559"/>
                <a:gd name="connsiteX9" fmla="*/ 1564 w 52854"/>
                <a:gd name="connsiteY9" fmla="*/ 42489 h 42559"/>
                <a:gd name="connsiteX10" fmla="*/ 49362 w 52854"/>
                <a:gd name="connsiteY10" fmla="*/ 39726 h 42559"/>
                <a:gd name="connsiteX11" fmla="*/ 51184 w 52854"/>
                <a:gd name="connsiteY11" fmla="*/ 32906 h 42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854" h="42559">
                  <a:moveTo>
                    <a:pt x="51243" y="32965"/>
                  </a:moveTo>
                  <a:cubicBezTo>
                    <a:pt x="48480" y="31084"/>
                    <a:pt x="46422" y="28203"/>
                    <a:pt x="44306" y="25616"/>
                  </a:cubicBezTo>
                  <a:cubicBezTo>
                    <a:pt x="42072" y="22911"/>
                    <a:pt x="39897" y="20148"/>
                    <a:pt x="37780" y="17385"/>
                  </a:cubicBezTo>
                  <a:cubicBezTo>
                    <a:pt x="33665" y="11917"/>
                    <a:pt x="30078" y="6097"/>
                    <a:pt x="25963" y="630"/>
                  </a:cubicBezTo>
                  <a:cubicBezTo>
                    <a:pt x="24905" y="-781"/>
                    <a:pt x="22729" y="394"/>
                    <a:pt x="23553" y="2041"/>
                  </a:cubicBezTo>
                  <a:cubicBezTo>
                    <a:pt x="26610" y="8390"/>
                    <a:pt x="30725" y="14328"/>
                    <a:pt x="34605" y="20207"/>
                  </a:cubicBezTo>
                  <a:cubicBezTo>
                    <a:pt x="36545" y="23147"/>
                    <a:pt x="38544" y="26086"/>
                    <a:pt x="40602" y="28967"/>
                  </a:cubicBezTo>
                  <a:cubicBezTo>
                    <a:pt x="41307" y="29966"/>
                    <a:pt x="42013" y="30966"/>
                    <a:pt x="42718" y="31965"/>
                  </a:cubicBezTo>
                  <a:cubicBezTo>
                    <a:pt x="36428" y="32436"/>
                    <a:pt x="7091" y="35199"/>
                    <a:pt x="565" y="40137"/>
                  </a:cubicBezTo>
                  <a:cubicBezTo>
                    <a:pt x="-552" y="40960"/>
                    <a:pt x="95" y="42959"/>
                    <a:pt x="1564" y="42489"/>
                  </a:cubicBezTo>
                  <a:cubicBezTo>
                    <a:pt x="15557" y="37786"/>
                    <a:pt x="45188" y="39549"/>
                    <a:pt x="49362" y="39726"/>
                  </a:cubicBezTo>
                  <a:cubicBezTo>
                    <a:pt x="53242" y="39902"/>
                    <a:pt x="53948" y="34846"/>
                    <a:pt x="51184" y="32906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="" xmlns:a16="http://schemas.microsoft.com/office/drawing/2014/main" id="{33CBB5EE-544C-B305-D17D-488B27A050AE}"/>
                </a:ext>
              </a:extLst>
            </p:cNvPr>
            <p:cNvSpPr/>
            <p:nvPr/>
          </p:nvSpPr>
          <p:spPr>
            <a:xfrm>
              <a:off x="9324283" y="5440171"/>
              <a:ext cx="17935" cy="33227"/>
            </a:xfrm>
            <a:custGeom>
              <a:avLst/>
              <a:gdLst>
                <a:gd name="connsiteX0" fmla="*/ 16417 w 17935"/>
                <a:gd name="connsiteY0" fmla="*/ 331 h 33227"/>
                <a:gd name="connsiteX1" fmla="*/ 10773 w 17935"/>
                <a:gd name="connsiteY1" fmla="*/ 6680 h 33227"/>
                <a:gd name="connsiteX2" fmla="*/ 6246 w 17935"/>
                <a:gd name="connsiteY2" fmla="*/ 14029 h 33227"/>
                <a:gd name="connsiteX3" fmla="*/ 2777 w 17935"/>
                <a:gd name="connsiteY3" fmla="*/ 21790 h 33227"/>
                <a:gd name="connsiteX4" fmla="*/ 14 w 17935"/>
                <a:gd name="connsiteY4" fmla="*/ 30491 h 33227"/>
                <a:gd name="connsiteX5" fmla="*/ 5129 w 17935"/>
                <a:gd name="connsiteY5" fmla="*/ 31902 h 33227"/>
                <a:gd name="connsiteX6" fmla="*/ 7775 w 17935"/>
                <a:gd name="connsiteY6" fmla="*/ 23730 h 33227"/>
                <a:gd name="connsiteX7" fmla="*/ 10714 w 17935"/>
                <a:gd name="connsiteY7" fmla="*/ 16322 h 33227"/>
                <a:gd name="connsiteX8" fmla="*/ 14183 w 17935"/>
                <a:gd name="connsiteY8" fmla="*/ 8973 h 33227"/>
                <a:gd name="connsiteX9" fmla="*/ 17828 w 17935"/>
                <a:gd name="connsiteY9" fmla="*/ 1389 h 33227"/>
                <a:gd name="connsiteX10" fmla="*/ 16358 w 17935"/>
                <a:gd name="connsiteY10" fmla="*/ 272 h 33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935" h="33227">
                  <a:moveTo>
                    <a:pt x="16417" y="331"/>
                  </a:moveTo>
                  <a:cubicBezTo>
                    <a:pt x="14418" y="2388"/>
                    <a:pt x="12478" y="4328"/>
                    <a:pt x="10773" y="6680"/>
                  </a:cubicBezTo>
                  <a:cubicBezTo>
                    <a:pt x="9127" y="9032"/>
                    <a:pt x="7598" y="11501"/>
                    <a:pt x="6246" y="14029"/>
                  </a:cubicBezTo>
                  <a:cubicBezTo>
                    <a:pt x="4953" y="16557"/>
                    <a:pt x="3836" y="19203"/>
                    <a:pt x="2777" y="21790"/>
                  </a:cubicBezTo>
                  <a:cubicBezTo>
                    <a:pt x="1660" y="24553"/>
                    <a:pt x="367" y="27492"/>
                    <a:pt x="14" y="30491"/>
                  </a:cubicBezTo>
                  <a:cubicBezTo>
                    <a:pt x="-280" y="33195"/>
                    <a:pt x="4071" y="34312"/>
                    <a:pt x="5129" y="31902"/>
                  </a:cubicBezTo>
                  <a:cubicBezTo>
                    <a:pt x="6305" y="29315"/>
                    <a:pt x="6834" y="26434"/>
                    <a:pt x="7775" y="23730"/>
                  </a:cubicBezTo>
                  <a:cubicBezTo>
                    <a:pt x="8657" y="21202"/>
                    <a:pt x="9656" y="18791"/>
                    <a:pt x="10714" y="16322"/>
                  </a:cubicBezTo>
                  <a:cubicBezTo>
                    <a:pt x="11831" y="13853"/>
                    <a:pt x="12948" y="11383"/>
                    <a:pt x="14183" y="8973"/>
                  </a:cubicBezTo>
                  <a:cubicBezTo>
                    <a:pt x="15418" y="6504"/>
                    <a:pt x="16476" y="3858"/>
                    <a:pt x="17828" y="1389"/>
                  </a:cubicBezTo>
                  <a:cubicBezTo>
                    <a:pt x="18298" y="507"/>
                    <a:pt x="17123" y="-492"/>
                    <a:pt x="16358" y="272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="" xmlns:a16="http://schemas.microsoft.com/office/drawing/2014/main" id="{1CB0ECF8-999D-EF24-1802-8EC6D119D5C3}"/>
                </a:ext>
              </a:extLst>
            </p:cNvPr>
            <p:cNvSpPr/>
            <p:nvPr/>
          </p:nvSpPr>
          <p:spPr>
            <a:xfrm>
              <a:off x="9340631" y="5320851"/>
              <a:ext cx="18235" cy="33873"/>
            </a:xfrm>
            <a:custGeom>
              <a:avLst/>
              <a:gdLst>
                <a:gd name="connsiteX0" fmla="*/ 17589 w 18235"/>
                <a:gd name="connsiteY0" fmla="*/ 27583 h 33873"/>
                <a:gd name="connsiteX1" fmla="*/ 16236 w 18235"/>
                <a:gd name="connsiteY1" fmla="*/ 23292 h 33873"/>
                <a:gd name="connsiteX2" fmla="*/ 12709 w 18235"/>
                <a:gd name="connsiteY2" fmla="*/ 14884 h 33873"/>
                <a:gd name="connsiteX3" fmla="*/ 2303 w 18235"/>
                <a:gd name="connsiteY3" fmla="*/ 363 h 33873"/>
                <a:gd name="connsiteX4" fmla="*/ 186 w 18235"/>
                <a:gd name="connsiteY4" fmla="*/ 2009 h 33873"/>
                <a:gd name="connsiteX5" fmla="*/ 8299 w 18235"/>
                <a:gd name="connsiteY5" fmla="*/ 17177 h 33873"/>
                <a:gd name="connsiteX6" fmla="*/ 11298 w 18235"/>
                <a:gd name="connsiteY6" fmla="*/ 24938 h 33873"/>
                <a:gd name="connsiteX7" fmla="*/ 12474 w 18235"/>
                <a:gd name="connsiteY7" fmla="*/ 28994 h 33873"/>
                <a:gd name="connsiteX8" fmla="*/ 14237 w 18235"/>
                <a:gd name="connsiteY8" fmla="*/ 33227 h 33873"/>
                <a:gd name="connsiteX9" fmla="*/ 18000 w 18235"/>
                <a:gd name="connsiteY9" fmla="*/ 32228 h 33873"/>
                <a:gd name="connsiteX10" fmla="*/ 17530 w 18235"/>
                <a:gd name="connsiteY10" fmla="*/ 27583 h 3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235" h="33873">
                  <a:moveTo>
                    <a:pt x="17589" y="27583"/>
                  </a:moveTo>
                  <a:cubicBezTo>
                    <a:pt x="17177" y="26114"/>
                    <a:pt x="16765" y="24703"/>
                    <a:pt x="16236" y="23292"/>
                  </a:cubicBezTo>
                  <a:cubicBezTo>
                    <a:pt x="15237" y="20411"/>
                    <a:pt x="14120" y="17589"/>
                    <a:pt x="12709" y="14884"/>
                  </a:cubicBezTo>
                  <a:cubicBezTo>
                    <a:pt x="10004" y="9534"/>
                    <a:pt x="6830" y="4361"/>
                    <a:pt x="2303" y="363"/>
                  </a:cubicBezTo>
                  <a:cubicBezTo>
                    <a:pt x="1186" y="-637"/>
                    <a:pt x="-578" y="598"/>
                    <a:pt x="186" y="2009"/>
                  </a:cubicBezTo>
                  <a:cubicBezTo>
                    <a:pt x="2891" y="7065"/>
                    <a:pt x="6007" y="11886"/>
                    <a:pt x="8299" y="17177"/>
                  </a:cubicBezTo>
                  <a:cubicBezTo>
                    <a:pt x="9416" y="19705"/>
                    <a:pt x="10416" y="22292"/>
                    <a:pt x="11298" y="24938"/>
                  </a:cubicBezTo>
                  <a:cubicBezTo>
                    <a:pt x="11709" y="26290"/>
                    <a:pt x="12121" y="27642"/>
                    <a:pt x="12474" y="28994"/>
                  </a:cubicBezTo>
                  <a:cubicBezTo>
                    <a:pt x="12885" y="30523"/>
                    <a:pt x="13061" y="32110"/>
                    <a:pt x="14237" y="33227"/>
                  </a:cubicBezTo>
                  <a:cubicBezTo>
                    <a:pt x="15531" y="34462"/>
                    <a:pt x="17412" y="33815"/>
                    <a:pt x="18000" y="32228"/>
                  </a:cubicBezTo>
                  <a:cubicBezTo>
                    <a:pt x="18588" y="30699"/>
                    <a:pt x="17941" y="29053"/>
                    <a:pt x="17530" y="27583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="" xmlns:a16="http://schemas.microsoft.com/office/drawing/2014/main" id="{C6D58240-4C66-8CDD-1072-504B7BB466AE}"/>
                </a:ext>
              </a:extLst>
            </p:cNvPr>
            <p:cNvSpPr/>
            <p:nvPr/>
          </p:nvSpPr>
          <p:spPr>
            <a:xfrm>
              <a:off x="9355505" y="5328151"/>
              <a:ext cx="28389" cy="27982"/>
            </a:xfrm>
            <a:custGeom>
              <a:avLst/>
              <a:gdLst>
                <a:gd name="connsiteX0" fmla="*/ 27701 w 28389"/>
                <a:gd name="connsiteY0" fmla="*/ 0 h 27982"/>
                <a:gd name="connsiteX1" fmla="*/ 11181 w 28389"/>
                <a:gd name="connsiteY1" fmla="*/ 10759 h 27982"/>
                <a:gd name="connsiteX2" fmla="*/ 4361 w 28389"/>
                <a:gd name="connsiteY2" fmla="*/ 17108 h 27982"/>
                <a:gd name="connsiteX3" fmla="*/ 1597 w 28389"/>
                <a:gd name="connsiteY3" fmla="*/ 20812 h 27982"/>
                <a:gd name="connsiteX4" fmla="*/ 10 w 28389"/>
                <a:gd name="connsiteY4" fmla="*/ 25398 h 27982"/>
                <a:gd name="connsiteX5" fmla="*/ 4890 w 28389"/>
                <a:gd name="connsiteY5" fmla="*/ 26691 h 27982"/>
                <a:gd name="connsiteX6" fmla="*/ 6360 w 28389"/>
                <a:gd name="connsiteY6" fmla="*/ 23105 h 27982"/>
                <a:gd name="connsiteX7" fmla="*/ 8711 w 28389"/>
                <a:gd name="connsiteY7" fmla="*/ 20048 h 27982"/>
                <a:gd name="connsiteX8" fmla="*/ 15237 w 28389"/>
                <a:gd name="connsiteY8" fmla="*/ 13875 h 27982"/>
                <a:gd name="connsiteX9" fmla="*/ 28348 w 28389"/>
                <a:gd name="connsiteY9" fmla="*/ 941 h 27982"/>
                <a:gd name="connsiteX10" fmla="*/ 27642 w 28389"/>
                <a:gd name="connsiteY10" fmla="*/ 0 h 27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389" h="27982">
                  <a:moveTo>
                    <a:pt x="27701" y="0"/>
                  </a:moveTo>
                  <a:cubicBezTo>
                    <a:pt x="24526" y="118"/>
                    <a:pt x="13767" y="8583"/>
                    <a:pt x="11181" y="10759"/>
                  </a:cubicBezTo>
                  <a:cubicBezTo>
                    <a:pt x="8829" y="12758"/>
                    <a:pt x="6418" y="14815"/>
                    <a:pt x="4361" y="17108"/>
                  </a:cubicBezTo>
                  <a:cubicBezTo>
                    <a:pt x="3361" y="18225"/>
                    <a:pt x="2362" y="19460"/>
                    <a:pt x="1597" y="20812"/>
                  </a:cubicBezTo>
                  <a:cubicBezTo>
                    <a:pt x="833" y="22164"/>
                    <a:pt x="-108" y="23869"/>
                    <a:pt x="10" y="25398"/>
                  </a:cubicBezTo>
                  <a:cubicBezTo>
                    <a:pt x="186" y="27926"/>
                    <a:pt x="3538" y="29043"/>
                    <a:pt x="4890" y="26691"/>
                  </a:cubicBezTo>
                  <a:cubicBezTo>
                    <a:pt x="5536" y="25574"/>
                    <a:pt x="5713" y="24222"/>
                    <a:pt x="6360" y="23105"/>
                  </a:cubicBezTo>
                  <a:cubicBezTo>
                    <a:pt x="7006" y="21988"/>
                    <a:pt x="7829" y="20988"/>
                    <a:pt x="8711" y="20048"/>
                  </a:cubicBezTo>
                  <a:cubicBezTo>
                    <a:pt x="10769" y="17873"/>
                    <a:pt x="13062" y="15874"/>
                    <a:pt x="15237" y="13875"/>
                  </a:cubicBezTo>
                  <a:cubicBezTo>
                    <a:pt x="17530" y="11758"/>
                    <a:pt x="27348" y="3763"/>
                    <a:pt x="28348" y="941"/>
                  </a:cubicBezTo>
                  <a:cubicBezTo>
                    <a:pt x="28524" y="470"/>
                    <a:pt x="28112" y="0"/>
                    <a:pt x="27642" y="0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="" xmlns:a16="http://schemas.microsoft.com/office/drawing/2014/main" id="{867CC97F-17AA-0E2B-D623-DCCB424C8BF4}"/>
                </a:ext>
              </a:extLst>
            </p:cNvPr>
            <p:cNvSpPr/>
            <p:nvPr/>
          </p:nvSpPr>
          <p:spPr>
            <a:xfrm>
              <a:off x="9334394" y="5351154"/>
              <a:ext cx="24850" cy="5337"/>
            </a:xfrm>
            <a:custGeom>
              <a:avLst/>
              <a:gdLst>
                <a:gd name="connsiteX0" fmla="*/ 22473 w 24850"/>
                <a:gd name="connsiteY0" fmla="*/ 43 h 5337"/>
                <a:gd name="connsiteX1" fmla="*/ 17241 w 24850"/>
                <a:gd name="connsiteY1" fmla="*/ 396 h 5337"/>
                <a:gd name="connsiteX2" fmla="*/ 11773 w 24850"/>
                <a:gd name="connsiteY2" fmla="*/ 749 h 5337"/>
                <a:gd name="connsiteX3" fmla="*/ 1073 w 24850"/>
                <a:gd name="connsiteY3" fmla="*/ 1983 h 5337"/>
                <a:gd name="connsiteX4" fmla="*/ 779 w 24850"/>
                <a:gd name="connsiteY4" fmla="*/ 4100 h 5337"/>
                <a:gd name="connsiteX5" fmla="*/ 17182 w 24850"/>
                <a:gd name="connsiteY5" fmla="*/ 5335 h 5337"/>
                <a:gd name="connsiteX6" fmla="*/ 23061 w 24850"/>
                <a:gd name="connsiteY6" fmla="*/ 4982 h 5337"/>
                <a:gd name="connsiteX7" fmla="*/ 24825 w 24850"/>
                <a:gd name="connsiteY7" fmla="*/ 2219 h 5337"/>
                <a:gd name="connsiteX8" fmla="*/ 22356 w 24850"/>
                <a:gd name="connsiteY8" fmla="*/ 43 h 5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850" h="5337">
                  <a:moveTo>
                    <a:pt x="22473" y="43"/>
                  </a:moveTo>
                  <a:cubicBezTo>
                    <a:pt x="20768" y="-133"/>
                    <a:pt x="18946" y="278"/>
                    <a:pt x="17241" y="396"/>
                  </a:cubicBezTo>
                  <a:cubicBezTo>
                    <a:pt x="15418" y="514"/>
                    <a:pt x="13596" y="631"/>
                    <a:pt x="11773" y="749"/>
                  </a:cubicBezTo>
                  <a:cubicBezTo>
                    <a:pt x="10009" y="808"/>
                    <a:pt x="2954" y="1748"/>
                    <a:pt x="1073" y="1983"/>
                  </a:cubicBezTo>
                  <a:cubicBezTo>
                    <a:pt x="-44" y="2101"/>
                    <a:pt x="-514" y="3865"/>
                    <a:pt x="779" y="4100"/>
                  </a:cubicBezTo>
                  <a:cubicBezTo>
                    <a:pt x="2660" y="4453"/>
                    <a:pt x="15359" y="5393"/>
                    <a:pt x="17182" y="5335"/>
                  </a:cubicBezTo>
                  <a:cubicBezTo>
                    <a:pt x="19063" y="5335"/>
                    <a:pt x="21180" y="5393"/>
                    <a:pt x="23061" y="4982"/>
                  </a:cubicBezTo>
                  <a:cubicBezTo>
                    <a:pt x="24237" y="4688"/>
                    <a:pt x="25001" y="3453"/>
                    <a:pt x="24825" y="2219"/>
                  </a:cubicBezTo>
                  <a:cubicBezTo>
                    <a:pt x="24648" y="925"/>
                    <a:pt x="23649" y="161"/>
                    <a:pt x="22356" y="43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="" xmlns:a16="http://schemas.microsoft.com/office/drawing/2014/main" id="{B95F8681-0F1E-083D-AA42-8AE0034589BC}"/>
                </a:ext>
              </a:extLst>
            </p:cNvPr>
            <p:cNvSpPr/>
            <p:nvPr/>
          </p:nvSpPr>
          <p:spPr>
            <a:xfrm>
              <a:off x="9430756" y="5207622"/>
              <a:ext cx="45594" cy="41667"/>
            </a:xfrm>
            <a:custGeom>
              <a:avLst/>
              <a:gdLst>
                <a:gd name="connsiteX0" fmla="*/ 45282 w 45594"/>
                <a:gd name="connsiteY0" fmla="*/ 9178 h 41667"/>
                <a:gd name="connsiteX1" fmla="*/ 36052 w 45594"/>
                <a:gd name="connsiteY1" fmla="*/ 14763 h 41667"/>
                <a:gd name="connsiteX2" fmla="*/ 27468 w 45594"/>
                <a:gd name="connsiteY2" fmla="*/ 22524 h 41667"/>
                <a:gd name="connsiteX3" fmla="*/ 17238 w 45594"/>
                <a:gd name="connsiteY3" fmla="*/ 31754 h 41667"/>
                <a:gd name="connsiteX4" fmla="*/ 11536 w 45594"/>
                <a:gd name="connsiteY4" fmla="*/ 18408 h 41667"/>
                <a:gd name="connsiteX5" fmla="*/ 7479 w 45594"/>
                <a:gd name="connsiteY5" fmla="*/ 8943 h 41667"/>
                <a:gd name="connsiteX6" fmla="*/ 2658 w 45594"/>
                <a:gd name="connsiteY6" fmla="*/ 418 h 41667"/>
                <a:gd name="connsiteX7" fmla="*/ 13 w 45594"/>
                <a:gd name="connsiteY7" fmla="*/ 1477 h 41667"/>
                <a:gd name="connsiteX8" fmla="*/ 2717 w 45594"/>
                <a:gd name="connsiteY8" fmla="*/ 10883 h 41667"/>
                <a:gd name="connsiteX9" fmla="*/ 6597 w 45594"/>
                <a:gd name="connsiteY9" fmla="*/ 20466 h 41667"/>
                <a:gd name="connsiteX10" fmla="*/ 14416 w 45594"/>
                <a:gd name="connsiteY10" fmla="*/ 39573 h 41667"/>
                <a:gd name="connsiteX11" fmla="*/ 17591 w 45594"/>
                <a:gd name="connsiteY11" fmla="*/ 41631 h 41667"/>
                <a:gd name="connsiteX12" fmla="*/ 32348 w 45594"/>
                <a:gd name="connsiteY12" fmla="*/ 24934 h 41667"/>
                <a:gd name="connsiteX13" fmla="*/ 39638 w 45594"/>
                <a:gd name="connsiteY13" fmla="*/ 18291 h 41667"/>
                <a:gd name="connsiteX14" fmla="*/ 45341 w 45594"/>
                <a:gd name="connsiteY14" fmla="*/ 9237 h 41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5594" h="41667">
                  <a:moveTo>
                    <a:pt x="45282" y="9178"/>
                  </a:moveTo>
                  <a:cubicBezTo>
                    <a:pt x="41813" y="9296"/>
                    <a:pt x="38521" y="12588"/>
                    <a:pt x="36052" y="14763"/>
                  </a:cubicBezTo>
                  <a:cubicBezTo>
                    <a:pt x="33112" y="17291"/>
                    <a:pt x="30290" y="19937"/>
                    <a:pt x="27468" y="22524"/>
                  </a:cubicBezTo>
                  <a:cubicBezTo>
                    <a:pt x="24529" y="25169"/>
                    <a:pt x="17709" y="31284"/>
                    <a:pt x="17238" y="31754"/>
                  </a:cubicBezTo>
                  <a:cubicBezTo>
                    <a:pt x="15357" y="27286"/>
                    <a:pt x="13417" y="22877"/>
                    <a:pt x="11536" y="18408"/>
                  </a:cubicBezTo>
                  <a:cubicBezTo>
                    <a:pt x="10183" y="15234"/>
                    <a:pt x="8831" y="12059"/>
                    <a:pt x="7479" y="8943"/>
                  </a:cubicBezTo>
                  <a:cubicBezTo>
                    <a:pt x="6245" y="6121"/>
                    <a:pt x="5069" y="2535"/>
                    <a:pt x="2658" y="418"/>
                  </a:cubicBezTo>
                  <a:cubicBezTo>
                    <a:pt x="1659" y="-464"/>
                    <a:pt x="130" y="124"/>
                    <a:pt x="13" y="1477"/>
                  </a:cubicBezTo>
                  <a:cubicBezTo>
                    <a:pt x="-164" y="4651"/>
                    <a:pt x="1541" y="8002"/>
                    <a:pt x="2717" y="10883"/>
                  </a:cubicBezTo>
                  <a:cubicBezTo>
                    <a:pt x="4010" y="14058"/>
                    <a:pt x="5304" y="17233"/>
                    <a:pt x="6597" y="20466"/>
                  </a:cubicBezTo>
                  <a:cubicBezTo>
                    <a:pt x="9184" y="26816"/>
                    <a:pt x="11771" y="33224"/>
                    <a:pt x="14416" y="39573"/>
                  </a:cubicBezTo>
                  <a:cubicBezTo>
                    <a:pt x="14946" y="40926"/>
                    <a:pt x="16063" y="41866"/>
                    <a:pt x="17591" y="41631"/>
                  </a:cubicBezTo>
                  <a:cubicBezTo>
                    <a:pt x="18944" y="41455"/>
                    <a:pt x="29761" y="27345"/>
                    <a:pt x="32348" y="24934"/>
                  </a:cubicBezTo>
                  <a:cubicBezTo>
                    <a:pt x="34758" y="22700"/>
                    <a:pt x="37169" y="20466"/>
                    <a:pt x="39638" y="18291"/>
                  </a:cubicBezTo>
                  <a:cubicBezTo>
                    <a:pt x="41931" y="16233"/>
                    <a:pt x="46752" y="9178"/>
                    <a:pt x="45341" y="9237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="" xmlns:a16="http://schemas.microsoft.com/office/drawing/2014/main" id="{68CE3D5D-CF42-CC68-51F8-912D2DB800F1}"/>
                </a:ext>
              </a:extLst>
            </p:cNvPr>
            <p:cNvSpPr/>
            <p:nvPr/>
          </p:nvSpPr>
          <p:spPr>
            <a:xfrm>
              <a:off x="9422691" y="5242726"/>
              <a:ext cx="27032" cy="7181"/>
            </a:xfrm>
            <a:custGeom>
              <a:avLst/>
              <a:gdLst>
                <a:gd name="connsiteX0" fmla="*/ 25067 w 27032"/>
                <a:gd name="connsiteY0" fmla="*/ 2118 h 7181"/>
                <a:gd name="connsiteX1" fmla="*/ 18835 w 27032"/>
                <a:gd name="connsiteY1" fmla="*/ 883 h 7181"/>
                <a:gd name="connsiteX2" fmla="*/ 12780 w 27032"/>
                <a:gd name="connsiteY2" fmla="*/ 295 h 7181"/>
                <a:gd name="connsiteX3" fmla="*/ 6901 w 27032"/>
                <a:gd name="connsiteY3" fmla="*/ 1 h 7181"/>
                <a:gd name="connsiteX4" fmla="*/ 728 w 27032"/>
                <a:gd name="connsiteY4" fmla="*/ 648 h 7181"/>
                <a:gd name="connsiteX5" fmla="*/ 728 w 27032"/>
                <a:gd name="connsiteY5" fmla="*/ 2647 h 7181"/>
                <a:gd name="connsiteX6" fmla="*/ 6489 w 27032"/>
                <a:gd name="connsiteY6" fmla="*/ 3705 h 7181"/>
                <a:gd name="connsiteX7" fmla="*/ 12486 w 27032"/>
                <a:gd name="connsiteY7" fmla="*/ 4587 h 7181"/>
                <a:gd name="connsiteX8" fmla="*/ 18247 w 27032"/>
                <a:gd name="connsiteY8" fmla="*/ 5821 h 7181"/>
                <a:gd name="connsiteX9" fmla="*/ 24479 w 27032"/>
                <a:gd name="connsiteY9" fmla="*/ 7174 h 7181"/>
                <a:gd name="connsiteX10" fmla="*/ 27008 w 27032"/>
                <a:gd name="connsiteY10" fmla="*/ 4940 h 7181"/>
                <a:gd name="connsiteX11" fmla="*/ 25185 w 27032"/>
                <a:gd name="connsiteY11" fmla="*/ 2118 h 7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032" h="7181">
                  <a:moveTo>
                    <a:pt x="25067" y="2118"/>
                  </a:moveTo>
                  <a:cubicBezTo>
                    <a:pt x="23186" y="1353"/>
                    <a:pt x="20834" y="1177"/>
                    <a:pt x="18835" y="883"/>
                  </a:cubicBezTo>
                  <a:cubicBezTo>
                    <a:pt x="16778" y="589"/>
                    <a:pt x="14838" y="413"/>
                    <a:pt x="12780" y="295"/>
                  </a:cubicBezTo>
                  <a:cubicBezTo>
                    <a:pt x="10840" y="178"/>
                    <a:pt x="8841" y="60"/>
                    <a:pt x="6901" y="1"/>
                  </a:cubicBezTo>
                  <a:cubicBezTo>
                    <a:pt x="4843" y="1"/>
                    <a:pt x="2668" y="-58"/>
                    <a:pt x="728" y="648"/>
                  </a:cubicBezTo>
                  <a:cubicBezTo>
                    <a:pt x="-272" y="1001"/>
                    <a:pt x="-213" y="2294"/>
                    <a:pt x="728" y="2647"/>
                  </a:cubicBezTo>
                  <a:cubicBezTo>
                    <a:pt x="2550" y="3352"/>
                    <a:pt x="4549" y="3470"/>
                    <a:pt x="6489" y="3705"/>
                  </a:cubicBezTo>
                  <a:cubicBezTo>
                    <a:pt x="8488" y="3940"/>
                    <a:pt x="10487" y="4234"/>
                    <a:pt x="12486" y="4587"/>
                  </a:cubicBezTo>
                  <a:cubicBezTo>
                    <a:pt x="14426" y="4940"/>
                    <a:pt x="16366" y="5410"/>
                    <a:pt x="18247" y="5821"/>
                  </a:cubicBezTo>
                  <a:cubicBezTo>
                    <a:pt x="20305" y="6233"/>
                    <a:pt x="22363" y="6997"/>
                    <a:pt x="24479" y="7174"/>
                  </a:cubicBezTo>
                  <a:cubicBezTo>
                    <a:pt x="25714" y="7291"/>
                    <a:pt x="26831" y="6115"/>
                    <a:pt x="27008" y="4940"/>
                  </a:cubicBezTo>
                  <a:cubicBezTo>
                    <a:pt x="27184" y="3587"/>
                    <a:pt x="26420" y="2647"/>
                    <a:pt x="25185" y="2118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="" xmlns:a16="http://schemas.microsoft.com/office/drawing/2014/main" id="{E543EBAA-33B2-A177-2436-CB5EF51DF419}"/>
                </a:ext>
              </a:extLst>
            </p:cNvPr>
            <p:cNvSpPr/>
            <p:nvPr/>
          </p:nvSpPr>
          <p:spPr>
            <a:xfrm>
              <a:off x="9373860" y="5818160"/>
              <a:ext cx="31204" cy="34982"/>
            </a:xfrm>
            <a:custGeom>
              <a:avLst/>
              <a:gdLst>
                <a:gd name="connsiteX0" fmla="*/ 29217 w 31204"/>
                <a:gd name="connsiteY0" fmla="*/ 26885 h 34982"/>
                <a:gd name="connsiteX1" fmla="*/ 25984 w 31204"/>
                <a:gd name="connsiteY1" fmla="*/ 21711 h 34982"/>
                <a:gd name="connsiteX2" fmla="*/ 18576 w 31204"/>
                <a:gd name="connsiteY2" fmla="*/ 11834 h 34982"/>
                <a:gd name="connsiteX3" fmla="*/ 410 w 31204"/>
                <a:gd name="connsiteY3" fmla="*/ 17 h 34982"/>
                <a:gd name="connsiteX4" fmla="*/ 175 w 31204"/>
                <a:gd name="connsiteY4" fmla="*/ 605 h 34982"/>
                <a:gd name="connsiteX5" fmla="*/ 15813 w 31204"/>
                <a:gd name="connsiteY5" fmla="*/ 15009 h 34982"/>
                <a:gd name="connsiteX6" fmla="*/ 21751 w 31204"/>
                <a:gd name="connsiteY6" fmla="*/ 24886 h 34982"/>
                <a:gd name="connsiteX7" fmla="*/ 24220 w 31204"/>
                <a:gd name="connsiteY7" fmla="*/ 30177 h 34982"/>
                <a:gd name="connsiteX8" fmla="*/ 28042 w 31204"/>
                <a:gd name="connsiteY8" fmla="*/ 34880 h 34982"/>
                <a:gd name="connsiteX9" fmla="*/ 30981 w 31204"/>
                <a:gd name="connsiteY9" fmla="*/ 33175 h 34982"/>
                <a:gd name="connsiteX10" fmla="*/ 29159 w 31204"/>
                <a:gd name="connsiteY10" fmla="*/ 26885 h 34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204" h="34982">
                  <a:moveTo>
                    <a:pt x="29217" y="26885"/>
                  </a:moveTo>
                  <a:cubicBezTo>
                    <a:pt x="28218" y="25121"/>
                    <a:pt x="27101" y="23416"/>
                    <a:pt x="25984" y="21711"/>
                  </a:cubicBezTo>
                  <a:cubicBezTo>
                    <a:pt x="23750" y="18242"/>
                    <a:pt x="21398" y="14832"/>
                    <a:pt x="18576" y="11834"/>
                  </a:cubicBezTo>
                  <a:cubicBezTo>
                    <a:pt x="13638" y="6484"/>
                    <a:pt x="7406" y="2075"/>
                    <a:pt x="410" y="17"/>
                  </a:cubicBezTo>
                  <a:cubicBezTo>
                    <a:pt x="57" y="-101"/>
                    <a:pt x="-178" y="428"/>
                    <a:pt x="175" y="605"/>
                  </a:cubicBezTo>
                  <a:cubicBezTo>
                    <a:pt x="6524" y="4015"/>
                    <a:pt x="11698" y="9071"/>
                    <a:pt x="15813" y="15009"/>
                  </a:cubicBezTo>
                  <a:cubicBezTo>
                    <a:pt x="17988" y="18183"/>
                    <a:pt x="20046" y="21476"/>
                    <a:pt x="21751" y="24886"/>
                  </a:cubicBezTo>
                  <a:cubicBezTo>
                    <a:pt x="22633" y="26591"/>
                    <a:pt x="23397" y="28413"/>
                    <a:pt x="24220" y="30177"/>
                  </a:cubicBezTo>
                  <a:cubicBezTo>
                    <a:pt x="25102" y="32117"/>
                    <a:pt x="25866" y="34234"/>
                    <a:pt x="28042" y="34880"/>
                  </a:cubicBezTo>
                  <a:cubicBezTo>
                    <a:pt x="29394" y="35292"/>
                    <a:pt x="30570" y="34410"/>
                    <a:pt x="30981" y="33175"/>
                  </a:cubicBezTo>
                  <a:cubicBezTo>
                    <a:pt x="31804" y="31059"/>
                    <a:pt x="30158" y="28707"/>
                    <a:pt x="29159" y="26885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="" xmlns:a16="http://schemas.microsoft.com/office/drawing/2014/main" id="{C842CAFF-98A5-CE8B-A671-340FD9FA083E}"/>
                </a:ext>
              </a:extLst>
            </p:cNvPr>
            <p:cNvSpPr/>
            <p:nvPr/>
          </p:nvSpPr>
          <p:spPr>
            <a:xfrm>
              <a:off x="9399985" y="5820855"/>
              <a:ext cx="15614" cy="29944"/>
            </a:xfrm>
            <a:custGeom>
              <a:avLst/>
              <a:gdLst>
                <a:gd name="connsiteX0" fmla="*/ 15027 w 15614"/>
                <a:gd name="connsiteY0" fmla="*/ 27 h 29944"/>
                <a:gd name="connsiteX1" fmla="*/ 12617 w 15614"/>
                <a:gd name="connsiteY1" fmla="*/ 2437 h 29944"/>
                <a:gd name="connsiteX2" fmla="*/ 10382 w 15614"/>
                <a:gd name="connsiteY2" fmla="*/ 5377 h 29944"/>
                <a:gd name="connsiteX3" fmla="*/ 5503 w 15614"/>
                <a:gd name="connsiteY3" fmla="*/ 12255 h 29944"/>
                <a:gd name="connsiteX4" fmla="*/ 94 w 15614"/>
                <a:gd name="connsiteY4" fmla="*/ 27600 h 29944"/>
                <a:gd name="connsiteX5" fmla="*/ 4915 w 15614"/>
                <a:gd name="connsiteY5" fmla="*/ 26953 h 29944"/>
                <a:gd name="connsiteX6" fmla="*/ 8266 w 15614"/>
                <a:gd name="connsiteY6" fmla="*/ 12726 h 29944"/>
                <a:gd name="connsiteX7" fmla="*/ 11970 w 15614"/>
                <a:gd name="connsiteY7" fmla="*/ 6317 h 29944"/>
                <a:gd name="connsiteX8" fmla="*/ 14086 w 15614"/>
                <a:gd name="connsiteY8" fmla="*/ 3260 h 29944"/>
                <a:gd name="connsiteX9" fmla="*/ 15615 w 15614"/>
                <a:gd name="connsiteY9" fmla="*/ 497 h 29944"/>
                <a:gd name="connsiteX10" fmla="*/ 15027 w 15614"/>
                <a:gd name="connsiteY10" fmla="*/ 27 h 2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614" h="29944">
                  <a:moveTo>
                    <a:pt x="15027" y="27"/>
                  </a:moveTo>
                  <a:cubicBezTo>
                    <a:pt x="13910" y="497"/>
                    <a:pt x="13322" y="1496"/>
                    <a:pt x="12617" y="2437"/>
                  </a:cubicBezTo>
                  <a:cubicBezTo>
                    <a:pt x="11852" y="3378"/>
                    <a:pt x="11088" y="4377"/>
                    <a:pt x="10382" y="5377"/>
                  </a:cubicBezTo>
                  <a:cubicBezTo>
                    <a:pt x="8677" y="7611"/>
                    <a:pt x="6972" y="9845"/>
                    <a:pt x="5503" y="12255"/>
                  </a:cubicBezTo>
                  <a:cubicBezTo>
                    <a:pt x="2798" y="16723"/>
                    <a:pt x="-611" y="22132"/>
                    <a:pt x="94" y="27600"/>
                  </a:cubicBezTo>
                  <a:cubicBezTo>
                    <a:pt x="564" y="31127"/>
                    <a:pt x="5620" y="30480"/>
                    <a:pt x="4915" y="26953"/>
                  </a:cubicBezTo>
                  <a:cubicBezTo>
                    <a:pt x="3974" y="22132"/>
                    <a:pt x="6032" y="16900"/>
                    <a:pt x="8266" y="12726"/>
                  </a:cubicBezTo>
                  <a:cubicBezTo>
                    <a:pt x="9383" y="10550"/>
                    <a:pt x="10618" y="8375"/>
                    <a:pt x="11970" y="6317"/>
                  </a:cubicBezTo>
                  <a:cubicBezTo>
                    <a:pt x="12675" y="5318"/>
                    <a:pt x="13381" y="4260"/>
                    <a:pt x="14086" y="3260"/>
                  </a:cubicBezTo>
                  <a:cubicBezTo>
                    <a:pt x="14733" y="2378"/>
                    <a:pt x="15497" y="1614"/>
                    <a:pt x="15615" y="497"/>
                  </a:cubicBezTo>
                  <a:cubicBezTo>
                    <a:pt x="15615" y="203"/>
                    <a:pt x="15262" y="-91"/>
                    <a:pt x="15027" y="27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="" xmlns:a16="http://schemas.microsoft.com/office/drawing/2014/main" id="{B51778EC-0731-D912-DB2A-7B924DB90884}"/>
                </a:ext>
              </a:extLst>
            </p:cNvPr>
            <p:cNvSpPr/>
            <p:nvPr/>
          </p:nvSpPr>
          <p:spPr>
            <a:xfrm>
              <a:off x="9375479" y="5847636"/>
              <a:ext cx="29696" cy="6405"/>
            </a:xfrm>
            <a:custGeom>
              <a:avLst/>
              <a:gdLst>
                <a:gd name="connsiteX0" fmla="*/ 27951 w 29696"/>
                <a:gd name="connsiteY0" fmla="*/ 1524 h 6405"/>
                <a:gd name="connsiteX1" fmla="*/ 13018 w 29696"/>
                <a:gd name="connsiteY1" fmla="*/ 55 h 6405"/>
                <a:gd name="connsiteX2" fmla="*/ 6315 w 29696"/>
                <a:gd name="connsiteY2" fmla="*/ 878 h 6405"/>
                <a:gd name="connsiteX3" fmla="*/ 3435 w 29696"/>
                <a:gd name="connsiteY3" fmla="*/ 2054 h 6405"/>
                <a:gd name="connsiteX4" fmla="*/ 2141 w 29696"/>
                <a:gd name="connsiteY4" fmla="*/ 2994 h 6405"/>
                <a:gd name="connsiteX5" fmla="*/ 1612 w 29696"/>
                <a:gd name="connsiteY5" fmla="*/ 3523 h 6405"/>
                <a:gd name="connsiteX6" fmla="*/ 1612 w 29696"/>
                <a:gd name="connsiteY6" fmla="*/ 3817 h 6405"/>
                <a:gd name="connsiteX7" fmla="*/ 319 w 29696"/>
                <a:gd name="connsiteY7" fmla="*/ 5463 h 6405"/>
                <a:gd name="connsiteX8" fmla="*/ 5434 w 29696"/>
                <a:gd name="connsiteY8" fmla="*/ 4640 h 6405"/>
                <a:gd name="connsiteX9" fmla="*/ 11842 w 29696"/>
                <a:gd name="connsiteY9" fmla="*/ 3935 h 6405"/>
                <a:gd name="connsiteX10" fmla="*/ 26657 w 29696"/>
                <a:gd name="connsiteY10" fmla="*/ 6287 h 6405"/>
                <a:gd name="connsiteX11" fmla="*/ 27951 w 29696"/>
                <a:gd name="connsiteY11" fmla="*/ 1524 h 6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9696" h="6405">
                  <a:moveTo>
                    <a:pt x="27951" y="1524"/>
                  </a:moveTo>
                  <a:cubicBezTo>
                    <a:pt x="23071" y="349"/>
                    <a:pt x="18015" y="-180"/>
                    <a:pt x="13018" y="55"/>
                  </a:cubicBezTo>
                  <a:cubicBezTo>
                    <a:pt x="10784" y="172"/>
                    <a:pt x="8432" y="290"/>
                    <a:pt x="6315" y="878"/>
                  </a:cubicBezTo>
                  <a:cubicBezTo>
                    <a:pt x="5316" y="1172"/>
                    <a:pt x="4375" y="1524"/>
                    <a:pt x="3435" y="2054"/>
                  </a:cubicBezTo>
                  <a:cubicBezTo>
                    <a:pt x="2964" y="2289"/>
                    <a:pt x="2494" y="2642"/>
                    <a:pt x="2141" y="2994"/>
                  </a:cubicBezTo>
                  <a:cubicBezTo>
                    <a:pt x="1965" y="3171"/>
                    <a:pt x="1789" y="3347"/>
                    <a:pt x="1612" y="3523"/>
                  </a:cubicBezTo>
                  <a:cubicBezTo>
                    <a:pt x="1201" y="3759"/>
                    <a:pt x="1201" y="3817"/>
                    <a:pt x="1612" y="3817"/>
                  </a:cubicBezTo>
                  <a:cubicBezTo>
                    <a:pt x="554" y="3288"/>
                    <a:pt x="-563" y="4582"/>
                    <a:pt x="319" y="5463"/>
                  </a:cubicBezTo>
                  <a:cubicBezTo>
                    <a:pt x="1965" y="7110"/>
                    <a:pt x="3846" y="5228"/>
                    <a:pt x="5434" y="4640"/>
                  </a:cubicBezTo>
                  <a:cubicBezTo>
                    <a:pt x="7433" y="3935"/>
                    <a:pt x="9725" y="3935"/>
                    <a:pt x="11842" y="3935"/>
                  </a:cubicBezTo>
                  <a:cubicBezTo>
                    <a:pt x="16898" y="3935"/>
                    <a:pt x="21836" y="4817"/>
                    <a:pt x="26657" y="6287"/>
                  </a:cubicBezTo>
                  <a:cubicBezTo>
                    <a:pt x="29715" y="7227"/>
                    <a:pt x="31008" y="2289"/>
                    <a:pt x="27951" y="1524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="" xmlns:a16="http://schemas.microsoft.com/office/drawing/2014/main" id="{E095206C-7BD3-CAD2-127E-8871B56ABB81}"/>
                </a:ext>
              </a:extLst>
            </p:cNvPr>
            <p:cNvSpPr/>
            <p:nvPr/>
          </p:nvSpPr>
          <p:spPr>
            <a:xfrm>
              <a:off x="8746902" y="5100212"/>
              <a:ext cx="32580" cy="32580"/>
            </a:xfrm>
            <a:custGeom>
              <a:avLst/>
              <a:gdLst>
                <a:gd name="connsiteX0" fmla="*/ 31987 w 32580"/>
                <a:gd name="connsiteY0" fmla="*/ 11940 h 32580"/>
                <a:gd name="connsiteX1" fmla="*/ 27813 w 32580"/>
                <a:gd name="connsiteY1" fmla="*/ 4767 h 32580"/>
                <a:gd name="connsiteX2" fmla="*/ 24521 w 32580"/>
                <a:gd name="connsiteY2" fmla="*/ 2239 h 32580"/>
                <a:gd name="connsiteX3" fmla="*/ 16290 w 32580"/>
                <a:gd name="connsiteY3" fmla="*/ 5 h 32580"/>
                <a:gd name="connsiteX4" fmla="*/ 9999 w 32580"/>
                <a:gd name="connsiteY4" fmla="*/ 1416 h 32580"/>
                <a:gd name="connsiteX5" fmla="*/ 4767 w 32580"/>
                <a:gd name="connsiteY5" fmla="*/ 4767 h 32580"/>
                <a:gd name="connsiteX6" fmla="*/ 1416 w 32580"/>
                <a:gd name="connsiteY6" fmla="*/ 9999 h 32580"/>
                <a:gd name="connsiteX7" fmla="*/ 5 w 32580"/>
                <a:gd name="connsiteY7" fmla="*/ 16290 h 32580"/>
                <a:gd name="connsiteX8" fmla="*/ 593 w 32580"/>
                <a:gd name="connsiteY8" fmla="*/ 20641 h 32580"/>
                <a:gd name="connsiteX9" fmla="*/ 4767 w 32580"/>
                <a:gd name="connsiteY9" fmla="*/ 27813 h 32580"/>
                <a:gd name="connsiteX10" fmla="*/ 8059 w 32580"/>
                <a:gd name="connsiteY10" fmla="*/ 30341 h 32580"/>
                <a:gd name="connsiteX11" fmla="*/ 16290 w 32580"/>
                <a:gd name="connsiteY11" fmla="*/ 32575 h 32580"/>
                <a:gd name="connsiteX12" fmla="*/ 22581 w 32580"/>
                <a:gd name="connsiteY12" fmla="*/ 31164 h 32580"/>
                <a:gd name="connsiteX13" fmla="*/ 27813 w 32580"/>
                <a:gd name="connsiteY13" fmla="*/ 27813 h 32580"/>
                <a:gd name="connsiteX14" fmla="*/ 31164 w 32580"/>
                <a:gd name="connsiteY14" fmla="*/ 22581 h 32580"/>
                <a:gd name="connsiteX15" fmla="*/ 32575 w 32580"/>
                <a:gd name="connsiteY15" fmla="*/ 16290 h 32580"/>
                <a:gd name="connsiteX16" fmla="*/ 31987 w 32580"/>
                <a:gd name="connsiteY16" fmla="*/ 11940 h 32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580" h="32580">
                  <a:moveTo>
                    <a:pt x="31987" y="11940"/>
                  </a:moveTo>
                  <a:cubicBezTo>
                    <a:pt x="31223" y="9176"/>
                    <a:pt x="29812" y="6766"/>
                    <a:pt x="27813" y="4767"/>
                  </a:cubicBezTo>
                  <a:cubicBezTo>
                    <a:pt x="26696" y="3944"/>
                    <a:pt x="25638" y="3062"/>
                    <a:pt x="24521" y="2239"/>
                  </a:cubicBezTo>
                  <a:cubicBezTo>
                    <a:pt x="21993" y="769"/>
                    <a:pt x="19230" y="5"/>
                    <a:pt x="16290" y="5"/>
                  </a:cubicBezTo>
                  <a:cubicBezTo>
                    <a:pt x="14056" y="-54"/>
                    <a:pt x="11940" y="416"/>
                    <a:pt x="9999" y="1416"/>
                  </a:cubicBezTo>
                  <a:cubicBezTo>
                    <a:pt x="8001" y="2063"/>
                    <a:pt x="6237" y="3180"/>
                    <a:pt x="4767" y="4767"/>
                  </a:cubicBezTo>
                  <a:cubicBezTo>
                    <a:pt x="3180" y="6237"/>
                    <a:pt x="2063" y="8001"/>
                    <a:pt x="1416" y="9999"/>
                  </a:cubicBezTo>
                  <a:cubicBezTo>
                    <a:pt x="416" y="11940"/>
                    <a:pt x="-54" y="14056"/>
                    <a:pt x="5" y="16290"/>
                  </a:cubicBezTo>
                  <a:cubicBezTo>
                    <a:pt x="181" y="17760"/>
                    <a:pt x="416" y="19171"/>
                    <a:pt x="593" y="20641"/>
                  </a:cubicBezTo>
                  <a:cubicBezTo>
                    <a:pt x="1357" y="23404"/>
                    <a:pt x="2768" y="25814"/>
                    <a:pt x="4767" y="27813"/>
                  </a:cubicBezTo>
                  <a:cubicBezTo>
                    <a:pt x="5884" y="28636"/>
                    <a:pt x="6942" y="29518"/>
                    <a:pt x="8059" y="30341"/>
                  </a:cubicBezTo>
                  <a:cubicBezTo>
                    <a:pt x="10587" y="31811"/>
                    <a:pt x="13351" y="32575"/>
                    <a:pt x="16290" y="32575"/>
                  </a:cubicBezTo>
                  <a:cubicBezTo>
                    <a:pt x="18524" y="32634"/>
                    <a:pt x="20641" y="32164"/>
                    <a:pt x="22581" y="31164"/>
                  </a:cubicBezTo>
                  <a:cubicBezTo>
                    <a:pt x="24580" y="30518"/>
                    <a:pt x="26343" y="29401"/>
                    <a:pt x="27813" y="27813"/>
                  </a:cubicBezTo>
                  <a:cubicBezTo>
                    <a:pt x="29401" y="26343"/>
                    <a:pt x="30518" y="24580"/>
                    <a:pt x="31164" y="22581"/>
                  </a:cubicBezTo>
                  <a:cubicBezTo>
                    <a:pt x="32164" y="20641"/>
                    <a:pt x="32634" y="18524"/>
                    <a:pt x="32575" y="16290"/>
                  </a:cubicBezTo>
                  <a:cubicBezTo>
                    <a:pt x="32399" y="14820"/>
                    <a:pt x="32164" y="13409"/>
                    <a:pt x="31987" y="11940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="" xmlns:a16="http://schemas.microsoft.com/office/drawing/2014/main" id="{9BC350D0-3E20-EAB2-8C61-7BF74AD6DA60}"/>
                </a:ext>
              </a:extLst>
            </p:cNvPr>
            <p:cNvSpPr/>
            <p:nvPr/>
          </p:nvSpPr>
          <p:spPr>
            <a:xfrm>
              <a:off x="8828387" y="5193504"/>
              <a:ext cx="39340" cy="39302"/>
            </a:xfrm>
            <a:custGeom>
              <a:avLst/>
              <a:gdLst>
                <a:gd name="connsiteX0" fmla="*/ 38630 w 39340"/>
                <a:gd name="connsiteY0" fmla="*/ 14419 h 39302"/>
                <a:gd name="connsiteX1" fmla="*/ 33574 w 39340"/>
                <a:gd name="connsiteY1" fmla="*/ 5776 h 39302"/>
                <a:gd name="connsiteX2" fmla="*/ 29576 w 39340"/>
                <a:gd name="connsiteY2" fmla="*/ 2719 h 39302"/>
                <a:gd name="connsiteX3" fmla="*/ 19641 w 39340"/>
                <a:gd name="connsiteY3" fmla="*/ 15 h 39302"/>
                <a:gd name="connsiteX4" fmla="*/ 12057 w 39340"/>
                <a:gd name="connsiteY4" fmla="*/ 1720 h 39302"/>
                <a:gd name="connsiteX5" fmla="*/ 5766 w 39340"/>
                <a:gd name="connsiteY5" fmla="*/ 5776 h 39302"/>
                <a:gd name="connsiteX6" fmla="*/ 1709 w 39340"/>
                <a:gd name="connsiteY6" fmla="*/ 12067 h 39302"/>
                <a:gd name="connsiteX7" fmla="*/ 4 w 39340"/>
                <a:gd name="connsiteY7" fmla="*/ 19651 h 39302"/>
                <a:gd name="connsiteX8" fmla="*/ 710 w 39340"/>
                <a:gd name="connsiteY8" fmla="*/ 24883 h 39302"/>
                <a:gd name="connsiteX9" fmla="*/ 5766 w 39340"/>
                <a:gd name="connsiteY9" fmla="*/ 33526 h 39302"/>
                <a:gd name="connsiteX10" fmla="*/ 9764 w 39340"/>
                <a:gd name="connsiteY10" fmla="*/ 36583 h 39302"/>
                <a:gd name="connsiteX11" fmla="*/ 19700 w 39340"/>
                <a:gd name="connsiteY11" fmla="*/ 39287 h 39302"/>
                <a:gd name="connsiteX12" fmla="*/ 27284 w 39340"/>
                <a:gd name="connsiteY12" fmla="*/ 37582 h 39302"/>
                <a:gd name="connsiteX13" fmla="*/ 33574 w 39340"/>
                <a:gd name="connsiteY13" fmla="*/ 33526 h 39302"/>
                <a:gd name="connsiteX14" fmla="*/ 37631 w 39340"/>
                <a:gd name="connsiteY14" fmla="*/ 27235 h 39302"/>
                <a:gd name="connsiteX15" fmla="*/ 39336 w 39340"/>
                <a:gd name="connsiteY15" fmla="*/ 19651 h 39302"/>
                <a:gd name="connsiteX16" fmla="*/ 38630 w 39340"/>
                <a:gd name="connsiteY16" fmla="*/ 14419 h 3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340" h="39302">
                  <a:moveTo>
                    <a:pt x="38630" y="14419"/>
                  </a:moveTo>
                  <a:cubicBezTo>
                    <a:pt x="37690" y="11068"/>
                    <a:pt x="36044" y="8187"/>
                    <a:pt x="33574" y="5776"/>
                  </a:cubicBezTo>
                  <a:cubicBezTo>
                    <a:pt x="32222" y="4777"/>
                    <a:pt x="30929" y="3719"/>
                    <a:pt x="29576" y="2719"/>
                  </a:cubicBezTo>
                  <a:cubicBezTo>
                    <a:pt x="26519" y="955"/>
                    <a:pt x="23227" y="74"/>
                    <a:pt x="19641" y="15"/>
                  </a:cubicBezTo>
                  <a:cubicBezTo>
                    <a:pt x="16936" y="-103"/>
                    <a:pt x="14408" y="485"/>
                    <a:pt x="12057" y="1720"/>
                  </a:cubicBezTo>
                  <a:cubicBezTo>
                    <a:pt x="9646" y="2484"/>
                    <a:pt x="7530" y="3836"/>
                    <a:pt x="5766" y="5776"/>
                  </a:cubicBezTo>
                  <a:cubicBezTo>
                    <a:pt x="3826" y="7540"/>
                    <a:pt x="2474" y="9657"/>
                    <a:pt x="1709" y="12067"/>
                  </a:cubicBezTo>
                  <a:cubicBezTo>
                    <a:pt x="475" y="14419"/>
                    <a:pt x="-54" y="16947"/>
                    <a:pt x="4" y="19651"/>
                  </a:cubicBezTo>
                  <a:cubicBezTo>
                    <a:pt x="240" y="21415"/>
                    <a:pt x="475" y="23120"/>
                    <a:pt x="710" y="24883"/>
                  </a:cubicBezTo>
                  <a:cubicBezTo>
                    <a:pt x="1651" y="28235"/>
                    <a:pt x="3297" y="31115"/>
                    <a:pt x="5766" y="33526"/>
                  </a:cubicBezTo>
                  <a:cubicBezTo>
                    <a:pt x="7118" y="34525"/>
                    <a:pt x="8412" y="35584"/>
                    <a:pt x="9764" y="36583"/>
                  </a:cubicBezTo>
                  <a:cubicBezTo>
                    <a:pt x="12821" y="38347"/>
                    <a:pt x="16113" y="39229"/>
                    <a:pt x="19700" y="39287"/>
                  </a:cubicBezTo>
                  <a:cubicBezTo>
                    <a:pt x="22404" y="39405"/>
                    <a:pt x="24932" y="38817"/>
                    <a:pt x="27284" y="37582"/>
                  </a:cubicBezTo>
                  <a:cubicBezTo>
                    <a:pt x="29694" y="36818"/>
                    <a:pt x="31811" y="35466"/>
                    <a:pt x="33574" y="33526"/>
                  </a:cubicBezTo>
                  <a:cubicBezTo>
                    <a:pt x="35514" y="31762"/>
                    <a:pt x="36867" y="29646"/>
                    <a:pt x="37631" y="27235"/>
                  </a:cubicBezTo>
                  <a:cubicBezTo>
                    <a:pt x="38866" y="24883"/>
                    <a:pt x="39395" y="22355"/>
                    <a:pt x="39336" y="19651"/>
                  </a:cubicBezTo>
                  <a:cubicBezTo>
                    <a:pt x="39101" y="17887"/>
                    <a:pt x="38866" y="16182"/>
                    <a:pt x="38630" y="14419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="" xmlns:a16="http://schemas.microsoft.com/office/drawing/2014/main" id="{61F072D1-037F-6C96-6133-1E2B68271991}"/>
                </a:ext>
              </a:extLst>
            </p:cNvPr>
            <p:cNvSpPr/>
            <p:nvPr/>
          </p:nvSpPr>
          <p:spPr>
            <a:xfrm>
              <a:off x="8941425" y="5083637"/>
              <a:ext cx="38163" cy="39507"/>
            </a:xfrm>
            <a:custGeom>
              <a:avLst/>
              <a:gdLst>
                <a:gd name="connsiteX0" fmla="*/ 19070 w 38163"/>
                <a:gd name="connsiteY0" fmla="*/ 0 h 39507"/>
                <a:gd name="connsiteX1" fmla="*/ 19070 w 38163"/>
                <a:gd name="connsiteY1" fmla="*/ 39508 h 39507"/>
                <a:gd name="connsiteX2" fmla="*/ 19070 w 38163"/>
                <a:gd name="connsiteY2" fmla="*/ 0 h 39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163" h="39507">
                  <a:moveTo>
                    <a:pt x="19070" y="0"/>
                  </a:moveTo>
                  <a:cubicBezTo>
                    <a:pt x="-6327" y="0"/>
                    <a:pt x="-6386" y="39508"/>
                    <a:pt x="19070" y="39508"/>
                  </a:cubicBezTo>
                  <a:cubicBezTo>
                    <a:pt x="44527" y="39508"/>
                    <a:pt x="44527" y="0"/>
                    <a:pt x="19070" y="0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="" xmlns:a16="http://schemas.microsoft.com/office/drawing/2014/main" id="{27EE243F-0A87-1AF2-F181-A4FF9CCE5CF9}"/>
                </a:ext>
              </a:extLst>
            </p:cNvPr>
            <p:cNvSpPr/>
            <p:nvPr/>
          </p:nvSpPr>
          <p:spPr>
            <a:xfrm>
              <a:off x="8948796" y="5303736"/>
              <a:ext cx="39992" cy="39369"/>
            </a:xfrm>
            <a:custGeom>
              <a:avLst/>
              <a:gdLst>
                <a:gd name="connsiteX0" fmla="*/ 39214 w 39992"/>
                <a:gd name="connsiteY0" fmla="*/ 14244 h 39369"/>
                <a:gd name="connsiteX1" fmla="*/ 37274 w 39992"/>
                <a:gd name="connsiteY1" fmla="*/ 9599 h 39369"/>
                <a:gd name="connsiteX2" fmla="*/ 34217 w 39992"/>
                <a:gd name="connsiteY2" fmla="*/ 5660 h 39369"/>
                <a:gd name="connsiteX3" fmla="*/ 27985 w 39992"/>
                <a:gd name="connsiteY3" fmla="*/ 1662 h 39369"/>
                <a:gd name="connsiteX4" fmla="*/ 20518 w 39992"/>
                <a:gd name="connsiteY4" fmla="*/ 16 h 39369"/>
                <a:gd name="connsiteX5" fmla="*/ 19636 w 39992"/>
                <a:gd name="connsiteY5" fmla="*/ 134 h 39369"/>
                <a:gd name="connsiteX6" fmla="*/ 9759 w 39992"/>
                <a:gd name="connsiteY6" fmla="*/ 2838 h 39369"/>
                <a:gd name="connsiteX7" fmla="*/ 2704 w 39992"/>
                <a:gd name="connsiteY7" fmla="*/ 9893 h 39369"/>
                <a:gd name="connsiteX8" fmla="*/ 706 w 39992"/>
                <a:gd name="connsiteY8" fmla="*/ 14596 h 39369"/>
                <a:gd name="connsiteX9" fmla="*/ 706 w 39992"/>
                <a:gd name="connsiteY9" fmla="*/ 25002 h 39369"/>
                <a:gd name="connsiteX10" fmla="*/ 4233 w 39992"/>
                <a:gd name="connsiteY10" fmla="*/ 31646 h 39369"/>
                <a:gd name="connsiteX11" fmla="*/ 9759 w 39992"/>
                <a:gd name="connsiteY11" fmla="*/ 36702 h 39369"/>
                <a:gd name="connsiteX12" fmla="*/ 29572 w 39992"/>
                <a:gd name="connsiteY12" fmla="*/ 36702 h 39369"/>
                <a:gd name="connsiteX13" fmla="*/ 30336 w 39992"/>
                <a:gd name="connsiteY13" fmla="*/ 36232 h 39369"/>
                <a:gd name="connsiteX14" fmla="*/ 34275 w 39992"/>
                <a:gd name="connsiteY14" fmla="*/ 33174 h 39369"/>
                <a:gd name="connsiteX15" fmla="*/ 38273 w 39992"/>
                <a:gd name="connsiteY15" fmla="*/ 26942 h 39369"/>
                <a:gd name="connsiteX16" fmla="*/ 39625 w 39992"/>
                <a:gd name="connsiteY16" fmla="*/ 22063 h 39369"/>
                <a:gd name="connsiteX17" fmla="*/ 39273 w 39992"/>
                <a:gd name="connsiteY17" fmla="*/ 14302 h 3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9992" h="39369">
                  <a:moveTo>
                    <a:pt x="39214" y="14244"/>
                  </a:moveTo>
                  <a:lnTo>
                    <a:pt x="37274" y="9599"/>
                  </a:lnTo>
                  <a:cubicBezTo>
                    <a:pt x="36274" y="8306"/>
                    <a:pt x="35275" y="6953"/>
                    <a:pt x="34217" y="5660"/>
                  </a:cubicBezTo>
                  <a:cubicBezTo>
                    <a:pt x="32453" y="3779"/>
                    <a:pt x="30395" y="2426"/>
                    <a:pt x="27985" y="1662"/>
                  </a:cubicBezTo>
                  <a:cubicBezTo>
                    <a:pt x="25692" y="428"/>
                    <a:pt x="23164" y="-102"/>
                    <a:pt x="20518" y="16"/>
                  </a:cubicBezTo>
                  <a:cubicBezTo>
                    <a:pt x="20224" y="16"/>
                    <a:pt x="19930" y="75"/>
                    <a:pt x="19636" y="134"/>
                  </a:cubicBezTo>
                  <a:cubicBezTo>
                    <a:pt x="16109" y="134"/>
                    <a:pt x="12817" y="1016"/>
                    <a:pt x="9759" y="2838"/>
                  </a:cubicBezTo>
                  <a:cubicBezTo>
                    <a:pt x="6820" y="4602"/>
                    <a:pt x="4468" y="6953"/>
                    <a:pt x="2704" y="9893"/>
                  </a:cubicBezTo>
                  <a:cubicBezTo>
                    <a:pt x="2058" y="11480"/>
                    <a:pt x="1411" y="13009"/>
                    <a:pt x="706" y="14596"/>
                  </a:cubicBezTo>
                  <a:cubicBezTo>
                    <a:pt x="-235" y="18065"/>
                    <a:pt x="-235" y="21534"/>
                    <a:pt x="706" y="25002"/>
                  </a:cubicBezTo>
                  <a:cubicBezTo>
                    <a:pt x="1293" y="27530"/>
                    <a:pt x="2469" y="29765"/>
                    <a:pt x="4233" y="31646"/>
                  </a:cubicBezTo>
                  <a:cubicBezTo>
                    <a:pt x="5644" y="33762"/>
                    <a:pt x="7466" y="35467"/>
                    <a:pt x="9759" y="36702"/>
                  </a:cubicBezTo>
                  <a:cubicBezTo>
                    <a:pt x="15756" y="40229"/>
                    <a:pt x="23575" y="40288"/>
                    <a:pt x="29572" y="36702"/>
                  </a:cubicBezTo>
                  <a:cubicBezTo>
                    <a:pt x="29807" y="36525"/>
                    <a:pt x="30101" y="36408"/>
                    <a:pt x="30336" y="36232"/>
                  </a:cubicBezTo>
                  <a:cubicBezTo>
                    <a:pt x="31630" y="35232"/>
                    <a:pt x="32982" y="34233"/>
                    <a:pt x="34275" y="33174"/>
                  </a:cubicBezTo>
                  <a:cubicBezTo>
                    <a:pt x="36157" y="31411"/>
                    <a:pt x="37509" y="29353"/>
                    <a:pt x="38273" y="26942"/>
                  </a:cubicBezTo>
                  <a:cubicBezTo>
                    <a:pt x="39155" y="25414"/>
                    <a:pt x="39567" y="23768"/>
                    <a:pt x="39625" y="22063"/>
                  </a:cubicBezTo>
                  <a:cubicBezTo>
                    <a:pt x="40213" y="19476"/>
                    <a:pt x="40096" y="16889"/>
                    <a:pt x="39273" y="14302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="" xmlns:a16="http://schemas.microsoft.com/office/drawing/2014/main" id="{229519ED-8DAD-0891-F98A-A3FE6001D81B}"/>
                </a:ext>
              </a:extLst>
            </p:cNvPr>
            <p:cNvSpPr/>
            <p:nvPr/>
          </p:nvSpPr>
          <p:spPr>
            <a:xfrm>
              <a:off x="8811440" y="5329262"/>
              <a:ext cx="26378" cy="26409"/>
            </a:xfrm>
            <a:custGeom>
              <a:avLst/>
              <a:gdLst>
                <a:gd name="connsiteX0" fmla="*/ 25888 w 26378"/>
                <a:gd name="connsiteY0" fmla="*/ 9707 h 26409"/>
                <a:gd name="connsiteX1" fmla="*/ 22478 w 26378"/>
                <a:gd name="connsiteY1" fmla="*/ 3886 h 26409"/>
                <a:gd name="connsiteX2" fmla="*/ 19833 w 26378"/>
                <a:gd name="connsiteY2" fmla="*/ 1829 h 26409"/>
                <a:gd name="connsiteX3" fmla="*/ 13189 w 26378"/>
                <a:gd name="connsiteY3" fmla="*/ 6 h 26409"/>
                <a:gd name="connsiteX4" fmla="*/ 8074 w 26378"/>
                <a:gd name="connsiteY4" fmla="*/ 1123 h 26409"/>
                <a:gd name="connsiteX5" fmla="*/ 3841 w 26378"/>
                <a:gd name="connsiteY5" fmla="*/ 3828 h 26409"/>
                <a:gd name="connsiteX6" fmla="*/ 1137 w 26378"/>
                <a:gd name="connsiteY6" fmla="*/ 8061 h 26409"/>
                <a:gd name="connsiteX7" fmla="*/ 20 w 26378"/>
                <a:gd name="connsiteY7" fmla="*/ 13176 h 26409"/>
                <a:gd name="connsiteX8" fmla="*/ 490 w 26378"/>
                <a:gd name="connsiteY8" fmla="*/ 16703 h 26409"/>
                <a:gd name="connsiteX9" fmla="*/ 3900 w 26378"/>
                <a:gd name="connsiteY9" fmla="*/ 22523 h 26409"/>
                <a:gd name="connsiteX10" fmla="*/ 6546 w 26378"/>
                <a:gd name="connsiteY10" fmla="*/ 24581 h 26409"/>
                <a:gd name="connsiteX11" fmla="*/ 13189 w 26378"/>
                <a:gd name="connsiteY11" fmla="*/ 26404 h 26409"/>
                <a:gd name="connsiteX12" fmla="*/ 18304 w 26378"/>
                <a:gd name="connsiteY12" fmla="*/ 25287 h 26409"/>
                <a:gd name="connsiteX13" fmla="*/ 22537 w 26378"/>
                <a:gd name="connsiteY13" fmla="*/ 22582 h 26409"/>
                <a:gd name="connsiteX14" fmla="*/ 25241 w 26378"/>
                <a:gd name="connsiteY14" fmla="*/ 18349 h 26409"/>
                <a:gd name="connsiteX15" fmla="*/ 26358 w 26378"/>
                <a:gd name="connsiteY15" fmla="*/ 13234 h 26409"/>
                <a:gd name="connsiteX16" fmla="*/ 25888 w 26378"/>
                <a:gd name="connsiteY16" fmla="*/ 9707 h 26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378" h="26409">
                  <a:moveTo>
                    <a:pt x="25888" y="9707"/>
                  </a:moveTo>
                  <a:cubicBezTo>
                    <a:pt x="25241" y="7473"/>
                    <a:pt x="24124" y="5533"/>
                    <a:pt x="22478" y="3886"/>
                  </a:cubicBezTo>
                  <a:cubicBezTo>
                    <a:pt x="21596" y="3181"/>
                    <a:pt x="20714" y="2534"/>
                    <a:pt x="19833" y="1829"/>
                  </a:cubicBezTo>
                  <a:cubicBezTo>
                    <a:pt x="17775" y="653"/>
                    <a:pt x="15541" y="6"/>
                    <a:pt x="13189" y="6"/>
                  </a:cubicBezTo>
                  <a:cubicBezTo>
                    <a:pt x="11367" y="-53"/>
                    <a:pt x="9662" y="300"/>
                    <a:pt x="8074" y="1123"/>
                  </a:cubicBezTo>
                  <a:cubicBezTo>
                    <a:pt x="6428" y="1652"/>
                    <a:pt x="5017" y="2593"/>
                    <a:pt x="3841" y="3828"/>
                  </a:cubicBezTo>
                  <a:cubicBezTo>
                    <a:pt x="2548" y="5004"/>
                    <a:pt x="1666" y="6415"/>
                    <a:pt x="1137" y="8061"/>
                  </a:cubicBezTo>
                  <a:cubicBezTo>
                    <a:pt x="314" y="9648"/>
                    <a:pt x="-98" y="11353"/>
                    <a:pt x="20" y="13176"/>
                  </a:cubicBezTo>
                  <a:lnTo>
                    <a:pt x="490" y="16703"/>
                  </a:lnTo>
                  <a:cubicBezTo>
                    <a:pt x="1137" y="18937"/>
                    <a:pt x="2254" y="20877"/>
                    <a:pt x="3900" y="22523"/>
                  </a:cubicBezTo>
                  <a:cubicBezTo>
                    <a:pt x="4782" y="23229"/>
                    <a:pt x="5664" y="23876"/>
                    <a:pt x="6546" y="24581"/>
                  </a:cubicBezTo>
                  <a:cubicBezTo>
                    <a:pt x="8603" y="25757"/>
                    <a:pt x="10837" y="26404"/>
                    <a:pt x="13189" y="26404"/>
                  </a:cubicBezTo>
                  <a:cubicBezTo>
                    <a:pt x="15012" y="26462"/>
                    <a:pt x="16717" y="26110"/>
                    <a:pt x="18304" y="25287"/>
                  </a:cubicBezTo>
                  <a:cubicBezTo>
                    <a:pt x="19950" y="24757"/>
                    <a:pt x="21361" y="23817"/>
                    <a:pt x="22537" y="22582"/>
                  </a:cubicBezTo>
                  <a:cubicBezTo>
                    <a:pt x="23830" y="21406"/>
                    <a:pt x="24712" y="19995"/>
                    <a:pt x="25241" y="18349"/>
                  </a:cubicBezTo>
                  <a:cubicBezTo>
                    <a:pt x="26064" y="16762"/>
                    <a:pt x="26476" y="15057"/>
                    <a:pt x="26358" y="13234"/>
                  </a:cubicBezTo>
                  <a:cubicBezTo>
                    <a:pt x="26182" y="12058"/>
                    <a:pt x="26064" y="10883"/>
                    <a:pt x="25888" y="9707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="" xmlns:a16="http://schemas.microsoft.com/office/drawing/2014/main" id="{CB03E640-2D64-6CD5-246F-1B1B7632AA52}"/>
                </a:ext>
              </a:extLst>
            </p:cNvPr>
            <p:cNvSpPr/>
            <p:nvPr/>
          </p:nvSpPr>
          <p:spPr>
            <a:xfrm>
              <a:off x="9011403" y="5186927"/>
              <a:ext cx="23646" cy="25059"/>
            </a:xfrm>
            <a:custGeom>
              <a:avLst/>
              <a:gdLst>
                <a:gd name="connsiteX0" fmla="*/ 22582 w 23646"/>
                <a:gd name="connsiteY0" fmla="*/ 7297 h 25059"/>
                <a:gd name="connsiteX1" fmla="*/ 20113 w 23646"/>
                <a:gd name="connsiteY1" fmla="*/ 3476 h 25059"/>
                <a:gd name="connsiteX2" fmla="*/ 16291 w 23646"/>
                <a:gd name="connsiteY2" fmla="*/ 1007 h 25059"/>
                <a:gd name="connsiteX3" fmla="*/ 11765 w 23646"/>
                <a:gd name="connsiteY3" fmla="*/ 7 h 25059"/>
                <a:gd name="connsiteX4" fmla="*/ 8649 w 23646"/>
                <a:gd name="connsiteY4" fmla="*/ 419 h 25059"/>
                <a:gd name="connsiteX5" fmla="*/ 3416 w 23646"/>
                <a:gd name="connsiteY5" fmla="*/ 3476 h 25059"/>
                <a:gd name="connsiteX6" fmla="*/ 1594 w 23646"/>
                <a:gd name="connsiteY6" fmla="*/ 5886 h 25059"/>
                <a:gd name="connsiteX7" fmla="*/ 6 w 23646"/>
                <a:gd name="connsiteY7" fmla="*/ 11883 h 25059"/>
                <a:gd name="connsiteX8" fmla="*/ 6 w 23646"/>
                <a:gd name="connsiteY8" fmla="*/ 13177 h 25059"/>
                <a:gd name="connsiteX9" fmla="*/ 1006 w 23646"/>
                <a:gd name="connsiteY9" fmla="*/ 17762 h 25059"/>
                <a:gd name="connsiteX10" fmla="*/ 3475 w 23646"/>
                <a:gd name="connsiteY10" fmla="*/ 21584 h 25059"/>
                <a:gd name="connsiteX11" fmla="*/ 7296 w 23646"/>
                <a:gd name="connsiteY11" fmla="*/ 24053 h 25059"/>
                <a:gd name="connsiteX12" fmla="*/ 11882 w 23646"/>
                <a:gd name="connsiteY12" fmla="*/ 25052 h 25059"/>
                <a:gd name="connsiteX13" fmla="*/ 14998 w 23646"/>
                <a:gd name="connsiteY13" fmla="*/ 24641 h 25059"/>
                <a:gd name="connsiteX14" fmla="*/ 20230 w 23646"/>
                <a:gd name="connsiteY14" fmla="*/ 21584 h 25059"/>
                <a:gd name="connsiteX15" fmla="*/ 22053 w 23646"/>
                <a:gd name="connsiteY15" fmla="*/ 19173 h 25059"/>
                <a:gd name="connsiteX16" fmla="*/ 23640 w 23646"/>
                <a:gd name="connsiteY16" fmla="*/ 13177 h 25059"/>
                <a:gd name="connsiteX17" fmla="*/ 23640 w 23646"/>
                <a:gd name="connsiteY17" fmla="*/ 11883 h 25059"/>
                <a:gd name="connsiteX18" fmla="*/ 22641 w 23646"/>
                <a:gd name="connsiteY18" fmla="*/ 7297 h 2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3646" h="25059">
                  <a:moveTo>
                    <a:pt x="22582" y="7297"/>
                  </a:moveTo>
                  <a:cubicBezTo>
                    <a:pt x="22112" y="5828"/>
                    <a:pt x="21289" y="4534"/>
                    <a:pt x="20113" y="3476"/>
                  </a:cubicBezTo>
                  <a:cubicBezTo>
                    <a:pt x="19055" y="2300"/>
                    <a:pt x="17761" y="1536"/>
                    <a:pt x="16291" y="1007"/>
                  </a:cubicBezTo>
                  <a:cubicBezTo>
                    <a:pt x="14881" y="242"/>
                    <a:pt x="13352" y="-52"/>
                    <a:pt x="11765" y="7"/>
                  </a:cubicBezTo>
                  <a:cubicBezTo>
                    <a:pt x="10706" y="125"/>
                    <a:pt x="9648" y="301"/>
                    <a:pt x="8649" y="419"/>
                  </a:cubicBezTo>
                  <a:cubicBezTo>
                    <a:pt x="6650" y="1007"/>
                    <a:pt x="4886" y="2006"/>
                    <a:pt x="3416" y="3476"/>
                  </a:cubicBezTo>
                  <a:cubicBezTo>
                    <a:pt x="2828" y="4299"/>
                    <a:pt x="2182" y="5063"/>
                    <a:pt x="1594" y="5886"/>
                  </a:cubicBezTo>
                  <a:cubicBezTo>
                    <a:pt x="535" y="7709"/>
                    <a:pt x="6" y="9708"/>
                    <a:pt x="6" y="11883"/>
                  </a:cubicBezTo>
                  <a:lnTo>
                    <a:pt x="6" y="13177"/>
                  </a:lnTo>
                  <a:cubicBezTo>
                    <a:pt x="-53" y="14823"/>
                    <a:pt x="300" y="16351"/>
                    <a:pt x="1006" y="17762"/>
                  </a:cubicBezTo>
                  <a:cubicBezTo>
                    <a:pt x="1476" y="19232"/>
                    <a:pt x="2299" y="20525"/>
                    <a:pt x="3475" y="21584"/>
                  </a:cubicBezTo>
                  <a:cubicBezTo>
                    <a:pt x="4533" y="22760"/>
                    <a:pt x="5827" y="23524"/>
                    <a:pt x="7296" y="24053"/>
                  </a:cubicBezTo>
                  <a:cubicBezTo>
                    <a:pt x="8707" y="24817"/>
                    <a:pt x="10236" y="25111"/>
                    <a:pt x="11882" y="25052"/>
                  </a:cubicBezTo>
                  <a:cubicBezTo>
                    <a:pt x="12940" y="24935"/>
                    <a:pt x="13999" y="24758"/>
                    <a:pt x="14998" y="24641"/>
                  </a:cubicBezTo>
                  <a:cubicBezTo>
                    <a:pt x="16997" y="24053"/>
                    <a:pt x="18761" y="23054"/>
                    <a:pt x="20230" y="21584"/>
                  </a:cubicBezTo>
                  <a:cubicBezTo>
                    <a:pt x="20818" y="20761"/>
                    <a:pt x="21465" y="19996"/>
                    <a:pt x="22053" y="19173"/>
                  </a:cubicBezTo>
                  <a:cubicBezTo>
                    <a:pt x="23111" y="17351"/>
                    <a:pt x="23640" y="15352"/>
                    <a:pt x="23640" y="13177"/>
                  </a:cubicBezTo>
                  <a:lnTo>
                    <a:pt x="23640" y="11883"/>
                  </a:lnTo>
                  <a:cubicBezTo>
                    <a:pt x="23699" y="10237"/>
                    <a:pt x="23347" y="8708"/>
                    <a:pt x="22641" y="7297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="" xmlns:a16="http://schemas.microsoft.com/office/drawing/2014/main" id="{EB5F9700-A0A6-8935-D8E5-949AF6515703}"/>
                </a:ext>
              </a:extLst>
            </p:cNvPr>
            <p:cNvSpPr/>
            <p:nvPr/>
          </p:nvSpPr>
          <p:spPr>
            <a:xfrm>
              <a:off x="8882957" y="4857114"/>
              <a:ext cx="13999" cy="14462"/>
            </a:xfrm>
            <a:custGeom>
              <a:avLst/>
              <a:gdLst>
                <a:gd name="connsiteX0" fmla="*/ 6989 w 13999"/>
                <a:gd name="connsiteY0" fmla="*/ 0 h 14462"/>
                <a:gd name="connsiteX1" fmla="*/ 6989 w 13999"/>
                <a:gd name="connsiteY1" fmla="*/ 14463 h 14462"/>
                <a:gd name="connsiteX2" fmla="*/ 6989 w 13999"/>
                <a:gd name="connsiteY2" fmla="*/ 0 h 14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" h="14462">
                  <a:moveTo>
                    <a:pt x="6989" y="0"/>
                  </a:moveTo>
                  <a:cubicBezTo>
                    <a:pt x="-2300" y="0"/>
                    <a:pt x="-2359" y="14463"/>
                    <a:pt x="6989" y="14463"/>
                  </a:cubicBezTo>
                  <a:cubicBezTo>
                    <a:pt x="16337" y="14463"/>
                    <a:pt x="16337" y="0"/>
                    <a:pt x="6989" y="0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="" xmlns:a16="http://schemas.microsoft.com/office/drawing/2014/main" id="{D306DADA-1A00-2E71-AC2C-046695E51AA5}"/>
                </a:ext>
              </a:extLst>
            </p:cNvPr>
            <p:cNvSpPr/>
            <p:nvPr/>
          </p:nvSpPr>
          <p:spPr>
            <a:xfrm>
              <a:off x="8979037" y="4730830"/>
              <a:ext cx="28197" cy="29160"/>
            </a:xfrm>
            <a:custGeom>
              <a:avLst/>
              <a:gdLst>
                <a:gd name="connsiteX0" fmla="*/ 14088 w 28197"/>
                <a:gd name="connsiteY0" fmla="*/ 0 h 29160"/>
                <a:gd name="connsiteX1" fmla="*/ 14088 w 28197"/>
                <a:gd name="connsiteY1" fmla="*/ 29161 h 29160"/>
                <a:gd name="connsiteX2" fmla="*/ 14088 w 28197"/>
                <a:gd name="connsiteY2" fmla="*/ 0 h 29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197" h="29160">
                  <a:moveTo>
                    <a:pt x="14088" y="0"/>
                  </a:moveTo>
                  <a:cubicBezTo>
                    <a:pt x="-4667" y="0"/>
                    <a:pt x="-4725" y="29161"/>
                    <a:pt x="14088" y="29161"/>
                  </a:cubicBezTo>
                  <a:cubicBezTo>
                    <a:pt x="32901" y="29161"/>
                    <a:pt x="32901" y="0"/>
                    <a:pt x="14088" y="0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="" xmlns:a16="http://schemas.microsoft.com/office/drawing/2014/main" id="{A5704E96-25BE-44D0-E090-5EE2EFEDA60D}"/>
                </a:ext>
              </a:extLst>
            </p:cNvPr>
            <p:cNvSpPr/>
            <p:nvPr/>
          </p:nvSpPr>
          <p:spPr>
            <a:xfrm>
              <a:off x="8971571" y="4858055"/>
              <a:ext cx="22201" cy="22987"/>
            </a:xfrm>
            <a:custGeom>
              <a:avLst/>
              <a:gdLst>
                <a:gd name="connsiteX0" fmla="*/ 11090 w 22201"/>
                <a:gd name="connsiteY0" fmla="*/ 0 h 22987"/>
                <a:gd name="connsiteX1" fmla="*/ 11090 w 22201"/>
                <a:gd name="connsiteY1" fmla="*/ 22987 h 22987"/>
                <a:gd name="connsiteX2" fmla="*/ 11090 w 22201"/>
                <a:gd name="connsiteY2" fmla="*/ 0 h 22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201" h="22987">
                  <a:moveTo>
                    <a:pt x="11090" y="0"/>
                  </a:moveTo>
                  <a:cubicBezTo>
                    <a:pt x="-3667" y="0"/>
                    <a:pt x="-3726" y="22987"/>
                    <a:pt x="11090" y="22987"/>
                  </a:cubicBezTo>
                  <a:cubicBezTo>
                    <a:pt x="25905" y="22987"/>
                    <a:pt x="25905" y="0"/>
                    <a:pt x="11090" y="0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="" xmlns:a16="http://schemas.microsoft.com/office/drawing/2014/main" id="{8405406F-6DD3-27A5-4ED9-B57D6BDB31E8}"/>
                </a:ext>
              </a:extLst>
            </p:cNvPr>
            <p:cNvSpPr/>
            <p:nvPr/>
          </p:nvSpPr>
          <p:spPr>
            <a:xfrm>
              <a:off x="8890725" y="4753641"/>
              <a:ext cx="21958" cy="22752"/>
            </a:xfrm>
            <a:custGeom>
              <a:avLst/>
              <a:gdLst>
                <a:gd name="connsiteX0" fmla="*/ 10979 w 21958"/>
                <a:gd name="connsiteY0" fmla="*/ 0 h 22752"/>
                <a:gd name="connsiteX1" fmla="*/ 10979 w 21958"/>
                <a:gd name="connsiteY1" fmla="*/ 22752 h 22752"/>
                <a:gd name="connsiteX2" fmla="*/ 10979 w 21958"/>
                <a:gd name="connsiteY2" fmla="*/ 0 h 22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958" h="22752">
                  <a:moveTo>
                    <a:pt x="10979" y="0"/>
                  </a:moveTo>
                  <a:cubicBezTo>
                    <a:pt x="-3660" y="0"/>
                    <a:pt x="-3660" y="22752"/>
                    <a:pt x="10979" y="22752"/>
                  </a:cubicBezTo>
                  <a:cubicBezTo>
                    <a:pt x="25618" y="22752"/>
                    <a:pt x="25618" y="0"/>
                    <a:pt x="10979" y="0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="" xmlns:a16="http://schemas.microsoft.com/office/drawing/2014/main" id="{08736D71-28A2-EC83-877A-12283FA87F6D}"/>
                </a:ext>
              </a:extLst>
            </p:cNvPr>
            <p:cNvSpPr/>
            <p:nvPr/>
          </p:nvSpPr>
          <p:spPr>
            <a:xfrm>
              <a:off x="8798555" y="4758345"/>
              <a:ext cx="12875" cy="13345"/>
            </a:xfrm>
            <a:custGeom>
              <a:avLst/>
              <a:gdLst>
                <a:gd name="connsiteX0" fmla="*/ 6438 w 12875"/>
                <a:gd name="connsiteY0" fmla="*/ 0 h 13345"/>
                <a:gd name="connsiteX1" fmla="*/ 6438 w 12875"/>
                <a:gd name="connsiteY1" fmla="*/ 13346 h 13345"/>
                <a:gd name="connsiteX2" fmla="*/ 6438 w 12875"/>
                <a:gd name="connsiteY2" fmla="*/ 0 h 13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875" h="13345">
                  <a:moveTo>
                    <a:pt x="6438" y="0"/>
                  </a:moveTo>
                  <a:cubicBezTo>
                    <a:pt x="-2146" y="0"/>
                    <a:pt x="-2146" y="13346"/>
                    <a:pt x="6438" y="13346"/>
                  </a:cubicBezTo>
                  <a:cubicBezTo>
                    <a:pt x="15021" y="13346"/>
                    <a:pt x="15021" y="0"/>
                    <a:pt x="6438" y="0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="" xmlns:a16="http://schemas.microsoft.com/office/drawing/2014/main" id="{8681002F-1938-69AF-41FE-89073E839BB6}"/>
                </a:ext>
              </a:extLst>
            </p:cNvPr>
            <p:cNvSpPr/>
            <p:nvPr/>
          </p:nvSpPr>
          <p:spPr>
            <a:xfrm>
              <a:off x="8883169" y="4657619"/>
              <a:ext cx="34425" cy="34484"/>
            </a:xfrm>
            <a:custGeom>
              <a:avLst/>
              <a:gdLst>
                <a:gd name="connsiteX0" fmla="*/ 33821 w 34425"/>
                <a:gd name="connsiteY0" fmla="*/ 12656 h 34484"/>
                <a:gd name="connsiteX1" fmla="*/ 29412 w 34425"/>
                <a:gd name="connsiteY1" fmla="*/ 5072 h 34484"/>
                <a:gd name="connsiteX2" fmla="*/ 25943 w 34425"/>
                <a:gd name="connsiteY2" fmla="*/ 2368 h 34484"/>
                <a:gd name="connsiteX3" fmla="*/ 17242 w 34425"/>
                <a:gd name="connsiteY3" fmla="*/ 16 h 34484"/>
                <a:gd name="connsiteX4" fmla="*/ 10599 w 34425"/>
                <a:gd name="connsiteY4" fmla="*/ 1486 h 34484"/>
                <a:gd name="connsiteX5" fmla="*/ 5072 w 34425"/>
                <a:gd name="connsiteY5" fmla="*/ 5072 h 34484"/>
                <a:gd name="connsiteX6" fmla="*/ 1486 w 34425"/>
                <a:gd name="connsiteY6" fmla="*/ 10599 h 34484"/>
                <a:gd name="connsiteX7" fmla="*/ 16 w 34425"/>
                <a:gd name="connsiteY7" fmla="*/ 17242 h 34484"/>
                <a:gd name="connsiteX8" fmla="*/ 604 w 34425"/>
                <a:gd name="connsiteY8" fmla="*/ 21828 h 34484"/>
                <a:gd name="connsiteX9" fmla="*/ 5013 w 34425"/>
                <a:gd name="connsiteY9" fmla="*/ 29412 h 34484"/>
                <a:gd name="connsiteX10" fmla="*/ 8482 w 34425"/>
                <a:gd name="connsiteY10" fmla="*/ 32116 h 34484"/>
                <a:gd name="connsiteX11" fmla="*/ 17183 w 34425"/>
                <a:gd name="connsiteY11" fmla="*/ 34468 h 34484"/>
                <a:gd name="connsiteX12" fmla="*/ 23827 w 34425"/>
                <a:gd name="connsiteY12" fmla="*/ 32998 h 34484"/>
                <a:gd name="connsiteX13" fmla="*/ 29353 w 34425"/>
                <a:gd name="connsiteY13" fmla="*/ 29412 h 34484"/>
                <a:gd name="connsiteX14" fmla="*/ 32939 w 34425"/>
                <a:gd name="connsiteY14" fmla="*/ 23885 h 34484"/>
                <a:gd name="connsiteX15" fmla="*/ 34409 w 34425"/>
                <a:gd name="connsiteY15" fmla="*/ 17242 h 34484"/>
                <a:gd name="connsiteX16" fmla="*/ 33821 w 34425"/>
                <a:gd name="connsiteY16" fmla="*/ 12656 h 34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425" h="34484">
                  <a:moveTo>
                    <a:pt x="33821" y="12656"/>
                  </a:moveTo>
                  <a:cubicBezTo>
                    <a:pt x="32998" y="9717"/>
                    <a:pt x="31528" y="7189"/>
                    <a:pt x="29412" y="5072"/>
                  </a:cubicBezTo>
                  <a:lnTo>
                    <a:pt x="25943" y="2368"/>
                  </a:lnTo>
                  <a:cubicBezTo>
                    <a:pt x="23239" y="780"/>
                    <a:pt x="20358" y="16"/>
                    <a:pt x="17242" y="16"/>
                  </a:cubicBezTo>
                  <a:cubicBezTo>
                    <a:pt x="14890" y="-101"/>
                    <a:pt x="12656" y="428"/>
                    <a:pt x="10599" y="1486"/>
                  </a:cubicBezTo>
                  <a:cubicBezTo>
                    <a:pt x="8482" y="2191"/>
                    <a:pt x="6601" y="3367"/>
                    <a:pt x="5072" y="5072"/>
                  </a:cubicBezTo>
                  <a:cubicBezTo>
                    <a:pt x="3367" y="6660"/>
                    <a:pt x="2191" y="8482"/>
                    <a:pt x="1486" y="10599"/>
                  </a:cubicBezTo>
                  <a:cubicBezTo>
                    <a:pt x="428" y="12656"/>
                    <a:pt x="-101" y="14890"/>
                    <a:pt x="16" y="17242"/>
                  </a:cubicBezTo>
                  <a:lnTo>
                    <a:pt x="604" y="21828"/>
                  </a:lnTo>
                  <a:cubicBezTo>
                    <a:pt x="1427" y="24767"/>
                    <a:pt x="2897" y="27295"/>
                    <a:pt x="5013" y="29412"/>
                  </a:cubicBezTo>
                  <a:cubicBezTo>
                    <a:pt x="6189" y="30294"/>
                    <a:pt x="7365" y="31234"/>
                    <a:pt x="8482" y="32116"/>
                  </a:cubicBezTo>
                  <a:cubicBezTo>
                    <a:pt x="11187" y="33704"/>
                    <a:pt x="14067" y="34468"/>
                    <a:pt x="17183" y="34468"/>
                  </a:cubicBezTo>
                  <a:cubicBezTo>
                    <a:pt x="19535" y="34585"/>
                    <a:pt x="21769" y="34056"/>
                    <a:pt x="23827" y="32998"/>
                  </a:cubicBezTo>
                  <a:cubicBezTo>
                    <a:pt x="25943" y="32293"/>
                    <a:pt x="27825" y="31117"/>
                    <a:pt x="29353" y="29412"/>
                  </a:cubicBezTo>
                  <a:cubicBezTo>
                    <a:pt x="31058" y="27824"/>
                    <a:pt x="32234" y="26002"/>
                    <a:pt x="32939" y="23885"/>
                  </a:cubicBezTo>
                  <a:cubicBezTo>
                    <a:pt x="33998" y="21828"/>
                    <a:pt x="34527" y="19594"/>
                    <a:pt x="34409" y="17242"/>
                  </a:cubicBezTo>
                  <a:cubicBezTo>
                    <a:pt x="34233" y="15713"/>
                    <a:pt x="33998" y="14185"/>
                    <a:pt x="33821" y="12656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="" xmlns:a16="http://schemas.microsoft.com/office/drawing/2014/main" id="{B153BD73-4A4B-48D8-813A-D1EB9A298259}"/>
                </a:ext>
              </a:extLst>
            </p:cNvPr>
            <p:cNvSpPr/>
            <p:nvPr/>
          </p:nvSpPr>
          <p:spPr>
            <a:xfrm>
              <a:off x="8681494" y="4687031"/>
              <a:ext cx="14440" cy="14933"/>
            </a:xfrm>
            <a:custGeom>
              <a:avLst/>
              <a:gdLst>
                <a:gd name="connsiteX0" fmla="*/ 7209 w 14440"/>
                <a:gd name="connsiteY0" fmla="*/ 0 h 14933"/>
                <a:gd name="connsiteX1" fmla="*/ 7209 w 14440"/>
                <a:gd name="connsiteY1" fmla="*/ 14933 h 14933"/>
                <a:gd name="connsiteX2" fmla="*/ 7209 w 14440"/>
                <a:gd name="connsiteY2" fmla="*/ 0 h 14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40" h="14933">
                  <a:moveTo>
                    <a:pt x="7209" y="0"/>
                  </a:moveTo>
                  <a:cubicBezTo>
                    <a:pt x="-2374" y="0"/>
                    <a:pt x="-2432" y="14933"/>
                    <a:pt x="7209" y="14933"/>
                  </a:cubicBezTo>
                  <a:cubicBezTo>
                    <a:pt x="16851" y="14933"/>
                    <a:pt x="16851" y="0"/>
                    <a:pt x="7209" y="0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="" xmlns:a16="http://schemas.microsoft.com/office/drawing/2014/main" id="{C8F33D86-F849-AFB8-9FB1-8BB661982FD4}"/>
                </a:ext>
              </a:extLst>
            </p:cNvPr>
            <p:cNvSpPr/>
            <p:nvPr/>
          </p:nvSpPr>
          <p:spPr>
            <a:xfrm>
              <a:off x="8650768" y="4588085"/>
              <a:ext cx="28837" cy="29866"/>
            </a:xfrm>
            <a:custGeom>
              <a:avLst/>
              <a:gdLst>
                <a:gd name="connsiteX0" fmla="*/ 14419 w 28837"/>
                <a:gd name="connsiteY0" fmla="*/ 0 h 29866"/>
                <a:gd name="connsiteX1" fmla="*/ 14419 w 28837"/>
                <a:gd name="connsiteY1" fmla="*/ 29866 h 29866"/>
                <a:gd name="connsiteX2" fmla="*/ 14419 w 28837"/>
                <a:gd name="connsiteY2" fmla="*/ 0 h 29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37" h="29866">
                  <a:moveTo>
                    <a:pt x="14419" y="0"/>
                  </a:moveTo>
                  <a:cubicBezTo>
                    <a:pt x="-4806" y="0"/>
                    <a:pt x="-4806" y="29866"/>
                    <a:pt x="14419" y="29866"/>
                  </a:cubicBezTo>
                  <a:cubicBezTo>
                    <a:pt x="33643" y="29866"/>
                    <a:pt x="33643" y="0"/>
                    <a:pt x="14419" y="0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="" xmlns:a16="http://schemas.microsoft.com/office/drawing/2014/main" id="{071066F9-FF48-09C2-A34C-FDE805CC0D67}"/>
                </a:ext>
              </a:extLst>
            </p:cNvPr>
            <p:cNvSpPr/>
            <p:nvPr/>
          </p:nvSpPr>
          <p:spPr>
            <a:xfrm>
              <a:off x="8597650" y="4663044"/>
              <a:ext cx="27955" cy="28925"/>
            </a:xfrm>
            <a:custGeom>
              <a:avLst/>
              <a:gdLst>
                <a:gd name="connsiteX0" fmla="*/ 13978 w 27955"/>
                <a:gd name="connsiteY0" fmla="*/ 0 h 28925"/>
                <a:gd name="connsiteX1" fmla="*/ 13978 w 27955"/>
                <a:gd name="connsiteY1" fmla="*/ 28925 h 28925"/>
                <a:gd name="connsiteX2" fmla="*/ 13978 w 27955"/>
                <a:gd name="connsiteY2" fmla="*/ 0 h 28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955" h="28925">
                  <a:moveTo>
                    <a:pt x="13978" y="0"/>
                  </a:moveTo>
                  <a:cubicBezTo>
                    <a:pt x="-4659" y="0"/>
                    <a:pt x="-4659" y="28925"/>
                    <a:pt x="13978" y="28925"/>
                  </a:cubicBezTo>
                  <a:cubicBezTo>
                    <a:pt x="32615" y="28925"/>
                    <a:pt x="32615" y="0"/>
                    <a:pt x="13978" y="0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="" xmlns:a16="http://schemas.microsoft.com/office/drawing/2014/main" id="{EBC41FCB-513E-A53B-5D54-AC1191436DBF}"/>
                </a:ext>
              </a:extLst>
            </p:cNvPr>
            <p:cNvSpPr/>
            <p:nvPr/>
          </p:nvSpPr>
          <p:spPr>
            <a:xfrm>
              <a:off x="8992721" y="4572152"/>
              <a:ext cx="21760" cy="22517"/>
            </a:xfrm>
            <a:custGeom>
              <a:avLst/>
              <a:gdLst>
                <a:gd name="connsiteX0" fmla="*/ 10869 w 21760"/>
                <a:gd name="connsiteY0" fmla="*/ 0 h 22517"/>
                <a:gd name="connsiteX1" fmla="*/ 10869 w 21760"/>
                <a:gd name="connsiteY1" fmla="*/ 22517 h 22517"/>
                <a:gd name="connsiteX2" fmla="*/ 10869 w 21760"/>
                <a:gd name="connsiteY2" fmla="*/ 0 h 22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760" h="22517">
                  <a:moveTo>
                    <a:pt x="10869" y="0"/>
                  </a:moveTo>
                  <a:cubicBezTo>
                    <a:pt x="-3594" y="0"/>
                    <a:pt x="-3652" y="22517"/>
                    <a:pt x="10869" y="22517"/>
                  </a:cubicBezTo>
                  <a:cubicBezTo>
                    <a:pt x="25391" y="22517"/>
                    <a:pt x="25391" y="0"/>
                    <a:pt x="10869" y="0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="" xmlns:a16="http://schemas.microsoft.com/office/drawing/2014/main" id="{D1B86B78-131C-0896-A48B-6826008C46BA}"/>
                </a:ext>
              </a:extLst>
            </p:cNvPr>
            <p:cNvSpPr/>
            <p:nvPr/>
          </p:nvSpPr>
          <p:spPr>
            <a:xfrm>
              <a:off x="9090072" y="4565444"/>
              <a:ext cx="23003" cy="24058"/>
            </a:xfrm>
            <a:custGeom>
              <a:avLst/>
              <a:gdLst>
                <a:gd name="connsiteX0" fmla="*/ 21988 w 23003"/>
                <a:gd name="connsiteY0" fmla="*/ 7061 h 24058"/>
                <a:gd name="connsiteX1" fmla="*/ 19636 w 23003"/>
                <a:gd name="connsiteY1" fmla="*/ 3357 h 24058"/>
                <a:gd name="connsiteX2" fmla="*/ 15933 w 23003"/>
                <a:gd name="connsiteY2" fmla="*/ 1006 h 24058"/>
                <a:gd name="connsiteX3" fmla="*/ 11523 w 23003"/>
                <a:gd name="connsiteY3" fmla="*/ 6 h 24058"/>
                <a:gd name="connsiteX4" fmla="*/ 8466 w 23003"/>
                <a:gd name="connsiteY4" fmla="*/ 418 h 24058"/>
                <a:gd name="connsiteX5" fmla="*/ 3410 w 23003"/>
                <a:gd name="connsiteY5" fmla="*/ 3357 h 24058"/>
                <a:gd name="connsiteX6" fmla="*/ 1587 w 23003"/>
                <a:gd name="connsiteY6" fmla="*/ 5709 h 24058"/>
                <a:gd name="connsiteX7" fmla="*/ 0 w 23003"/>
                <a:gd name="connsiteY7" fmla="*/ 11529 h 24058"/>
                <a:gd name="connsiteX8" fmla="*/ 412 w 23003"/>
                <a:gd name="connsiteY8" fmla="*/ 15586 h 24058"/>
                <a:gd name="connsiteX9" fmla="*/ 1587 w 23003"/>
                <a:gd name="connsiteY9" fmla="*/ 18349 h 24058"/>
                <a:gd name="connsiteX10" fmla="*/ 4527 w 23003"/>
                <a:gd name="connsiteY10" fmla="*/ 21583 h 24058"/>
                <a:gd name="connsiteX11" fmla="*/ 7055 w 23003"/>
                <a:gd name="connsiteY11" fmla="*/ 23053 h 24058"/>
                <a:gd name="connsiteX12" fmla="*/ 11464 w 23003"/>
                <a:gd name="connsiteY12" fmla="*/ 24052 h 24058"/>
                <a:gd name="connsiteX13" fmla="*/ 14521 w 23003"/>
                <a:gd name="connsiteY13" fmla="*/ 23640 h 24058"/>
                <a:gd name="connsiteX14" fmla="*/ 17285 w 23003"/>
                <a:gd name="connsiteY14" fmla="*/ 22465 h 24058"/>
                <a:gd name="connsiteX15" fmla="*/ 20518 w 23003"/>
                <a:gd name="connsiteY15" fmla="*/ 19525 h 24058"/>
                <a:gd name="connsiteX16" fmla="*/ 22576 w 23003"/>
                <a:gd name="connsiteY16" fmla="*/ 15645 h 24058"/>
                <a:gd name="connsiteX17" fmla="*/ 22811 w 23003"/>
                <a:gd name="connsiteY17" fmla="*/ 14057 h 24058"/>
                <a:gd name="connsiteX18" fmla="*/ 22987 w 23003"/>
                <a:gd name="connsiteY18" fmla="*/ 12470 h 24058"/>
                <a:gd name="connsiteX19" fmla="*/ 22987 w 23003"/>
                <a:gd name="connsiteY19" fmla="*/ 11529 h 24058"/>
                <a:gd name="connsiteX20" fmla="*/ 21988 w 23003"/>
                <a:gd name="connsiteY20" fmla="*/ 7120 h 24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3003" h="24058">
                  <a:moveTo>
                    <a:pt x="21988" y="7061"/>
                  </a:moveTo>
                  <a:cubicBezTo>
                    <a:pt x="21518" y="5650"/>
                    <a:pt x="20753" y="4416"/>
                    <a:pt x="19636" y="3357"/>
                  </a:cubicBezTo>
                  <a:cubicBezTo>
                    <a:pt x="18578" y="2240"/>
                    <a:pt x="17344" y="1417"/>
                    <a:pt x="15933" y="1006"/>
                  </a:cubicBezTo>
                  <a:cubicBezTo>
                    <a:pt x="14580" y="300"/>
                    <a:pt x="13111" y="-52"/>
                    <a:pt x="11523" y="6"/>
                  </a:cubicBezTo>
                  <a:cubicBezTo>
                    <a:pt x="10524" y="124"/>
                    <a:pt x="9465" y="300"/>
                    <a:pt x="8466" y="418"/>
                  </a:cubicBezTo>
                  <a:cubicBezTo>
                    <a:pt x="6526" y="947"/>
                    <a:pt x="4821" y="1946"/>
                    <a:pt x="3410" y="3357"/>
                  </a:cubicBezTo>
                  <a:cubicBezTo>
                    <a:pt x="2822" y="4122"/>
                    <a:pt x="2234" y="4886"/>
                    <a:pt x="1587" y="5709"/>
                  </a:cubicBezTo>
                  <a:cubicBezTo>
                    <a:pt x="529" y="7473"/>
                    <a:pt x="0" y="9413"/>
                    <a:pt x="0" y="11529"/>
                  </a:cubicBezTo>
                  <a:cubicBezTo>
                    <a:pt x="0" y="12882"/>
                    <a:pt x="0" y="14351"/>
                    <a:pt x="412" y="15586"/>
                  </a:cubicBezTo>
                  <a:cubicBezTo>
                    <a:pt x="823" y="16527"/>
                    <a:pt x="1176" y="17409"/>
                    <a:pt x="1587" y="18349"/>
                  </a:cubicBezTo>
                  <a:cubicBezTo>
                    <a:pt x="2293" y="19701"/>
                    <a:pt x="3292" y="20760"/>
                    <a:pt x="4527" y="21583"/>
                  </a:cubicBezTo>
                  <a:cubicBezTo>
                    <a:pt x="5232" y="22288"/>
                    <a:pt x="6114" y="22759"/>
                    <a:pt x="7055" y="23053"/>
                  </a:cubicBezTo>
                  <a:cubicBezTo>
                    <a:pt x="8407" y="23758"/>
                    <a:pt x="9877" y="24111"/>
                    <a:pt x="11464" y="24052"/>
                  </a:cubicBezTo>
                  <a:lnTo>
                    <a:pt x="14521" y="23640"/>
                  </a:lnTo>
                  <a:cubicBezTo>
                    <a:pt x="15462" y="23229"/>
                    <a:pt x="16344" y="22876"/>
                    <a:pt x="17285" y="22465"/>
                  </a:cubicBezTo>
                  <a:cubicBezTo>
                    <a:pt x="18637" y="21759"/>
                    <a:pt x="19695" y="20760"/>
                    <a:pt x="20518" y="19525"/>
                  </a:cubicBezTo>
                  <a:cubicBezTo>
                    <a:pt x="21518" y="18408"/>
                    <a:pt x="22223" y="17115"/>
                    <a:pt x="22576" y="15645"/>
                  </a:cubicBezTo>
                  <a:cubicBezTo>
                    <a:pt x="22752" y="15175"/>
                    <a:pt x="22811" y="14645"/>
                    <a:pt x="22811" y="14057"/>
                  </a:cubicBezTo>
                  <a:cubicBezTo>
                    <a:pt x="22929" y="13528"/>
                    <a:pt x="23046" y="12999"/>
                    <a:pt x="22987" y="12470"/>
                  </a:cubicBezTo>
                  <a:lnTo>
                    <a:pt x="22987" y="11529"/>
                  </a:lnTo>
                  <a:cubicBezTo>
                    <a:pt x="23046" y="9942"/>
                    <a:pt x="22693" y="8472"/>
                    <a:pt x="21988" y="7120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="" xmlns:a16="http://schemas.microsoft.com/office/drawing/2014/main" id="{1054F7FD-37E1-1ADE-B3DC-69ED3F87D8F9}"/>
                </a:ext>
              </a:extLst>
            </p:cNvPr>
            <p:cNvSpPr/>
            <p:nvPr/>
          </p:nvSpPr>
          <p:spPr>
            <a:xfrm>
              <a:off x="8852613" y="5019084"/>
              <a:ext cx="15237" cy="14462"/>
            </a:xfrm>
            <a:custGeom>
              <a:avLst/>
              <a:gdLst>
                <a:gd name="connsiteX0" fmla="*/ 14992 w 15237"/>
                <a:gd name="connsiteY0" fmla="*/ 5350 h 14462"/>
                <a:gd name="connsiteX1" fmla="*/ 13169 w 15237"/>
                <a:gd name="connsiteY1" fmla="*/ 2234 h 14462"/>
                <a:gd name="connsiteX2" fmla="*/ 11700 w 15237"/>
                <a:gd name="connsiteY2" fmla="*/ 1117 h 14462"/>
                <a:gd name="connsiteX3" fmla="*/ 8113 w 15237"/>
                <a:gd name="connsiteY3" fmla="*/ 118 h 14462"/>
                <a:gd name="connsiteX4" fmla="*/ 7231 w 15237"/>
                <a:gd name="connsiteY4" fmla="*/ 0 h 14462"/>
                <a:gd name="connsiteX5" fmla="*/ 4468 w 15237"/>
                <a:gd name="connsiteY5" fmla="*/ 647 h 14462"/>
                <a:gd name="connsiteX6" fmla="*/ 2116 w 15237"/>
                <a:gd name="connsiteY6" fmla="*/ 2116 h 14462"/>
                <a:gd name="connsiteX7" fmla="*/ 647 w 15237"/>
                <a:gd name="connsiteY7" fmla="*/ 4468 h 14462"/>
                <a:gd name="connsiteX8" fmla="*/ 0 w 15237"/>
                <a:gd name="connsiteY8" fmla="*/ 7231 h 14462"/>
                <a:gd name="connsiteX9" fmla="*/ 235 w 15237"/>
                <a:gd name="connsiteY9" fmla="*/ 9171 h 14462"/>
                <a:gd name="connsiteX10" fmla="*/ 2116 w 15237"/>
                <a:gd name="connsiteY10" fmla="*/ 12346 h 14462"/>
                <a:gd name="connsiteX11" fmla="*/ 3586 w 15237"/>
                <a:gd name="connsiteY11" fmla="*/ 13463 h 14462"/>
                <a:gd name="connsiteX12" fmla="*/ 7231 w 15237"/>
                <a:gd name="connsiteY12" fmla="*/ 14463 h 14462"/>
                <a:gd name="connsiteX13" fmla="*/ 8113 w 15237"/>
                <a:gd name="connsiteY13" fmla="*/ 14345 h 14462"/>
                <a:gd name="connsiteX14" fmla="*/ 10876 w 15237"/>
                <a:gd name="connsiteY14" fmla="*/ 13757 h 14462"/>
                <a:gd name="connsiteX15" fmla="*/ 13169 w 15237"/>
                <a:gd name="connsiteY15" fmla="*/ 12287 h 14462"/>
                <a:gd name="connsiteX16" fmla="*/ 14639 w 15237"/>
                <a:gd name="connsiteY16" fmla="*/ 9995 h 14462"/>
                <a:gd name="connsiteX17" fmla="*/ 15227 w 15237"/>
                <a:gd name="connsiteY17" fmla="*/ 7231 h 14462"/>
                <a:gd name="connsiteX18" fmla="*/ 14992 w 15237"/>
                <a:gd name="connsiteY18" fmla="*/ 5350 h 14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237" h="14462">
                  <a:moveTo>
                    <a:pt x="14992" y="5350"/>
                  </a:moveTo>
                  <a:cubicBezTo>
                    <a:pt x="14639" y="4115"/>
                    <a:pt x="14051" y="3116"/>
                    <a:pt x="13169" y="2234"/>
                  </a:cubicBezTo>
                  <a:cubicBezTo>
                    <a:pt x="12699" y="1881"/>
                    <a:pt x="12229" y="1470"/>
                    <a:pt x="11700" y="1117"/>
                  </a:cubicBezTo>
                  <a:cubicBezTo>
                    <a:pt x="10582" y="470"/>
                    <a:pt x="9407" y="176"/>
                    <a:pt x="8113" y="118"/>
                  </a:cubicBezTo>
                  <a:lnTo>
                    <a:pt x="7231" y="0"/>
                  </a:lnTo>
                  <a:cubicBezTo>
                    <a:pt x="6232" y="0"/>
                    <a:pt x="5291" y="176"/>
                    <a:pt x="4468" y="647"/>
                  </a:cubicBezTo>
                  <a:cubicBezTo>
                    <a:pt x="3586" y="941"/>
                    <a:pt x="2822" y="1411"/>
                    <a:pt x="2116" y="2116"/>
                  </a:cubicBezTo>
                  <a:cubicBezTo>
                    <a:pt x="1411" y="2763"/>
                    <a:pt x="941" y="3527"/>
                    <a:pt x="647" y="4468"/>
                  </a:cubicBezTo>
                  <a:cubicBezTo>
                    <a:pt x="176" y="5350"/>
                    <a:pt x="0" y="6232"/>
                    <a:pt x="0" y="7231"/>
                  </a:cubicBezTo>
                  <a:cubicBezTo>
                    <a:pt x="59" y="7878"/>
                    <a:pt x="176" y="8525"/>
                    <a:pt x="235" y="9171"/>
                  </a:cubicBezTo>
                  <a:cubicBezTo>
                    <a:pt x="588" y="10406"/>
                    <a:pt x="1176" y="11464"/>
                    <a:pt x="2116" y="12346"/>
                  </a:cubicBezTo>
                  <a:cubicBezTo>
                    <a:pt x="2587" y="12699"/>
                    <a:pt x="3116" y="13110"/>
                    <a:pt x="3586" y="13463"/>
                  </a:cubicBezTo>
                  <a:cubicBezTo>
                    <a:pt x="4703" y="14110"/>
                    <a:pt x="5938" y="14463"/>
                    <a:pt x="7231" y="14463"/>
                  </a:cubicBezTo>
                  <a:cubicBezTo>
                    <a:pt x="7525" y="14463"/>
                    <a:pt x="7819" y="14404"/>
                    <a:pt x="8113" y="14345"/>
                  </a:cubicBezTo>
                  <a:cubicBezTo>
                    <a:pt x="9113" y="14345"/>
                    <a:pt x="9995" y="14169"/>
                    <a:pt x="10876" y="13757"/>
                  </a:cubicBezTo>
                  <a:cubicBezTo>
                    <a:pt x="11758" y="13463"/>
                    <a:pt x="12523" y="12993"/>
                    <a:pt x="13169" y="12287"/>
                  </a:cubicBezTo>
                  <a:cubicBezTo>
                    <a:pt x="13875" y="11641"/>
                    <a:pt x="14345" y="10876"/>
                    <a:pt x="14639" y="9995"/>
                  </a:cubicBezTo>
                  <a:cubicBezTo>
                    <a:pt x="15109" y="9171"/>
                    <a:pt x="15286" y="8231"/>
                    <a:pt x="15227" y="7231"/>
                  </a:cubicBezTo>
                  <a:cubicBezTo>
                    <a:pt x="15168" y="6585"/>
                    <a:pt x="15051" y="5997"/>
                    <a:pt x="14992" y="5350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="" xmlns:a16="http://schemas.microsoft.com/office/drawing/2014/main" id="{9B190C87-D511-81DB-F5D0-6237BF9E57BD}"/>
                </a:ext>
              </a:extLst>
            </p:cNvPr>
            <p:cNvSpPr/>
            <p:nvPr/>
          </p:nvSpPr>
          <p:spPr>
            <a:xfrm>
              <a:off x="9025460" y="4513478"/>
              <a:ext cx="21517" cy="22281"/>
            </a:xfrm>
            <a:custGeom>
              <a:avLst/>
              <a:gdLst>
                <a:gd name="connsiteX0" fmla="*/ 10759 w 21517"/>
                <a:gd name="connsiteY0" fmla="*/ 0 h 22281"/>
                <a:gd name="connsiteX1" fmla="*/ 10759 w 21517"/>
                <a:gd name="connsiteY1" fmla="*/ 22282 h 22281"/>
                <a:gd name="connsiteX2" fmla="*/ 10759 w 21517"/>
                <a:gd name="connsiteY2" fmla="*/ 0 h 22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517" h="22281">
                  <a:moveTo>
                    <a:pt x="10759" y="0"/>
                  </a:moveTo>
                  <a:cubicBezTo>
                    <a:pt x="-3586" y="0"/>
                    <a:pt x="-3586" y="22282"/>
                    <a:pt x="10759" y="22282"/>
                  </a:cubicBezTo>
                  <a:cubicBezTo>
                    <a:pt x="25104" y="22282"/>
                    <a:pt x="25104" y="0"/>
                    <a:pt x="10759" y="0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="" xmlns:a16="http://schemas.microsoft.com/office/drawing/2014/main" id="{A59AE7DA-AFF4-295E-90BC-B9F208DB64B3}"/>
                </a:ext>
              </a:extLst>
            </p:cNvPr>
            <p:cNvSpPr/>
            <p:nvPr/>
          </p:nvSpPr>
          <p:spPr>
            <a:xfrm>
              <a:off x="9038593" y="4626005"/>
              <a:ext cx="16204" cy="16755"/>
            </a:xfrm>
            <a:custGeom>
              <a:avLst/>
              <a:gdLst>
                <a:gd name="connsiteX0" fmla="*/ 8091 w 16204"/>
                <a:gd name="connsiteY0" fmla="*/ 0 h 16755"/>
                <a:gd name="connsiteX1" fmla="*/ 8091 w 16204"/>
                <a:gd name="connsiteY1" fmla="*/ 16756 h 16755"/>
                <a:gd name="connsiteX2" fmla="*/ 8091 w 16204"/>
                <a:gd name="connsiteY2" fmla="*/ 0 h 16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204" h="16755">
                  <a:moveTo>
                    <a:pt x="8091" y="0"/>
                  </a:moveTo>
                  <a:cubicBezTo>
                    <a:pt x="-2668" y="0"/>
                    <a:pt x="-2726" y="16756"/>
                    <a:pt x="8091" y="16756"/>
                  </a:cubicBezTo>
                  <a:cubicBezTo>
                    <a:pt x="18909" y="16756"/>
                    <a:pt x="18909" y="0"/>
                    <a:pt x="8091" y="0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="" xmlns:a16="http://schemas.microsoft.com/office/drawing/2014/main" id="{07A25174-6842-57D5-EA19-FAFAF4BE53A1}"/>
                </a:ext>
              </a:extLst>
            </p:cNvPr>
            <p:cNvSpPr/>
            <p:nvPr/>
          </p:nvSpPr>
          <p:spPr>
            <a:xfrm>
              <a:off x="8727323" y="5239605"/>
              <a:ext cx="26174" cy="26174"/>
            </a:xfrm>
            <a:custGeom>
              <a:avLst/>
              <a:gdLst>
                <a:gd name="connsiteX0" fmla="*/ 25698 w 26174"/>
                <a:gd name="connsiteY0" fmla="*/ 9589 h 26174"/>
                <a:gd name="connsiteX1" fmla="*/ 22347 w 26174"/>
                <a:gd name="connsiteY1" fmla="*/ 3828 h 26174"/>
                <a:gd name="connsiteX2" fmla="*/ 19701 w 26174"/>
                <a:gd name="connsiteY2" fmla="*/ 1770 h 26174"/>
                <a:gd name="connsiteX3" fmla="*/ 13117 w 26174"/>
                <a:gd name="connsiteY3" fmla="*/ 6 h 26174"/>
                <a:gd name="connsiteX4" fmla="*/ 8061 w 26174"/>
                <a:gd name="connsiteY4" fmla="*/ 1123 h 26174"/>
                <a:gd name="connsiteX5" fmla="*/ 3828 w 26174"/>
                <a:gd name="connsiteY5" fmla="*/ 3828 h 26174"/>
                <a:gd name="connsiteX6" fmla="*/ 1123 w 26174"/>
                <a:gd name="connsiteY6" fmla="*/ 8061 h 26174"/>
                <a:gd name="connsiteX7" fmla="*/ 6 w 26174"/>
                <a:gd name="connsiteY7" fmla="*/ 13117 h 26174"/>
                <a:gd name="connsiteX8" fmla="*/ 477 w 26174"/>
                <a:gd name="connsiteY8" fmla="*/ 16585 h 26174"/>
                <a:gd name="connsiteX9" fmla="*/ 3828 w 26174"/>
                <a:gd name="connsiteY9" fmla="*/ 22347 h 26174"/>
                <a:gd name="connsiteX10" fmla="*/ 6473 w 26174"/>
                <a:gd name="connsiteY10" fmla="*/ 24405 h 26174"/>
                <a:gd name="connsiteX11" fmla="*/ 13058 w 26174"/>
                <a:gd name="connsiteY11" fmla="*/ 26168 h 26174"/>
                <a:gd name="connsiteX12" fmla="*/ 18114 w 26174"/>
                <a:gd name="connsiteY12" fmla="*/ 25051 h 26174"/>
                <a:gd name="connsiteX13" fmla="*/ 22347 w 26174"/>
                <a:gd name="connsiteY13" fmla="*/ 22347 h 26174"/>
                <a:gd name="connsiteX14" fmla="*/ 25051 w 26174"/>
                <a:gd name="connsiteY14" fmla="*/ 18114 h 26174"/>
                <a:gd name="connsiteX15" fmla="*/ 26168 w 26174"/>
                <a:gd name="connsiteY15" fmla="*/ 13058 h 26174"/>
                <a:gd name="connsiteX16" fmla="*/ 25698 w 26174"/>
                <a:gd name="connsiteY16" fmla="*/ 9589 h 26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6174" h="26174">
                  <a:moveTo>
                    <a:pt x="25698" y="9589"/>
                  </a:moveTo>
                  <a:cubicBezTo>
                    <a:pt x="25051" y="7355"/>
                    <a:pt x="23934" y="5474"/>
                    <a:pt x="22347" y="3828"/>
                  </a:cubicBezTo>
                  <a:cubicBezTo>
                    <a:pt x="21465" y="3122"/>
                    <a:pt x="20583" y="2476"/>
                    <a:pt x="19701" y="1770"/>
                  </a:cubicBezTo>
                  <a:cubicBezTo>
                    <a:pt x="17644" y="594"/>
                    <a:pt x="15468" y="6"/>
                    <a:pt x="13117" y="6"/>
                  </a:cubicBezTo>
                  <a:cubicBezTo>
                    <a:pt x="11294" y="-53"/>
                    <a:pt x="9648" y="300"/>
                    <a:pt x="8061" y="1123"/>
                  </a:cubicBezTo>
                  <a:cubicBezTo>
                    <a:pt x="6415" y="1652"/>
                    <a:pt x="5062" y="2534"/>
                    <a:pt x="3828" y="3828"/>
                  </a:cubicBezTo>
                  <a:cubicBezTo>
                    <a:pt x="2534" y="5004"/>
                    <a:pt x="1652" y="6415"/>
                    <a:pt x="1123" y="8061"/>
                  </a:cubicBezTo>
                  <a:cubicBezTo>
                    <a:pt x="300" y="9648"/>
                    <a:pt x="-52" y="11294"/>
                    <a:pt x="6" y="13117"/>
                  </a:cubicBezTo>
                  <a:lnTo>
                    <a:pt x="477" y="16585"/>
                  </a:lnTo>
                  <a:cubicBezTo>
                    <a:pt x="1123" y="18820"/>
                    <a:pt x="2240" y="20701"/>
                    <a:pt x="3828" y="22347"/>
                  </a:cubicBezTo>
                  <a:cubicBezTo>
                    <a:pt x="4710" y="23053"/>
                    <a:pt x="5591" y="23699"/>
                    <a:pt x="6473" y="24405"/>
                  </a:cubicBezTo>
                  <a:cubicBezTo>
                    <a:pt x="8531" y="25581"/>
                    <a:pt x="10706" y="26168"/>
                    <a:pt x="13058" y="26168"/>
                  </a:cubicBezTo>
                  <a:cubicBezTo>
                    <a:pt x="14880" y="26227"/>
                    <a:pt x="16527" y="25874"/>
                    <a:pt x="18114" y="25051"/>
                  </a:cubicBezTo>
                  <a:cubicBezTo>
                    <a:pt x="19760" y="24522"/>
                    <a:pt x="21112" y="23640"/>
                    <a:pt x="22347" y="22347"/>
                  </a:cubicBezTo>
                  <a:cubicBezTo>
                    <a:pt x="23640" y="21171"/>
                    <a:pt x="24522" y="19760"/>
                    <a:pt x="25051" y="18114"/>
                  </a:cubicBezTo>
                  <a:cubicBezTo>
                    <a:pt x="25875" y="16527"/>
                    <a:pt x="26227" y="14881"/>
                    <a:pt x="26168" y="13058"/>
                  </a:cubicBezTo>
                  <a:lnTo>
                    <a:pt x="25698" y="9589"/>
                  </a:ln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="" xmlns:a16="http://schemas.microsoft.com/office/drawing/2014/main" id="{9972128F-0CD3-75D6-B7F1-00593DC6E949}"/>
                </a:ext>
              </a:extLst>
            </p:cNvPr>
            <p:cNvSpPr/>
            <p:nvPr/>
          </p:nvSpPr>
          <p:spPr>
            <a:xfrm>
              <a:off x="9022865" y="5037663"/>
              <a:ext cx="19771" cy="19753"/>
            </a:xfrm>
            <a:custGeom>
              <a:avLst/>
              <a:gdLst>
                <a:gd name="connsiteX0" fmla="*/ 19410 w 19771"/>
                <a:gd name="connsiteY0" fmla="*/ 7231 h 19753"/>
                <a:gd name="connsiteX1" fmla="*/ 16882 w 19771"/>
                <a:gd name="connsiteY1" fmla="*/ 2881 h 19753"/>
                <a:gd name="connsiteX2" fmla="*/ 14883 w 19771"/>
                <a:gd name="connsiteY2" fmla="*/ 1352 h 19753"/>
                <a:gd name="connsiteX3" fmla="*/ 9886 w 19771"/>
                <a:gd name="connsiteY3" fmla="*/ 0 h 19753"/>
                <a:gd name="connsiteX4" fmla="*/ 6064 w 19771"/>
                <a:gd name="connsiteY4" fmla="*/ 823 h 19753"/>
                <a:gd name="connsiteX5" fmla="*/ 2889 w 19771"/>
                <a:gd name="connsiteY5" fmla="*/ 2881 h 19753"/>
                <a:gd name="connsiteX6" fmla="*/ 832 w 19771"/>
                <a:gd name="connsiteY6" fmla="*/ 6056 h 19753"/>
                <a:gd name="connsiteX7" fmla="*/ 9 w 19771"/>
                <a:gd name="connsiteY7" fmla="*/ 9877 h 19753"/>
                <a:gd name="connsiteX8" fmla="*/ 361 w 19771"/>
                <a:gd name="connsiteY8" fmla="*/ 12523 h 19753"/>
                <a:gd name="connsiteX9" fmla="*/ 2889 w 19771"/>
                <a:gd name="connsiteY9" fmla="*/ 16873 h 19753"/>
                <a:gd name="connsiteX10" fmla="*/ 4888 w 19771"/>
                <a:gd name="connsiteY10" fmla="*/ 18402 h 19753"/>
                <a:gd name="connsiteX11" fmla="*/ 9886 w 19771"/>
                <a:gd name="connsiteY11" fmla="*/ 19754 h 19753"/>
                <a:gd name="connsiteX12" fmla="*/ 13707 w 19771"/>
                <a:gd name="connsiteY12" fmla="*/ 18931 h 19753"/>
                <a:gd name="connsiteX13" fmla="*/ 16882 w 19771"/>
                <a:gd name="connsiteY13" fmla="*/ 16873 h 19753"/>
                <a:gd name="connsiteX14" fmla="*/ 18940 w 19771"/>
                <a:gd name="connsiteY14" fmla="*/ 13698 h 19753"/>
                <a:gd name="connsiteX15" fmla="*/ 19763 w 19771"/>
                <a:gd name="connsiteY15" fmla="*/ 9877 h 19753"/>
                <a:gd name="connsiteX16" fmla="*/ 19410 w 19771"/>
                <a:gd name="connsiteY16" fmla="*/ 7231 h 19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771" h="19753">
                  <a:moveTo>
                    <a:pt x="19410" y="7231"/>
                  </a:moveTo>
                  <a:cubicBezTo>
                    <a:pt x="18940" y="5585"/>
                    <a:pt x="18116" y="4115"/>
                    <a:pt x="16882" y="2881"/>
                  </a:cubicBezTo>
                  <a:cubicBezTo>
                    <a:pt x="16235" y="2352"/>
                    <a:pt x="15530" y="1823"/>
                    <a:pt x="14883" y="1352"/>
                  </a:cubicBezTo>
                  <a:cubicBezTo>
                    <a:pt x="13354" y="470"/>
                    <a:pt x="11708" y="0"/>
                    <a:pt x="9886" y="0"/>
                  </a:cubicBezTo>
                  <a:cubicBezTo>
                    <a:pt x="8533" y="0"/>
                    <a:pt x="7240" y="235"/>
                    <a:pt x="6064" y="823"/>
                  </a:cubicBezTo>
                  <a:cubicBezTo>
                    <a:pt x="4830" y="1235"/>
                    <a:pt x="3771" y="1881"/>
                    <a:pt x="2889" y="2881"/>
                  </a:cubicBezTo>
                  <a:cubicBezTo>
                    <a:pt x="1949" y="3763"/>
                    <a:pt x="1243" y="4821"/>
                    <a:pt x="832" y="6056"/>
                  </a:cubicBezTo>
                  <a:cubicBezTo>
                    <a:pt x="185" y="7231"/>
                    <a:pt x="-50" y="8525"/>
                    <a:pt x="9" y="9877"/>
                  </a:cubicBezTo>
                  <a:cubicBezTo>
                    <a:pt x="126" y="10759"/>
                    <a:pt x="244" y="11641"/>
                    <a:pt x="361" y="12523"/>
                  </a:cubicBezTo>
                  <a:cubicBezTo>
                    <a:pt x="832" y="14169"/>
                    <a:pt x="1655" y="15639"/>
                    <a:pt x="2889" y="16873"/>
                  </a:cubicBezTo>
                  <a:cubicBezTo>
                    <a:pt x="3536" y="17402"/>
                    <a:pt x="4242" y="17931"/>
                    <a:pt x="4888" y="18402"/>
                  </a:cubicBezTo>
                  <a:cubicBezTo>
                    <a:pt x="6417" y="19284"/>
                    <a:pt x="8063" y="19754"/>
                    <a:pt x="9886" y="19754"/>
                  </a:cubicBezTo>
                  <a:cubicBezTo>
                    <a:pt x="11238" y="19754"/>
                    <a:pt x="12531" y="19519"/>
                    <a:pt x="13707" y="18931"/>
                  </a:cubicBezTo>
                  <a:cubicBezTo>
                    <a:pt x="14942" y="18519"/>
                    <a:pt x="16000" y="17873"/>
                    <a:pt x="16882" y="16873"/>
                  </a:cubicBezTo>
                  <a:cubicBezTo>
                    <a:pt x="17823" y="15991"/>
                    <a:pt x="18528" y="14933"/>
                    <a:pt x="18940" y="13698"/>
                  </a:cubicBezTo>
                  <a:cubicBezTo>
                    <a:pt x="19586" y="12523"/>
                    <a:pt x="19821" y="11229"/>
                    <a:pt x="19763" y="9877"/>
                  </a:cubicBezTo>
                  <a:cubicBezTo>
                    <a:pt x="19645" y="8995"/>
                    <a:pt x="19527" y="8113"/>
                    <a:pt x="19410" y="7231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="" xmlns:a16="http://schemas.microsoft.com/office/drawing/2014/main" id="{862CB9FC-48CD-5A86-7000-D2F7C90A6DEA}"/>
                </a:ext>
              </a:extLst>
            </p:cNvPr>
            <p:cNvSpPr/>
            <p:nvPr/>
          </p:nvSpPr>
          <p:spPr>
            <a:xfrm>
              <a:off x="8946856" y="5389052"/>
              <a:ext cx="22508" cy="23700"/>
            </a:xfrm>
            <a:custGeom>
              <a:avLst/>
              <a:gdLst>
                <a:gd name="connsiteX0" fmla="*/ 22282 w 22508"/>
                <a:gd name="connsiteY0" fmla="*/ 11413 h 23700"/>
                <a:gd name="connsiteX1" fmla="*/ 21518 w 22508"/>
                <a:gd name="connsiteY1" fmla="*/ 8708 h 23700"/>
                <a:gd name="connsiteX2" fmla="*/ 21518 w 22508"/>
                <a:gd name="connsiteY2" fmla="*/ 8591 h 23700"/>
                <a:gd name="connsiteX3" fmla="*/ 20812 w 22508"/>
                <a:gd name="connsiteY3" fmla="*/ 6710 h 23700"/>
                <a:gd name="connsiteX4" fmla="*/ 18578 w 22508"/>
                <a:gd name="connsiteY4" fmla="*/ 3182 h 23700"/>
                <a:gd name="connsiteX5" fmla="*/ 15051 w 22508"/>
                <a:gd name="connsiteY5" fmla="*/ 948 h 23700"/>
                <a:gd name="connsiteX6" fmla="*/ 10876 w 22508"/>
                <a:gd name="connsiteY6" fmla="*/ 7 h 23700"/>
                <a:gd name="connsiteX7" fmla="*/ 7996 w 22508"/>
                <a:gd name="connsiteY7" fmla="*/ 419 h 23700"/>
                <a:gd name="connsiteX8" fmla="*/ 3175 w 22508"/>
                <a:gd name="connsiteY8" fmla="*/ 3241 h 23700"/>
                <a:gd name="connsiteX9" fmla="*/ 1470 w 22508"/>
                <a:gd name="connsiteY9" fmla="*/ 5475 h 23700"/>
                <a:gd name="connsiteX10" fmla="*/ 0 w 22508"/>
                <a:gd name="connsiteY10" fmla="*/ 11001 h 23700"/>
                <a:gd name="connsiteX11" fmla="*/ 470 w 22508"/>
                <a:gd name="connsiteY11" fmla="*/ 14411 h 23700"/>
                <a:gd name="connsiteX12" fmla="*/ 588 w 22508"/>
                <a:gd name="connsiteY12" fmla="*/ 14705 h 23700"/>
                <a:gd name="connsiteX13" fmla="*/ 1705 w 22508"/>
                <a:gd name="connsiteY13" fmla="*/ 17351 h 23700"/>
                <a:gd name="connsiteX14" fmla="*/ 1764 w 22508"/>
                <a:gd name="connsiteY14" fmla="*/ 17468 h 23700"/>
                <a:gd name="connsiteX15" fmla="*/ 2058 w 22508"/>
                <a:gd name="connsiteY15" fmla="*/ 17939 h 23700"/>
                <a:gd name="connsiteX16" fmla="*/ 4115 w 22508"/>
                <a:gd name="connsiteY16" fmla="*/ 20525 h 23700"/>
                <a:gd name="connsiteX17" fmla="*/ 6291 w 22508"/>
                <a:gd name="connsiteY17" fmla="*/ 22230 h 23700"/>
                <a:gd name="connsiteX18" fmla="*/ 10288 w 22508"/>
                <a:gd name="connsiteY18" fmla="*/ 23524 h 23700"/>
                <a:gd name="connsiteX19" fmla="*/ 13169 w 22508"/>
                <a:gd name="connsiteY19" fmla="*/ 23524 h 23700"/>
                <a:gd name="connsiteX20" fmla="*/ 17167 w 22508"/>
                <a:gd name="connsiteY20" fmla="*/ 22230 h 23700"/>
                <a:gd name="connsiteX21" fmla="*/ 21047 w 22508"/>
                <a:gd name="connsiteY21" fmla="*/ 18350 h 23700"/>
                <a:gd name="connsiteX22" fmla="*/ 22106 w 22508"/>
                <a:gd name="connsiteY22" fmla="*/ 15763 h 23700"/>
                <a:gd name="connsiteX23" fmla="*/ 22282 w 22508"/>
                <a:gd name="connsiteY23" fmla="*/ 11472 h 23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508" h="23700">
                  <a:moveTo>
                    <a:pt x="22282" y="11413"/>
                  </a:moveTo>
                  <a:cubicBezTo>
                    <a:pt x="22282" y="10413"/>
                    <a:pt x="22047" y="9532"/>
                    <a:pt x="21518" y="8708"/>
                  </a:cubicBezTo>
                  <a:cubicBezTo>
                    <a:pt x="21518" y="8708"/>
                    <a:pt x="21518" y="8650"/>
                    <a:pt x="21518" y="8591"/>
                  </a:cubicBezTo>
                  <a:cubicBezTo>
                    <a:pt x="21341" y="7944"/>
                    <a:pt x="21165" y="7356"/>
                    <a:pt x="20812" y="6710"/>
                  </a:cubicBezTo>
                  <a:cubicBezTo>
                    <a:pt x="20401" y="5357"/>
                    <a:pt x="19636" y="4181"/>
                    <a:pt x="18578" y="3182"/>
                  </a:cubicBezTo>
                  <a:cubicBezTo>
                    <a:pt x="17579" y="2124"/>
                    <a:pt x="16403" y="1360"/>
                    <a:pt x="15051" y="948"/>
                  </a:cubicBezTo>
                  <a:cubicBezTo>
                    <a:pt x="13757" y="242"/>
                    <a:pt x="12346" y="-52"/>
                    <a:pt x="10876" y="7"/>
                  </a:cubicBezTo>
                  <a:cubicBezTo>
                    <a:pt x="9936" y="125"/>
                    <a:pt x="8936" y="242"/>
                    <a:pt x="7996" y="419"/>
                  </a:cubicBezTo>
                  <a:cubicBezTo>
                    <a:pt x="6173" y="948"/>
                    <a:pt x="4527" y="1889"/>
                    <a:pt x="3175" y="3241"/>
                  </a:cubicBezTo>
                  <a:cubicBezTo>
                    <a:pt x="2587" y="4005"/>
                    <a:pt x="2058" y="4711"/>
                    <a:pt x="1470" y="5475"/>
                  </a:cubicBezTo>
                  <a:cubicBezTo>
                    <a:pt x="470" y="7180"/>
                    <a:pt x="0" y="9002"/>
                    <a:pt x="0" y="11001"/>
                  </a:cubicBezTo>
                  <a:cubicBezTo>
                    <a:pt x="59" y="12118"/>
                    <a:pt x="176" y="13294"/>
                    <a:pt x="470" y="14411"/>
                  </a:cubicBezTo>
                  <a:cubicBezTo>
                    <a:pt x="470" y="14529"/>
                    <a:pt x="470" y="14588"/>
                    <a:pt x="588" y="14705"/>
                  </a:cubicBezTo>
                  <a:cubicBezTo>
                    <a:pt x="882" y="15528"/>
                    <a:pt x="1352" y="16586"/>
                    <a:pt x="1705" y="17351"/>
                  </a:cubicBezTo>
                  <a:cubicBezTo>
                    <a:pt x="1705" y="17351"/>
                    <a:pt x="1705" y="17468"/>
                    <a:pt x="1764" y="17468"/>
                  </a:cubicBezTo>
                  <a:cubicBezTo>
                    <a:pt x="1823" y="17645"/>
                    <a:pt x="1940" y="17821"/>
                    <a:pt x="2058" y="17939"/>
                  </a:cubicBezTo>
                  <a:cubicBezTo>
                    <a:pt x="2469" y="18527"/>
                    <a:pt x="3351" y="19820"/>
                    <a:pt x="4115" y="20525"/>
                  </a:cubicBezTo>
                  <a:cubicBezTo>
                    <a:pt x="4821" y="21113"/>
                    <a:pt x="5585" y="21643"/>
                    <a:pt x="6291" y="22230"/>
                  </a:cubicBezTo>
                  <a:cubicBezTo>
                    <a:pt x="7525" y="22995"/>
                    <a:pt x="8878" y="23465"/>
                    <a:pt x="10288" y="23524"/>
                  </a:cubicBezTo>
                  <a:cubicBezTo>
                    <a:pt x="11229" y="23759"/>
                    <a:pt x="12229" y="23759"/>
                    <a:pt x="13169" y="23524"/>
                  </a:cubicBezTo>
                  <a:cubicBezTo>
                    <a:pt x="14580" y="23465"/>
                    <a:pt x="15933" y="23054"/>
                    <a:pt x="17167" y="22230"/>
                  </a:cubicBezTo>
                  <a:cubicBezTo>
                    <a:pt x="19813" y="20232"/>
                    <a:pt x="19048" y="21055"/>
                    <a:pt x="21047" y="18350"/>
                  </a:cubicBezTo>
                  <a:cubicBezTo>
                    <a:pt x="21400" y="17468"/>
                    <a:pt x="21753" y="16645"/>
                    <a:pt x="22106" y="15763"/>
                  </a:cubicBezTo>
                  <a:cubicBezTo>
                    <a:pt x="22576" y="14352"/>
                    <a:pt x="22635" y="12883"/>
                    <a:pt x="22282" y="11472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2074" name="Freeform: Shape 2073">
            <a:extLst>
              <a:ext uri="{FF2B5EF4-FFF2-40B4-BE49-F238E27FC236}">
                <a16:creationId xmlns="" xmlns:a16="http://schemas.microsoft.com/office/drawing/2014/main" id="{C89AF021-368B-951A-D8B3-4D7D26E9E89E}"/>
              </a:ext>
            </a:extLst>
          </p:cNvPr>
          <p:cNvSpPr/>
          <p:nvPr/>
        </p:nvSpPr>
        <p:spPr>
          <a:xfrm>
            <a:off x="2448249" y="5131293"/>
            <a:ext cx="2760277" cy="42328"/>
          </a:xfrm>
          <a:custGeom>
            <a:avLst/>
            <a:gdLst>
              <a:gd name="connsiteX0" fmla="*/ 3210560 w 3235367"/>
              <a:gd name="connsiteY0" fmla="*/ 49615 h 49614"/>
              <a:gd name="connsiteX1" fmla="*/ 24807 w 3235367"/>
              <a:gd name="connsiteY1" fmla="*/ 49615 h 49614"/>
              <a:gd name="connsiteX2" fmla="*/ 0 w 3235367"/>
              <a:gd name="connsiteY2" fmla="*/ 24807 h 49614"/>
              <a:gd name="connsiteX3" fmla="*/ 24807 w 3235367"/>
              <a:gd name="connsiteY3" fmla="*/ 0 h 49614"/>
              <a:gd name="connsiteX4" fmla="*/ 3210560 w 3235367"/>
              <a:gd name="connsiteY4" fmla="*/ 0 h 49614"/>
              <a:gd name="connsiteX5" fmla="*/ 3235368 w 3235367"/>
              <a:gd name="connsiteY5" fmla="*/ 24807 h 49614"/>
              <a:gd name="connsiteX6" fmla="*/ 3210560 w 3235367"/>
              <a:gd name="connsiteY6" fmla="*/ 49615 h 49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35367" h="49614">
                <a:moveTo>
                  <a:pt x="3210560" y="49615"/>
                </a:moveTo>
                <a:lnTo>
                  <a:pt x="24807" y="49615"/>
                </a:lnTo>
                <a:cubicBezTo>
                  <a:pt x="11091" y="49615"/>
                  <a:pt x="0" y="38523"/>
                  <a:pt x="0" y="24807"/>
                </a:cubicBezTo>
                <a:cubicBezTo>
                  <a:pt x="0" y="11091"/>
                  <a:pt x="11091" y="0"/>
                  <a:pt x="24807" y="0"/>
                </a:cubicBezTo>
                <a:lnTo>
                  <a:pt x="3210560" y="0"/>
                </a:lnTo>
                <a:cubicBezTo>
                  <a:pt x="3224277" y="0"/>
                  <a:pt x="3235368" y="11091"/>
                  <a:pt x="3235368" y="24807"/>
                </a:cubicBezTo>
                <a:cubicBezTo>
                  <a:pt x="3235368" y="38523"/>
                  <a:pt x="3224277" y="49615"/>
                  <a:pt x="3210560" y="49615"/>
                </a:cubicBezTo>
                <a:close/>
              </a:path>
            </a:pathLst>
          </a:custGeom>
          <a:solidFill>
            <a:srgbClr val="0C724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075" name="Freeform: Shape 2074">
            <a:extLst>
              <a:ext uri="{FF2B5EF4-FFF2-40B4-BE49-F238E27FC236}">
                <a16:creationId xmlns="" xmlns:a16="http://schemas.microsoft.com/office/drawing/2014/main" id="{7C043B97-77FE-55AD-3DA9-BE6F7C61B7CD}"/>
              </a:ext>
            </a:extLst>
          </p:cNvPr>
          <p:cNvSpPr/>
          <p:nvPr/>
        </p:nvSpPr>
        <p:spPr>
          <a:xfrm>
            <a:off x="2399973" y="4068231"/>
            <a:ext cx="7667297" cy="45719"/>
          </a:xfrm>
          <a:custGeom>
            <a:avLst/>
            <a:gdLst>
              <a:gd name="connsiteX0" fmla="*/ 8272526 w 8297418"/>
              <a:gd name="connsiteY0" fmla="*/ 49615 h 49614"/>
              <a:gd name="connsiteX1" fmla="*/ 24807 w 8297418"/>
              <a:gd name="connsiteY1" fmla="*/ 49615 h 49614"/>
              <a:gd name="connsiteX2" fmla="*/ 0 w 8297418"/>
              <a:gd name="connsiteY2" fmla="*/ 24807 h 49614"/>
              <a:gd name="connsiteX3" fmla="*/ 24807 w 8297418"/>
              <a:gd name="connsiteY3" fmla="*/ 0 h 49614"/>
              <a:gd name="connsiteX4" fmla="*/ 8272611 w 8297418"/>
              <a:gd name="connsiteY4" fmla="*/ 0 h 49614"/>
              <a:gd name="connsiteX5" fmla="*/ 8297419 w 8297418"/>
              <a:gd name="connsiteY5" fmla="*/ 24807 h 49614"/>
              <a:gd name="connsiteX6" fmla="*/ 8272611 w 8297418"/>
              <a:gd name="connsiteY6" fmla="*/ 49615 h 49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297418" h="49614">
                <a:moveTo>
                  <a:pt x="8272526" y="49615"/>
                </a:moveTo>
                <a:lnTo>
                  <a:pt x="24807" y="49615"/>
                </a:lnTo>
                <a:cubicBezTo>
                  <a:pt x="11091" y="49615"/>
                  <a:pt x="0" y="38523"/>
                  <a:pt x="0" y="24807"/>
                </a:cubicBezTo>
                <a:cubicBezTo>
                  <a:pt x="0" y="11091"/>
                  <a:pt x="11091" y="0"/>
                  <a:pt x="24807" y="0"/>
                </a:cubicBezTo>
                <a:lnTo>
                  <a:pt x="8272611" y="0"/>
                </a:lnTo>
                <a:cubicBezTo>
                  <a:pt x="8286327" y="0"/>
                  <a:pt x="8297419" y="11091"/>
                  <a:pt x="8297419" y="24807"/>
                </a:cubicBezTo>
                <a:cubicBezTo>
                  <a:pt x="8297419" y="38523"/>
                  <a:pt x="8286327" y="49615"/>
                  <a:pt x="8272611" y="49615"/>
                </a:cubicBezTo>
                <a:close/>
              </a:path>
            </a:pathLst>
          </a:custGeom>
          <a:solidFill>
            <a:srgbClr val="0C724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077" name="Freeform: Shape 2076">
            <a:extLst>
              <a:ext uri="{FF2B5EF4-FFF2-40B4-BE49-F238E27FC236}">
                <a16:creationId xmlns="" xmlns:a16="http://schemas.microsoft.com/office/drawing/2014/main" id="{58549F94-C114-16AA-2B3B-6AECED9DB6EB}"/>
              </a:ext>
            </a:extLst>
          </p:cNvPr>
          <p:cNvSpPr/>
          <p:nvPr/>
        </p:nvSpPr>
        <p:spPr>
          <a:xfrm>
            <a:off x="7231978" y="5577337"/>
            <a:ext cx="2760277" cy="42328"/>
          </a:xfrm>
          <a:custGeom>
            <a:avLst/>
            <a:gdLst>
              <a:gd name="connsiteX0" fmla="*/ 3210560 w 3235367"/>
              <a:gd name="connsiteY0" fmla="*/ 49615 h 49614"/>
              <a:gd name="connsiteX1" fmla="*/ 24807 w 3235367"/>
              <a:gd name="connsiteY1" fmla="*/ 49615 h 49614"/>
              <a:gd name="connsiteX2" fmla="*/ 0 w 3235367"/>
              <a:gd name="connsiteY2" fmla="*/ 24807 h 49614"/>
              <a:gd name="connsiteX3" fmla="*/ 24807 w 3235367"/>
              <a:gd name="connsiteY3" fmla="*/ 0 h 49614"/>
              <a:gd name="connsiteX4" fmla="*/ 3210560 w 3235367"/>
              <a:gd name="connsiteY4" fmla="*/ 0 h 49614"/>
              <a:gd name="connsiteX5" fmla="*/ 3235368 w 3235367"/>
              <a:gd name="connsiteY5" fmla="*/ 24807 h 49614"/>
              <a:gd name="connsiteX6" fmla="*/ 3210560 w 3235367"/>
              <a:gd name="connsiteY6" fmla="*/ 49615 h 49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35367" h="49614">
                <a:moveTo>
                  <a:pt x="3210560" y="49615"/>
                </a:moveTo>
                <a:lnTo>
                  <a:pt x="24807" y="49615"/>
                </a:lnTo>
                <a:cubicBezTo>
                  <a:pt x="11091" y="49615"/>
                  <a:pt x="0" y="38523"/>
                  <a:pt x="0" y="24807"/>
                </a:cubicBezTo>
                <a:cubicBezTo>
                  <a:pt x="0" y="11091"/>
                  <a:pt x="11091" y="0"/>
                  <a:pt x="24807" y="0"/>
                </a:cubicBezTo>
                <a:lnTo>
                  <a:pt x="3210560" y="0"/>
                </a:lnTo>
                <a:cubicBezTo>
                  <a:pt x="3224277" y="0"/>
                  <a:pt x="3235368" y="11091"/>
                  <a:pt x="3235368" y="24807"/>
                </a:cubicBezTo>
                <a:cubicBezTo>
                  <a:pt x="3235368" y="38523"/>
                  <a:pt x="3224277" y="49615"/>
                  <a:pt x="3210560" y="49615"/>
                </a:cubicBezTo>
                <a:close/>
              </a:path>
            </a:pathLst>
          </a:custGeom>
          <a:solidFill>
            <a:srgbClr val="0C724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076" name="Group 2075">
            <a:extLst>
              <a:ext uri="{FF2B5EF4-FFF2-40B4-BE49-F238E27FC236}">
                <a16:creationId xmlns="" xmlns:a16="http://schemas.microsoft.com/office/drawing/2014/main" id="{4B61D1BA-A911-2971-3ECE-4F1548D77192}"/>
              </a:ext>
            </a:extLst>
          </p:cNvPr>
          <p:cNvGrpSpPr/>
          <p:nvPr/>
        </p:nvGrpSpPr>
        <p:grpSpPr>
          <a:xfrm>
            <a:off x="4871208" y="3033772"/>
            <a:ext cx="2748248" cy="3510819"/>
            <a:chOff x="4726400" y="3085288"/>
            <a:chExt cx="2748248" cy="3510819"/>
          </a:xfrm>
        </p:grpSpPr>
        <p:sp>
          <p:nvSpPr>
            <p:cNvPr id="60" name="Freeform: Shape 59">
              <a:extLst>
                <a:ext uri="{FF2B5EF4-FFF2-40B4-BE49-F238E27FC236}">
                  <a16:creationId xmlns="" xmlns:a16="http://schemas.microsoft.com/office/drawing/2014/main" id="{1AF57025-69B5-60CE-863B-B6354D02F73F}"/>
                </a:ext>
              </a:extLst>
            </p:cNvPr>
            <p:cNvSpPr/>
            <p:nvPr/>
          </p:nvSpPr>
          <p:spPr>
            <a:xfrm>
              <a:off x="4726400" y="3085288"/>
              <a:ext cx="2748248" cy="1248822"/>
            </a:xfrm>
            <a:custGeom>
              <a:avLst/>
              <a:gdLst>
                <a:gd name="connsiteX0" fmla="*/ 0 w 2748248"/>
                <a:gd name="connsiteY0" fmla="*/ 1248823 h 1248822"/>
                <a:gd name="connsiteX1" fmla="*/ 2748248 w 2748248"/>
                <a:gd name="connsiteY1" fmla="*/ 1248823 h 1248822"/>
                <a:gd name="connsiteX2" fmla="*/ 1383602 w 2748248"/>
                <a:gd name="connsiteY2" fmla="*/ 0 h 1248822"/>
                <a:gd name="connsiteX3" fmla="*/ 0 w 2748248"/>
                <a:gd name="connsiteY3" fmla="*/ 1248823 h 124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8248" h="1248822">
                  <a:moveTo>
                    <a:pt x="0" y="1248823"/>
                  </a:moveTo>
                  <a:lnTo>
                    <a:pt x="2748248" y="1248823"/>
                  </a:lnTo>
                  <a:cubicBezTo>
                    <a:pt x="2293334" y="832580"/>
                    <a:pt x="1838516" y="416338"/>
                    <a:pt x="1383602" y="0"/>
                  </a:cubicBezTo>
                  <a:cubicBezTo>
                    <a:pt x="922401" y="416243"/>
                    <a:pt x="461201" y="832485"/>
                    <a:pt x="0" y="1248823"/>
                  </a:cubicBezTo>
                  <a:close/>
                </a:path>
              </a:pathLst>
            </a:custGeom>
            <a:solidFill>
              <a:srgbClr val="63A67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="" xmlns:a16="http://schemas.microsoft.com/office/drawing/2014/main" id="{7F041993-D907-654B-BA85-034D17DB95AC}"/>
                </a:ext>
              </a:extLst>
            </p:cNvPr>
            <p:cNvSpPr/>
            <p:nvPr/>
          </p:nvSpPr>
          <p:spPr>
            <a:xfrm>
              <a:off x="4936331" y="4334110"/>
              <a:ext cx="2330291" cy="2261997"/>
            </a:xfrm>
            <a:custGeom>
              <a:avLst/>
              <a:gdLst>
                <a:gd name="connsiteX0" fmla="*/ 0 w 2330291"/>
                <a:gd name="connsiteY0" fmla="*/ 0 h 2261997"/>
                <a:gd name="connsiteX1" fmla="*/ 2330292 w 2330291"/>
                <a:gd name="connsiteY1" fmla="*/ 0 h 2261997"/>
                <a:gd name="connsiteX2" fmla="*/ 2330292 w 2330291"/>
                <a:gd name="connsiteY2" fmla="*/ 2261997 h 2261997"/>
                <a:gd name="connsiteX3" fmla="*/ 0 w 2330291"/>
                <a:gd name="connsiteY3" fmla="*/ 2261997 h 2261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0291" h="2261997">
                  <a:moveTo>
                    <a:pt x="0" y="0"/>
                  </a:moveTo>
                  <a:lnTo>
                    <a:pt x="2330292" y="0"/>
                  </a:lnTo>
                  <a:lnTo>
                    <a:pt x="2330292" y="2261997"/>
                  </a:lnTo>
                  <a:lnTo>
                    <a:pt x="0" y="2261997"/>
                  </a:lnTo>
                  <a:close/>
                </a:path>
              </a:pathLst>
            </a:custGeom>
            <a:solidFill>
              <a:srgbClr val="63A67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="" xmlns:a16="http://schemas.microsoft.com/office/drawing/2014/main" id="{ED8F0CEC-E5CC-A484-8611-9998F3C2CDBA}"/>
                </a:ext>
              </a:extLst>
            </p:cNvPr>
            <p:cNvSpPr/>
            <p:nvPr/>
          </p:nvSpPr>
          <p:spPr>
            <a:xfrm rot="10800000">
              <a:off x="5104257" y="4825600"/>
              <a:ext cx="391858" cy="1770507"/>
            </a:xfrm>
            <a:custGeom>
              <a:avLst/>
              <a:gdLst>
                <a:gd name="connsiteX0" fmla="*/ 0 w 391858"/>
                <a:gd name="connsiteY0" fmla="*/ 0 h 1770507"/>
                <a:gd name="connsiteX1" fmla="*/ 391859 w 391858"/>
                <a:gd name="connsiteY1" fmla="*/ 0 h 1770507"/>
                <a:gd name="connsiteX2" fmla="*/ 391859 w 391858"/>
                <a:gd name="connsiteY2" fmla="*/ 1770507 h 1770507"/>
                <a:gd name="connsiteX3" fmla="*/ 0 w 391858"/>
                <a:gd name="connsiteY3" fmla="*/ 1770507 h 1770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1858" h="1770507">
                  <a:moveTo>
                    <a:pt x="0" y="0"/>
                  </a:moveTo>
                  <a:lnTo>
                    <a:pt x="391859" y="0"/>
                  </a:lnTo>
                  <a:lnTo>
                    <a:pt x="391859" y="1770507"/>
                  </a:lnTo>
                  <a:lnTo>
                    <a:pt x="0" y="1770507"/>
                  </a:lnTo>
                  <a:close/>
                </a:path>
              </a:pathLst>
            </a:custGeom>
            <a:solidFill>
              <a:srgbClr val="B3EAB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="" xmlns:a16="http://schemas.microsoft.com/office/drawing/2014/main" id="{822EF46C-8206-4D8A-B0C1-3942000444CA}"/>
                </a:ext>
              </a:extLst>
            </p:cNvPr>
            <p:cNvSpPr/>
            <p:nvPr/>
          </p:nvSpPr>
          <p:spPr>
            <a:xfrm rot="10800000">
              <a:off x="6695884" y="4825600"/>
              <a:ext cx="391858" cy="1770507"/>
            </a:xfrm>
            <a:custGeom>
              <a:avLst/>
              <a:gdLst>
                <a:gd name="connsiteX0" fmla="*/ 0 w 391858"/>
                <a:gd name="connsiteY0" fmla="*/ 0 h 1770507"/>
                <a:gd name="connsiteX1" fmla="*/ 391858 w 391858"/>
                <a:gd name="connsiteY1" fmla="*/ 0 h 1770507"/>
                <a:gd name="connsiteX2" fmla="*/ 391858 w 391858"/>
                <a:gd name="connsiteY2" fmla="*/ 1770507 h 1770507"/>
                <a:gd name="connsiteX3" fmla="*/ 0 w 391858"/>
                <a:gd name="connsiteY3" fmla="*/ 1770507 h 1770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1858" h="1770507">
                  <a:moveTo>
                    <a:pt x="0" y="0"/>
                  </a:moveTo>
                  <a:lnTo>
                    <a:pt x="391858" y="0"/>
                  </a:lnTo>
                  <a:lnTo>
                    <a:pt x="391858" y="1770507"/>
                  </a:lnTo>
                  <a:lnTo>
                    <a:pt x="0" y="1770507"/>
                  </a:lnTo>
                  <a:close/>
                </a:path>
              </a:pathLst>
            </a:custGeom>
            <a:solidFill>
              <a:srgbClr val="B3EAB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="" xmlns:a16="http://schemas.microsoft.com/office/drawing/2014/main" id="{B9EF5C6C-B661-D714-CCB5-CC0EA16F245E}"/>
                </a:ext>
              </a:extLst>
            </p:cNvPr>
            <p:cNvSpPr/>
            <p:nvPr/>
          </p:nvSpPr>
          <p:spPr>
            <a:xfrm rot="10800000">
              <a:off x="5611558" y="4825600"/>
              <a:ext cx="465391" cy="979741"/>
            </a:xfrm>
            <a:custGeom>
              <a:avLst/>
              <a:gdLst>
                <a:gd name="connsiteX0" fmla="*/ 0 w 465391"/>
                <a:gd name="connsiteY0" fmla="*/ 0 h 979741"/>
                <a:gd name="connsiteX1" fmla="*/ 465391 w 465391"/>
                <a:gd name="connsiteY1" fmla="*/ 0 h 979741"/>
                <a:gd name="connsiteX2" fmla="*/ 465391 w 465391"/>
                <a:gd name="connsiteY2" fmla="*/ 979741 h 979741"/>
                <a:gd name="connsiteX3" fmla="*/ 0 w 465391"/>
                <a:gd name="connsiteY3" fmla="*/ 979741 h 97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391" h="979741">
                  <a:moveTo>
                    <a:pt x="0" y="0"/>
                  </a:moveTo>
                  <a:lnTo>
                    <a:pt x="465391" y="0"/>
                  </a:lnTo>
                  <a:lnTo>
                    <a:pt x="465391" y="979741"/>
                  </a:lnTo>
                  <a:lnTo>
                    <a:pt x="0" y="979741"/>
                  </a:lnTo>
                  <a:close/>
                </a:path>
              </a:pathLst>
            </a:custGeom>
            <a:solidFill>
              <a:srgbClr val="B3EAB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="" xmlns:a16="http://schemas.microsoft.com/office/drawing/2014/main" id="{0C06DDF4-0A55-CFB2-7411-F07553B3238B}"/>
                </a:ext>
              </a:extLst>
            </p:cNvPr>
            <p:cNvSpPr/>
            <p:nvPr/>
          </p:nvSpPr>
          <p:spPr>
            <a:xfrm rot="10800000">
              <a:off x="5611558" y="5847347"/>
              <a:ext cx="416337" cy="748760"/>
            </a:xfrm>
            <a:custGeom>
              <a:avLst/>
              <a:gdLst>
                <a:gd name="connsiteX0" fmla="*/ 0 w 416337"/>
                <a:gd name="connsiteY0" fmla="*/ 0 h 748760"/>
                <a:gd name="connsiteX1" fmla="*/ 416338 w 416337"/>
                <a:gd name="connsiteY1" fmla="*/ 0 h 748760"/>
                <a:gd name="connsiteX2" fmla="*/ 416338 w 416337"/>
                <a:gd name="connsiteY2" fmla="*/ 748760 h 748760"/>
                <a:gd name="connsiteX3" fmla="*/ 0 w 416337"/>
                <a:gd name="connsiteY3" fmla="*/ 748760 h 74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337" h="748760">
                  <a:moveTo>
                    <a:pt x="0" y="0"/>
                  </a:moveTo>
                  <a:lnTo>
                    <a:pt x="416338" y="0"/>
                  </a:lnTo>
                  <a:lnTo>
                    <a:pt x="416338" y="748760"/>
                  </a:lnTo>
                  <a:lnTo>
                    <a:pt x="0" y="748760"/>
                  </a:lnTo>
                  <a:close/>
                </a:path>
              </a:pathLst>
            </a:custGeom>
            <a:solidFill>
              <a:srgbClr val="62916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="" xmlns:a16="http://schemas.microsoft.com/office/drawing/2014/main" id="{0D3921C9-BCFB-EF38-6E2D-4B6DC169F460}"/>
                </a:ext>
              </a:extLst>
            </p:cNvPr>
            <p:cNvSpPr/>
            <p:nvPr/>
          </p:nvSpPr>
          <p:spPr>
            <a:xfrm rot="10800000">
              <a:off x="6151816" y="5847347"/>
              <a:ext cx="416337" cy="748760"/>
            </a:xfrm>
            <a:custGeom>
              <a:avLst/>
              <a:gdLst>
                <a:gd name="connsiteX0" fmla="*/ 0 w 416337"/>
                <a:gd name="connsiteY0" fmla="*/ 0 h 748760"/>
                <a:gd name="connsiteX1" fmla="*/ 416338 w 416337"/>
                <a:gd name="connsiteY1" fmla="*/ 0 h 748760"/>
                <a:gd name="connsiteX2" fmla="*/ 416338 w 416337"/>
                <a:gd name="connsiteY2" fmla="*/ 748760 h 748760"/>
                <a:gd name="connsiteX3" fmla="*/ 0 w 416337"/>
                <a:gd name="connsiteY3" fmla="*/ 748760 h 74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337" h="748760">
                  <a:moveTo>
                    <a:pt x="0" y="0"/>
                  </a:moveTo>
                  <a:lnTo>
                    <a:pt x="416338" y="0"/>
                  </a:lnTo>
                  <a:lnTo>
                    <a:pt x="416338" y="748760"/>
                  </a:lnTo>
                  <a:lnTo>
                    <a:pt x="0" y="748760"/>
                  </a:lnTo>
                  <a:close/>
                </a:path>
              </a:pathLst>
            </a:custGeom>
            <a:solidFill>
              <a:srgbClr val="62916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="" xmlns:a16="http://schemas.microsoft.com/office/drawing/2014/main" id="{21BF063D-8D35-2AB8-7179-1A5519241E3A}"/>
                </a:ext>
              </a:extLst>
            </p:cNvPr>
            <p:cNvSpPr/>
            <p:nvPr/>
          </p:nvSpPr>
          <p:spPr>
            <a:xfrm rot="10800000">
              <a:off x="6147720" y="4825600"/>
              <a:ext cx="465391" cy="979741"/>
            </a:xfrm>
            <a:custGeom>
              <a:avLst/>
              <a:gdLst>
                <a:gd name="connsiteX0" fmla="*/ 0 w 465391"/>
                <a:gd name="connsiteY0" fmla="*/ 0 h 979741"/>
                <a:gd name="connsiteX1" fmla="*/ 465391 w 465391"/>
                <a:gd name="connsiteY1" fmla="*/ 0 h 979741"/>
                <a:gd name="connsiteX2" fmla="*/ 465391 w 465391"/>
                <a:gd name="connsiteY2" fmla="*/ 979741 h 979741"/>
                <a:gd name="connsiteX3" fmla="*/ 0 w 465391"/>
                <a:gd name="connsiteY3" fmla="*/ 979741 h 979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5391" h="979741">
                  <a:moveTo>
                    <a:pt x="0" y="0"/>
                  </a:moveTo>
                  <a:lnTo>
                    <a:pt x="465391" y="0"/>
                  </a:lnTo>
                  <a:lnTo>
                    <a:pt x="465391" y="979741"/>
                  </a:lnTo>
                  <a:lnTo>
                    <a:pt x="0" y="979741"/>
                  </a:lnTo>
                  <a:close/>
                </a:path>
              </a:pathLst>
            </a:custGeom>
            <a:solidFill>
              <a:srgbClr val="B3EAB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="" xmlns:a16="http://schemas.microsoft.com/office/drawing/2014/main" id="{D6333C37-7873-5281-E67B-322E65993F09}"/>
                </a:ext>
              </a:extLst>
            </p:cNvPr>
            <p:cNvSpPr/>
            <p:nvPr/>
          </p:nvSpPr>
          <p:spPr>
            <a:xfrm>
              <a:off x="5587079" y="3425997"/>
              <a:ext cx="440912" cy="790765"/>
            </a:xfrm>
            <a:custGeom>
              <a:avLst/>
              <a:gdLst>
                <a:gd name="connsiteX0" fmla="*/ 440912 w 440912"/>
                <a:gd name="connsiteY0" fmla="*/ 0 h 790765"/>
                <a:gd name="connsiteX1" fmla="*/ 440912 w 440912"/>
                <a:gd name="connsiteY1" fmla="*/ 790766 h 790765"/>
                <a:gd name="connsiteX2" fmla="*/ 0 w 440912"/>
                <a:gd name="connsiteY2" fmla="*/ 790766 h 790765"/>
                <a:gd name="connsiteX3" fmla="*/ 0 w 440912"/>
                <a:gd name="connsiteY3" fmla="*/ 395383 h 790765"/>
                <a:gd name="connsiteX4" fmla="*/ 440912 w 440912"/>
                <a:gd name="connsiteY4" fmla="*/ 0 h 790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912" h="790765">
                  <a:moveTo>
                    <a:pt x="440912" y="0"/>
                  </a:moveTo>
                  <a:lnTo>
                    <a:pt x="440912" y="790766"/>
                  </a:lnTo>
                  <a:lnTo>
                    <a:pt x="0" y="790766"/>
                  </a:lnTo>
                  <a:lnTo>
                    <a:pt x="0" y="395383"/>
                  </a:lnTo>
                  <a:lnTo>
                    <a:pt x="440912" y="0"/>
                  </a:lnTo>
                  <a:close/>
                </a:path>
              </a:pathLst>
            </a:custGeom>
            <a:solidFill>
              <a:srgbClr val="B3EAB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="" xmlns:a16="http://schemas.microsoft.com/office/drawing/2014/main" id="{93E9C4BB-3D3C-CBEB-D352-0EC66D3D77AE}"/>
                </a:ext>
              </a:extLst>
            </p:cNvPr>
            <p:cNvSpPr/>
            <p:nvPr/>
          </p:nvSpPr>
          <p:spPr>
            <a:xfrm>
              <a:off x="5153215" y="3922821"/>
              <a:ext cx="342900" cy="293941"/>
            </a:xfrm>
            <a:custGeom>
              <a:avLst/>
              <a:gdLst>
                <a:gd name="connsiteX0" fmla="*/ 342900 w 342900"/>
                <a:gd name="connsiteY0" fmla="*/ 0 h 293941"/>
                <a:gd name="connsiteX1" fmla="*/ 342900 w 342900"/>
                <a:gd name="connsiteY1" fmla="*/ 293942 h 293941"/>
                <a:gd name="connsiteX2" fmla="*/ 0 w 342900"/>
                <a:gd name="connsiteY2" fmla="*/ 293942 h 293941"/>
                <a:gd name="connsiteX3" fmla="*/ 342900 w 342900"/>
                <a:gd name="connsiteY3" fmla="*/ 0 h 293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2900" h="293941">
                  <a:moveTo>
                    <a:pt x="342900" y="0"/>
                  </a:moveTo>
                  <a:lnTo>
                    <a:pt x="342900" y="293942"/>
                  </a:lnTo>
                  <a:lnTo>
                    <a:pt x="0" y="293942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B3EAB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63" name="Graphic 6">
              <a:extLst>
                <a:ext uri="{FF2B5EF4-FFF2-40B4-BE49-F238E27FC236}">
                  <a16:creationId xmlns="" xmlns:a16="http://schemas.microsoft.com/office/drawing/2014/main" id="{56008599-35BB-A01F-C6EE-477E8C1B6E31}"/>
                </a:ext>
              </a:extLst>
            </p:cNvPr>
            <p:cNvGrpSpPr/>
            <p:nvPr/>
          </p:nvGrpSpPr>
          <p:grpSpPr>
            <a:xfrm>
              <a:off x="6160007" y="3425997"/>
              <a:ext cx="874680" cy="790765"/>
              <a:chOff x="6161150" y="2524410"/>
              <a:chExt cx="874680" cy="790765"/>
            </a:xfrm>
            <a:solidFill>
              <a:srgbClr val="B3EABD"/>
            </a:solidFill>
          </p:grpSpPr>
          <p:sp>
            <p:nvSpPr>
              <p:cNvPr id="1024" name="Freeform: Shape 1023">
                <a:extLst>
                  <a:ext uri="{FF2B5EF4-FFF2-40B4-BE49-F238E27FC236}">
                    <a16:creationId xmlns="" xmlns:a16="http://schemas.microsoft.com/office/drawing/2014/main" id="{F008327C-510E-DE8B-76F9-26CB470D3E37}"/>
                  </a:ext>
                </a:extLst>
              </p:cNvPr>
              <p:cNvSpPr/>
              <p:nvPr/>
            </p:nvSpPr>
            <p:spPr>
              <a:xfrm>
                <a:off x="6161150" y="2524410"/>
                <a:ext cx="440816" cy="790765"/>
              </a:xfrm>
              <a:custGeom>
                <a:avLst/>
                <a:gdLst>
                  <a:gd name="connsiteX0" fmla="*/ 0 w 440816"/>
                  <a:gd name="connsiteY0" fmla="*/ 0 h 790765"/>
                  <a:gd name="connsiteX1" fmla="*/ 0 w 440816"/>
                  <a:gd name="connsiteY1" fmla="*/ 790766 h 790765"/>
                  <a:gd name="connsiteX2" fmla="*/ 440817 w 440816"/>
                  <a:gd name="connsiteY2" fmla="*/ 790766 h 790765"/>
                  <a:gd name="connsiteX3" fmla="*/ 440817 w 440816"/>
                  <a:gd name="connsiteY3" fmla="*/ 395383 h 790765"/>
                  <a:gd name="connsiteX4" fmla="*/ 0 w 440816"/>
                  <a:gd name="connsiteY4" fmla="*/ 0 h 7907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0816" h="790765">
                    <a:moveTo>
                      <a:pt x="0" y="0"/>
                    </a:moveTo>
                    <a:lnTo>
                      <a:pt x="0" y="790766"/>
                    </a:lnTo>
                    <a:lnTo>
                      <a:pt x="440817" y="790766"/>
                    </a:lnTo>
                    <a:lnTo>
                      <a:pt x="440817" y="39538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="" xmlns:a16="http://schemas.microsoft.com/office/drawing/2014/main" id="{8A0F8241-3083-05AD-DF89-AEE5B3D4DA90}"/>
                  </a:ext>
                </a:extLst>
              </p:cNvPr>
              <p:cNvSpPr/>
              <p:nvPr/>
            </p:nvSpPr>
            <p:spPr>
              <a:xfrm>
                <a:off x="6692931" y="3021234"/>
                <a:ext cx="342899" cy="293941"/>
              </a:xfrm>
              <a:custGeom>
                <a:avLst/>
                <a:gdLst>
                  <a:gd name="connsiteX0" fmla="*/ 0 w 342899"/>
                  <a:gd name="connsiteY0" fmla="*/ 0 h 293941"/>
                  <a:gd name="connsiteX1" fmla="*/ 0 w 342899"/>
                  <a:gd name="connsiteY1" fmla="*/ 293942 h 293941"/>
                  <a:gd name="connsiteX2" fmla="*/ 342900 w 342899"/>
                  <a:gd name="connsiteY2" fmla="*/ 293942 h 293941"/>
                  <a:gd name="connsiteX3" fmla="*/ 0 w 342899"/>
                  <a:gd name="connsiteY3" fmla="*/ 0 h 293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2899" h="293941">
                    <a:moveTo>
                      <a:pt x="0" y="0"/>
                    </a:moveTo>
                    <a:lnTo>
                      <a:pt x="0" y="293942"/>
                    </a:lnTo>
                    <a:lnTo>
                      <a:pt x="342900" y="2939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026" name="Freeform: Shape 1025">
              <a:extLst>
                <a:ext uri="{FF2B5EF4-FFF2-40B4-BE49-F238E27FC236}">
                  <a16:creationId xmlns="" xmlns:a16="http://schemas.microsoft.com/office/drawing/2014/main" id="{45B7A4EC-74C9-5473-53A8-CB34EEFCE4DA}"/>
                </a:ext>
              </a:extLst>
            </p:cNvPr>
            <p:cNvSpPr/>
            <p:nvPr/>
          </p:nvSpPr>
          <p:spPr>
            <a:xfrm>
              <a:off x="5104257" y="4286771"/>
              <a:ext cx="391858" cy="468820"/>
            </a:xfrm>
            <a:custGeom>
              <a:avLst/>
              <a:gdLst>
                <a:gd name="connsiteX0" fmla="*/ 0 w 391858"/>
                <a:gd name="connsiteY0" fmla="*/ 0 h 468820"/>
                <a:gd name="connsiteX1" fmla="*/ 391859 w 391858"/>
                <a:gd name="connsiteY1" fmla="*/ 0 h 468820"/>
                <a:gd name="connsiteX2" fmla="*/ 391859 w 391858"/>
                <a:gd name="connsiteY2" fmla="*/ 468820 h 468820"/>
                <a:gd name="connsiteX3" fmla="*/ 0 w 391858"/>
                <a:gd name="connsiteY3" fmla="*/ 468820 h 468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1858" h="468820">
                  <a:moveTo>
                    <a:pt x="0" y="0"/>
                  </a:moveTo>
                  <a:lnTo>
                    <a:pt x="391859" y="0"/>
                  </a:lnTo>
                  <a:lnTo>
                    <a:pt x="391859" y="468820"/>
                  </a:lnTo>
                  <a:lnTo>
                    <a:pt x="0" y="468820"/>
                  </a:lnTo>
                  <a:close/>
                </a:path>
              </a:pathLst>
            </a:custGeom>
            <a:solidFill>
              <a:srgbClr val="B3EAB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="" xmlns:a16="http://schemas.microsoft.com/office/drawing/2014/main" id="{8D123047-ACF2-95A8-001E-9F459BBEDCD2}"/>
                </a:ext>
              </a:extLst>
            </p:cNvPr>
            <p:cNvSpPr/>
            <p:nvPr/>
          </p:nvSpPr>
          <p:spPr>
            <a:xfrm>
              <a:off x="5587079" y="4286771"/>
              <a:ext cx="440912" cy="468820"/>
            </a:xfrm>
            <a:custGeom>
              <a:avLst/>
              <a:gdLst>
                <a:gd name="connsiteX0" fmla="*/ 0 w 440912"/>
                <a:gd name="connsiteY0" fmla="*/ 0 h 468820"/>
                <a:gd name="connsiteX1" fmla="*/ 440912 w 440912"/>
                <a:gd name="connsiteY1" fmla="*/ 0 h 468820"/>
                <a:gd name="connsiteX2" fmla="*/ 440912 w 440912"/>
                <a:gd name="connsiteY2" fmla="*/ 468820 h 468820"/>
                <a:gd name="connsiteX3" fmla="*/ 0 w 440912"/>
                <a:gd name="connsiteY3" fmla="*/ 468820 h 468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912" h="468820">
                  <a:moveTo>
                    <a:pt x="0" y="0"/>
                  </a:moveTo>
                  <a:lnTo>
                    <a:pt x="440912" y="0"/>
                  </a:lnTo>
                  <a:lnTo>
                    <a:pt x="440912" y="468820"/>
                  </a:lnTo>
                  <a:lnTo>
                    <a:pt x="0" y="468820"/>
                  </a:lnTo>
                  <a:close/>
                </a:path>
              </a:pathLst>
            </a:custGeom>
            <a:solidFill>
              <a:srgbClr val="B3EAB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="" xmlns:a16="http://schemas.microsoft.com/office/drawing/2014/main" id="{3E609D3A-F841-74EA-AFBB-56F926259DF7}"/>
                </a:ext>
              </a:extLst>
            </p:cNvPr>
            <p:cNvSpPr/>
            <p:nvPr/>
          </p:nvSpPr>
          <p:spPr>
            <a:xfrm>
              <a:off x="6139529" y="4286771"/>
              <a:ext cx="440912" cy="468820"/>
            </a:xfrm>
            <a:custGeom>
              <a:avLst/>
              <a:gdLst>
                <a:gd name="connsiteX0" fmla="*/ 0 w 440912"/>
                <a:gd name="connsiteY0" fmla="*/ 0 h 468820"/>
                <a:gd name="connsiteX1" fmla="*/ 440912 w 440912"/>
                <a:gd name="connsiteY1" fmla="*/ 0 h 468820"/>
                <a:gd name="connsiteX2" fmla="*/ 440912 w 440912"/>
                <a:gd name="connsiteY2" fmla="*/ 468820 h 468820"/>
                <a:gd name="connsiteX3" fmla="*/ 0 w 440912"/>
                <a:gd name="connsiteY3" fmla="*/ 468820 h 468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912" h="468820">
                  <a:moveTo>
                    <a:pt x="0" y="0"/>
                  </a:moveTo>
                  <a:lnTo>
                    <a:pt x="440912" y="0"/>
                  </a:lnTo>
                  <a:lnTo>
                    <a:pt x="440912" y="468820"/>
                  </a:lnTo>
                  <a:lnTo>
                    <a:pt x="0" y="468820"/>
                  </a:lnTo>
                  <a:close/>
                </a:path>
              </a:pathLst>
            </a:custGeom>
            <a:solidFill>
              <a:srgbClr val="B3EAB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="" xmlns:a16="http://schemas.microsoft.com/office/drawing/2014/main" id="{991CDB4F-DB4D-52D0-5194-41A77DB565E6}"/>
                </a:ext>
              </a:extLst>
            </p:cNvPr>
            <p:cNvSpPr/>
            <p:nvPr/>
          </p:nvSpPr>
          <p:spPr>
            <a:xfrm>
              <a:off x="6699789" y="4286771"/>
              <a:ext cx="383952" cy="468820"/>
            </a:xfrm>
            <a:custGeom>
              <a:avLst/>
              <a:gdLst>
                <a:gd name="connsiteX0" fmla="*/ 0 w 383952"/>
                <a:gd name="connsiteY0" fmla="*/ 0 h 468820"/>
                <a:gd name="connsiteX1" fmla="*/ 383953 w 383952"/>
                <a:gd name="connsiteY1" fmla="*/ 0 h 468820"/>
                <a:gd name="connsiteX2" fmla="*/ 383953 w 383952"/>
                <a:gd name="connsiteY2" fmla="*/ 468820 h 468820"/>
                <a:gd name="connsiteX3" fmla="*/ 0 w 383952"/>
                <a:gd name="connsiteY3" fmla="*/ 468820 h 468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3952" h="468820">
                  <a:moveTo>
                    <a:pt x="0" y="0"/>
                  </a:moveTo>
                  <a:lnTo>
                    <a:pt x="383953" y="0"/>
                  </a:lnTo>
                  <a:lnTo>
                    <a:pt x="383953" y="468820"/>
                  </a:lnTo>
                  <a:lnTo>
                    <a:pt x="0" y="468820"/>
                  </a:lnTo>
                  <a:close/>
                </a:path>
              </a:pathLst>
            </a:custGeom>
            <a:solidFill>
              <a:srgbClr val="B3EAB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1132" name="Group 1131">
              <a:extLst>
                <a:ext uri="{FF2B5EF4-FFF2-40B4-BE49-F238E27FC236}">
                  <a16:creationId xmlns="" xmlns:a16="http://schemas.microsoft.com/office/drawing/2014/main" id="{90BE10A8-8282-1127-5133-9F19C9D3957C}"/>
                </a:ext>
              </a:extLst>
            </p:cNvPr>
            <p:cNvGrpSpPr/>
            <p:nvPr/>
          </p:nvGrpSpPr>
          <p:grpSpPr>
            <a:xfrm>
              <a:off x="6076950" y="5422151"/>
              <a:ext cx="272890" cy="223932"/>
              <a:chOff x="6076950" y="5422151"/>
              <a:chExt cx="272890" cy="223932"/>
            </a:xfrm>
            <a:solidFill>
              <a:schemeClr val="bg1"/>
            </a:solidFill>
          </p:grpSpPr>
          <p:sp>
            <p:nvSpPr>
              <p:cNvPr id="1040" name="Freeform: Shape 1039">
                <a:extLst>
                  <a:ext uri="{FF2B5EF4-FFF2-40B4-BE49-F238E27FC236}">
                    <a16:creationId xmlns="" xmlns:a16="http://schemas.microsoft.com/office/drawing/2014/main" id="{62B2B5EA-58E2-BEE4-CF87-CD901C9B9AC4}"/>
                  </a:ext>
                </a:extLst>
              </p:cNvPr>
              <p:cNvSpPr/>
              <p:nvPr/>
            </p:nvSpPr>
            <p:spPr>
              <a:xfrm>
                <a:off x="6129432" y="5504352"/>
                <a:ext cx="220408" cy="61245"/>
              </a:xfrm>
              <a:custGeom>
                <a:avLst/>
                <a:gdLst>
                  <a:gd name="connsiteX0" fmla="*/ 0 w 220408"/>
                  <a:gd name="connsiteY0" fmla="*/ 0 h 61245"/>
                  <a:gd name="connsiteX1" fmla="*/ 220409 w 220408"/>
                  <a:gd name="connsiteY1" fmla="*/ 0 h 61245"/>
                  <a:gd name="connsiteX2" fmla="*/ 220409 w 220408"/>
                  <a:gd name="connsiteY2" fmla="*/ 61246 h 61245"/>
                  <a:gd name="connsiteX3" fmla="*/ 0 w 220408"/>
                  <a:gd name="connsiteY3" fmla="*/ 61246 h 61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0408" h="61245">
                    <a:moveTo>
                      <a:pt x="0" y="0"/>
                    </a:moveTo>
                    <a:lnTo>
                      <a:pt x="220409" y="0"/>
                    </a:lnTo>
                    <a:lnTo>
                      <a:pt x="220409" y="61246"/>
                    </a:lnTo>
                    <a:lnTo>
                      <a:pt x="0" y="6124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="" xmlns:a16="http://schemas.microsoft.com/office/drawing/2014/main" id="{A4B27090-F2A8-2039-194B-B10B88BEB89B}"/>
                  </a:ext>
                </a:extLst>
              </p:cNvPr>
              <p:cNvSpPr/>
              <p:nvPr/>
            </p:nvSpPr>
            <p:spPr>
              <a:xfrm>
                <a:off x="6076950" y="5422151"/>
                <a:ext cx="52482" cy="223932"/>
              </a:xfrm>
              <a:custGeom>
                <a:avLst/>
                <a:gdLst>
                  <a:gd name="connsiteX0" fmla="*/ 0 w 52482"/>
                  <a:gd name="connsiteY0" fmla="*/ 0 h 223932"/>
                  <a:gd name="connsiteX1" fmla="*/ 52483 w 52482"/>
                  <a:gd name="connsiteY1" fmla="*/ 0 h 223932"/>
                  <a:gd name="connsiteX2" fmla="*/ 52483 w 52482"/>
                  <a:gd name="connsiteY2" fmla="*/ 223933 h 223932"/>
                  <a:gd name="connsiteX3" fmla="*/ 0 w 52482"/>
                  <a:gd name="connsiteY3" fmla="*/ 223933 h 223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482" h="223932">
                    <a:moveTo>
                      <a:pt x="0" y="0"/>
                    </a:moveTo>
                    <a:lnTo>
                      <a:pt x="52483" y="0"/>
                    </a:lnTo>
                    <a:lnTo>
                      <a:pt x="52483" y="223933"/>
                    </a:lnTo>
                    <a:lnTo>
                      <a:pt x="0" y="223933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2078" name="Freeform: Shape 2077">
            <a:extLst>
              <a:ext uri="{FF2B5EF4-FFF2-40B4-BE49-F238E27FC236}">
                <a16:creationId xmlns="" xmlns:a16="http://schemas.microsoft.com/office/drawing/2014/main" id="{416B537A-4A38-97C5-F640-287898769C9F}"/>
              </a:ext>
            </a:extLst>
          </p:cNvPr>
          <p:cNvSpPr/>
          <p:nvPr/>
        </p:nvSpPr>
        <p:spPr>
          <a:xfrm>
            <a:off x="6327747" y="4515622"/>
            <a:ext cx="353658" cy="194586"/>
          </a:xfrm>
          <a:custGeom>
            <a:avLst/>
            <a:gdLst>
              <a:gd name="connsiteX0" fmla="*/ 187198 w 686307"/>
              <a:gd name="connsiteY0" fmla="*/ 377614 h 377613"/>
              <a:gd name="connsiteX1" fmla="*/ 499280 w 686307"/>
              <a:gd name="connsiteY1" fmla="*/ 377614 h 377613"/>
              <a:gd name="connsiteX2" fmla="*/ 686308 w 686307"/>
              <a:gd name="connsiteY2" fmla="*/ 207264 h 377613"/>
              <a:gd name="connsiteX3" fmla="*/ 512064 w 686307"/>
              <a:gd name="connsiteY3" fmla="*/ 298873 h 377613"/>
              <a:gd name="connsiteX4" fmla="*/ 600117 w 686307"/>
              <a:gd name="connsiteY4" fmla="*/ 97367 h 377613"/>
              <a:gd name="connsiteX5" fmla="*/ 469816 w 686307"/>
              <a:gd name="connsiteY5" fmla="*/ 244517 h 377613"/>
              <a:gd name="connsiteX6" fmla="*/ 480568 w 686307"/>
              <a:gd name="connsiteY6" fmla="*/ 25146 h 377613"/>
              <a:gd name="connsiteX7" fmla="*/ 410888 w 686307"/>
              <a:gd name="connsiteY7" fmla="*/ 208957 h 377613"/>
              <a:gd name="connsiteX8" fmla="*/ 343154 w 686307"/>
              <a:gd name="connsiteY8" fmla="*/ 0 h 377613"/>
              <a:gd name="connsiteX9" fmla="*/ 275421 w 686307"/>
              <a:gd name="connsiteY9" fmla="*/ 208957 h 377613"/>
              <a:gd name="connsiteX10" fmla="*/ 205740 w 686307"/>
              <a:gd name="connsiteY10" fmla="*/ 25146 h 377613"/>
              <a:gd name="connsiteX11" fmla="*/ 216493 w 686307"/>
              <a:gd name="connsiteY11" fmla="*/ 244517 h 377613"/>
              <a:gd name="connsiteX12" fmla="*/ 86191 w 686307"/>
              <a:gd name="connsiteY12" fmla="*/ 97367 h 377613"/>
              <a:gd name="connsiteX13" fmla="*/ 174244 w 686307"/>
              <a:gd name="connsiteY13" fmla="*/ 298873 h 377613"/>
              <a:gd name="connsiteX14" fmla="*/ 0 w 686307"/>
              <a:gd name="connsiteY14" fmla="*/ 207264 h 377613"/>
              <a:gd name="connsiteX15" fmla="*/ 187029 w 686307"/>
              <a:gd name="connsiteY15" fmla="*/ 377614 h 377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6307" h="377613">
                <a:moveTo>
                  <a:pt x="187198" y="377614"/>
                </a:moveTo>
                <a:lnTo>
                  <a:pt x="499280" y="377614"/>
                </a:lnTo>
                <a:cubicBezTo>
                  <a:pt x="563965" y="356701"/>
                  <a:pt x="635678" y="309288"/>
                  <a:pt x="686308" y="207264"/>
                </a:cubicBezTo>
                <a:lnTo>
                  <a:pt x="512064" y="298873"/>
                </a:lnTo>
                <a:cubicBezTo>
                  <a:pt x="554482" y="255524"/>
                  <a:pt x="590804" y="191601"/>
                  <a:pt x="600117" y="97367"/>
                </a:cubicBezTo>
                <a:lnTo>
                  <a:pt x="469816" y="244517"/>
                </a:lnTo>
                <a:cubicBezTo>
                  <a:pt x="494030" y="188976"/>
                  <a:pt x="505206" y="116332"/>
                  <a:pt x="480568" y="25146"/>
                </a:cubicBezTo>
                <a:lnTo>
                  <a:pt x="410888" y="208957"/>
                </a:lnTo>
                <a:cubicBezTo>
                  <a:pt x="413851" y="148421"/>
                  <a:pt x="398526" y="76539"/>
                  <a:pt x="343154" y="0"/>
                </a:cubicBezTo>
                <a:cubicBezTo>
                  <a:pt x="287782" y="76623"/>
                  <a:pt x="272457" y="148421"/>
                  <a:pt x="275421" y="208957"/>
                </a:cubicBezTo>
                <a:lnTo>
                  <a:pt x="205740" y="25146"/>
                </a:lnTo>
                <a:cubicBezTo>
                  <a:pt x="181102" y="116417"/>
                  <a:pt x="192278" y="188976"/>
                  <a:pt x="216493" y="244517"/>
                </a:cubicBezTo>
                <a:lnTo>
                  <a:pt x="86191" y="97367"/>
                </a:lnTo>
                <a:cubicBezTo>
                  <a:pt x="95504" y="191601"/>
                  <a:pt x="131826" y="255524"/>
                  <a:pt x="174244" y="298873"/>
                </a:cubicBezTo>
                <a:lnTo>
                  <a:pt x="0" y="207264"/>
                </a:lnTo>
                <a:cubicBezTo>
                  <a:pt x="50716" y="309288"/>
                  <a:pt x="122343" y="356616"/>
                  <a:pt x="187029" y="377614"/>
                </a:cubicBezTo>
                <a:close/>
              </a:path>
            </a:pathLst>
          </a:custGeom>
          <a:solidFill>
            <a:srgbClr val="6CA16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079" name="Freeform: Shape 2078">
            <a:extLst>
              <a:ext uri="{FF2B5EF4-FFF2-40B4-BE49-F238E27FC236}">
                <a16:creationId xmlns="" xmlns:a16="http://schemas.microsoft.com/office/drawing/2014/main" id="{C749ECCE-59F7-FE98-D2D6-2B470F0D2FA3}"/>
              </a:ext>
            </a:extLst>
          </p:cNvPr>
          <p:cNvSpPr/>
          <p:nvPr/>
        </p:nvSpPr>
        <p:spPr>
          <a:xfrm>
            <a:off x="5268417" y="4513809"/>
            <a:ext cx="353658" cy="194586"/>
          </a:xfrm>
          <a:custGeom>
            <a:avLst/>
            <a:gdLst>
              <a:gd name="connsiteX0" fmla="*/ 187198 w 686307"/>
              <a:gd name="connsiteY0" fmla="*/ 377614 h 377613"/>
              <a:gd name="connsiteX1" fmla="*/ 499280 w 686307"/>
              <a:gd name="connsiteY1" fmla="*/ 377614 h 377613"/>
              <a:gd name="connsiteX2" fmla="*/ 686308 w 686307"/>
              <a:gd name="connsiteY2" fmla="*/ 207264 h 377613"/>
              <a:gd name="connsiteX3" fmla="*/ 512064 w 686307"/>
              <a:gd name="connsiteY3" fmla="*/ 298873 h 377613"/>
              <a:gd name="connsiteX4" fmla="*/ 600117 w 686307"/>
              <a:gd name="connsiteY4" fmla="*/ 97367 h 377613"/>
              <a:gd name="connsiteX5" fmla="*/ 469816 w 686307"/>
              <a:gd name="connsiteY5" fmla="*/ 244517 h 377613"/>
              <a:gd name="connsiteX6" fmla="*/ 480568 w 686307"/>
              <a:gd name="connsiteY6" fmla="*/ 25146 h 377613"/>
              <a:gd name="connsiteX7" fmla="*/ 410888 w 686307"/>
              <a:gd name="connsiteY7" fmla="*/ 208957 h 377613"/>
              <a:gd name="connsiteX8" fmla="*/ 343154 w 686307"/>
              <a:gd name="connsiteY8" fmla="*/ 0 h 377613"/>
              <a:gd name="connsiteX9" fmla="*/ 275421 w 686307"/>
              <a:gd name="connsiteY9" fmla="*/ 208957 h 377613"/>
              <a:gd name="connsiteX10" fmla="*/ 205740 w 686307"/>
              <a:gd name="connsiteY10" fmla="*/ 25146 h 377613"/>
              <a:gd name="connsiteX11" fmla="*/ 216493 w 686307"/>
              <a:gd name="connsiteY11" fmla="*/ 244517 h 377613"/>
              <a:gd name="connsiteX12" fmla="*/ 86191 w 686307"/>
              <a:gd name="connsiteY12" fmla="*/ 97367 h 377613"/>
              <a:gd name="connsiteX13" fmla="*/ 174244 w 686307"/>
              <a:gd name="connsiteY13" fmla="*/ 298873 h 377613"/>
              <a:gd name="connsiteX14" fmla="*/ 0 w 686307"/>
              <a:gd name="connsiteY14" fmla="*/ 207264 h 377613"/>
              <a:gd name="connsiteX15" fmla="*/ 187029 w 686307"/>
              <a:gd name="connsiteY15" fmla="*/ 377614 h 377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6307" h="377613">
                <a:moveTo>
                  <a:pt x="187198" y="377614"/>
                </a:moveTo>
                <a:lnTo>
                  <a:pt x="499280" y="377614"/>
                </a:lnTo>
                <a:cubicBezTo>
                  <a:pt x="563965" y="356701"/>
                  <a:pt x="635678" y="309288"/>
                  <a:pt x="686308" y="207264"/>
                </a:cubicBezTo>
                <a:lnTo>
                  <a:pt x="512064" y="298873"/>
                </a:lnTo>
                <a:cubicBezTo>
                  <a:pt x="554482" y="255524"/>
                  <a:pt x="590804" y="191601"/>
                  <a:pt x="600117" y="97367"/>
                </a:cubicBezTo>
                <a:lnTo>
                  <a:pt x="469816" y="244517"/>
                </a:lnTo>
                <a:cubicBezTo>
                  <a:pt x="494030" y="188976"/>
                  <a:pt x="505206" y="116332"/>
                  <a:pt x="480568" y="25146"/>
                </a:cubicBezTo>
                <a:lnTo>
                  <a:pt x="410888" y="208957"/>
                </a:lnTo>
                <a:cubicBezTo>
                  <a:pt x="413851" y="148421"/>
                  <a:pt x="398526" y="76539"/>
                  <a:pt x="343154" y="0"/>
                </a:cubicBezTo>
                <a:cubicBezTo>
                  <a:pt x="287782" y="76623"/>
                  <a:pt x="272457" y="148421"/>
                  <a:pt x="275421" y="208957"/>
                </a:cubicBezTo>
                <a:lnTo>
                  <a:pt x="205740" y="25146"/>
                </a:lnTo>
                <a:cubicBezTo>
                  <a:pt x="181102" y="116417"/>
                  <a:pt x="192278" y="188976"/>
                  <a:pt x="216493" y="244517"/>
                </a:cubicBezTo>
                <a:lnTo>
                  <a:pt x="86191" y="97367"/>
                </a:lnTo>
                <a:cubicBezTo>
                  <a:pt x="95504" y="191601"/>
                  <a:pt x="131826" y="255524"/>
                  <a:pt x="174244" y="298873"/>
                </a:cubicBezTo>
                <a:lnTo>
                  <a:pt x="0" y="207264"/>
                </a:lnTo>
                <a:cubicBezTo>
                  <a:pt x="50716" y="309288"/>
                  <a:pt x="122343" y="356616"/>
                  <a:pt x="187029" y="377614"/>
                </a:cubicBezTo>
                <a:close/>
              </a:path>
            </a:pathLst>
          </a:custGeom>
          <a:solidFill>
            <a:srgbClr val="6CA16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080" name="Freeform: Shape 2079">
            <a:extLst>
              <a:ext uri="{FF2B5EF4-FFF2-40B4-BE49-F238E27FC236}">
                <a16:creationId xmlns="" xmlns:a16="http://schemas.microsoft.com/office/drawing/2014/main" id="{3E79771C-29C6-AEC4-98CA-E2F617B63A0A}"/>
              </a:ext>
            </a:extLst>
          </p:cNvPr>
          <p:cNvSpPr/>
          <p:nvPr/>
        </p:nvSpPr>
        <p:spPr>
          <a:xfrm>
            <a:off x="8091381" y="3579814"/>
            <a:ext cx="439915" cy="242046"/>
          </a:xfrm>
          <a:custGeom>
            <a:avLst/>
            <a:gdLst>
              <a:gd name="connsiteX0" fmla="*/ 187198 w 686307"/>
              <a:gd name="connsiteY0" fmla="*/ 377614 h 377613"/>
              <a:gd name="connsiteX1" fmla="*/ 499280 w 686307"/>
              <a:gd name="connsiteY1" fmla="*/ 377614 h 377613"/>
              <a:gd name="connsiteX2" fmla="*/ 686308 w 686307"/>
              <a:gd name="connsiteY2" fmla="*/ 207264 h 377613"/>
              <a:gd name="connsiteX3" fmla="*/ 512064 w 686307"/>
              <a:gd name="connsiteY3" fmla="*/ 298873 h 377613"/>
              <a:gd name="connsiteX4" fmla="*/ 600117 w 686307"/>
              <a:gd name="connsiteY4" fmla="*/ 97367 h 377613"/>
              <a:gd name="connsiteX5" fmla="*/ 469816 w 686307"/>
              <a:gd name="connsiteY5" fmla="*/ 244517 h 377613"/>
              <a:gd name="connsiteX6" fmla="*/ 480568 w 686307"/>
              <a:gd name="connsiteY6" fmla="*/ 25146 h 377613"/>
              <a:gd name="connsiteX7" fmla="*/ 410888 w 686307"/>
              <a:gd name="connsiteY7" fmla="*/ 208957 h 377613"/>
              <a:gd name="connsiteX8" fmla="*/ 343154 w 686307"/>
              <a:gd name="connsiteY8" fmla="*/ 0 h 377613"/>
              <a:gd name="connsiteX9" fmla="*/ 275421 w 686307"/>
              <a:gd name="connsiteY9" fmla="*/ 208957 h 377613"/>
              <a:gd name="connsiteX10" fmla="*/ 205740 w 686307"/>
              <a:gd name="connsiteY10" fmla="*/ 25146 h 377613"/>
              <a:gd name="connsiteX11" fmla="*/ 216493 w 686307"/>
              <a:gd name="connsiteY11" fmla="*/ 244517 h 377613"/>
              <a:gd name="connsiteX12" fmla="*/ 86191 w 686307"/>
              <a:gd name="connsiteY12" fmla="*/ 97367 h 377613"/>
              <a:gd name="connsiteX13" fmla="*/ 174244 w 686307"/>
              <a:gd name="connsiteY13" fmla="*/ 298873 h 377613"/>
              <a:gd name="connsiteX14" fmla="*/ 0 w 686307"/>
              <a:gd name="connsiteY14" fmla="*/ 207264 h 377613"/>
              <a:gd name="connsiteX15" fmla="*/ 187029 w 686307"/>
              <a:gd name="connsiteY15" fmla="*/ 377614 h 377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6307" h="377613">
                <a:moveTo>
                  <a:pt x="187198" y="377614"/>
                </a:moveTo>
                <a:lnTo>
                  <a:pt x="499280" y="377614"/>
                </a:lnTo>
                <a:cubicBezTo>
                  <a:pt x="563965" y="356701"/>
                  <a:pt x="635678" y="309288"/>
                  <a:pt x="686308" y="207264"/>
                </a:cubicBezTo>
                <a:lnTo>
                  <a:pt x="512064" y="298873"/>
                </a:lnTo>
                <a:cubicBezTo>
                  <a:pt x="554482" y="255524"/>
                  <a:pt x="590804" y="191601"/>
                  <a:pt x="600117" y="97367"/>
                </a:cubicBezTo>
                <a:lnTo>
                  <a:pt x="469816" y="244517"/>
                </a:lnTo>
                <a:cubicBezTo>
                  <a:pt x="494030" y="188976"/>
                  <a:pt x="505206" y="116332"/>
                  <a:pt x="480568" y="25146"/>
                </a:cubicBezTo>
                <a:lnTo>
                  <a:pt x="410888" y="208957"/>
                </a:lnTo>
                <a:cubicBezTo>
                  <a:pt x="413851" y="148421"/>
                  <a:pt x="398526" y="76539"/>
                  <a:pt x="343154" y="0"/>
                </a:cubicBezTo>
                <a:cubicBezTo>
                  <a:pt x="287782" y="76623"/>
                  <a:pt x="272457" y="148421"/>
                  <a:pt x="275421" y="208957"/>
                </a:cubicBezTo>
                <a:lnTo>
                  <a:pt x="205740" y="25146"/>
                </a:lnTo>
                <a:cubicBezTo>
                  <a:pt x="181102" y="116417"/>
                  <a:pt x="192278" y="188976"/>
                  <a:pt x="216493" y="244517"/>
                </a:cubicBezTo>
                <a:lnTo>
                  <a:pt x="86191" y="97367"/>
                </a:lnTo>
                <a:cubicBezTo>
                  <a:pt x="95504" y="191601"/>
                  <a:pt x="131826" y="255524"/>
                  <a:pt x="174244" y="298873"/>
                </a:cubicBezTo>
                <a:lnTo>
                  <a:pt x="0" y="207264"/>
                </a:lnTo>
                <a:cubicBezTo>
                  <a:pt x="50716" y="309288"/>
                  <a:pt x="122343" y="356616"/>
                  <a:pt x="187029" y="377614"/>
                </a:cubicBezTo>
                <a:close/>
              </a:path>
            </a:pathLst>
          </a:custGeom>
          <a:solidFill>
            <a:srgbClr val="6CA16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081" name="Freeform: Shape 2080">
            <a:extLst>
              <a:ext uri="{FF2B5EF4-FFF2-40B4-BE49-F238E27FC236}">
                <a16:creationId xmlns="" xmlns:a16="http://schemas.microsoft.com/office/drawing/2014/main" id="{40EDD509-3180-92D3-D020-84438D13B4F2}"/>
              </a:ext>
            </a:extLst>
          </p:cNvPr>
          <p:cNvSpPr/>
          <p:nvPr/>
        </p:nvSpPr>
        <p:spPr>
          <a:xfrm>
            <a:off x="7118814" y="2793371"/>
            <a:ext cx="439915" cy="242046"/>
          </a:xfrm>
          <a:custGeom>
            <a:avLst/>
            <a:gdLst>
              <a:gd name="connsiteX0" fmla="*/ 187198 w 686307"/>
              <a:gd name="connsiteY0" fmla="*/ 377614 h 377613"/>
              <a:gd name="connsiteX1" fmla="*/ 499280 w 686307"/>
              <a:gd name="connsiteY1" fmla="*/ 377614 h 377613"/>
              <a:gd name="connsiteX2" fmla="*/ 686308 w 686307"/>
              <a:gd name="connsiteY2" fmla="*/ 207264 h 377613"/>
              <a:gd name="connsiteX3" fmla="*/ 512064 w 686307"/>
              <a:gd name="connsiteY3" fmla="*/ 298873 h 377613"/>
              <a:gd name="connsiteX4" fmla="*/ 600117 w 686307"/>
              <a:gd name="connsiteY4" fmla="*/ 97367 h 377613"/>
              <a:gd name="connsiteX5" fmla="*/ 469816 w 686307"/>
              <a:gd name="connsiteY5" fmla="*/ 244517 h 377613"/>
              <a:gd name="connsiteX6" fmla="*/ 480568 w 686307"/>
              <a:gd name="connsiteY6" fmla="*/ 25146 h 377613"/>
              <a:gd name="connsiteX7" fmla="*/ 410888 w 686307"/>
              <a:gd name="connsiteY7" fmla="*/ 208957 h 377613"/>
              <a:gd name="connsiteX8" fmla="*/ 343154 w 686307"/>
              <a:gd name="connsiteY8" fmla="*/ 0 h 377613"/>
              <a:gd name="connsiteX9" fmla="*/ 275421 w 686307"/>
              <a:gd name="connsiteY9" fmla="*/ 208957 h 377613"/>
              <a:gd name="connsiteX10" fmla="*/ 205740 w 686307"/>
              <a:gd name="connsiteY10" fmla="*/ 25146 h 377613"/>
              <a:gd name="connsiteX11" fmla="*/ 216493 w 686307"/>
              <a:gd name="connsiteY11" fmla="*/ 244517 h 377613"/>
              <a:gd name="connsiteX12" fmla="*/ 86191 w 686307"/>
              <a:gd name="connsiteY12" fmla="*/ 97367 h 377613"/>
              <a:gd name="connsiteX13" fmla="*/ 174244 w 686307"/>
              <a:gd name="connsiteY13" fmla="*/ 298873 h 377613"/>
              <a:gd name="connsiteX14" fmla="*/ 0 w 686307"/>
              <a:gd name="connsiteY14" fmla="*/ 207264 h 377613"/>
              <a:gd name="connsiteX15" fmla="*/ 187029 w 686307"/>
              <a:gd name="connsiteY15" fmla="*/ 377614 h 377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6307" h="377613">
                <a:moveTo>
                  <a:pt x="187198" y="377614"/>
                </a:moveTo>
                <a:lnTo>
                  <a:pt x="499280" y="377614"/>
                </a:lnTo>
                <a:cubicBezTo>
                  <a:pt x="563965" y="356701"/>
                  <a:pt x="635678" y="309288"/>
                  <a:pt x="686308" y="207264"/>
                </a:cubicBezTo>
                <a:lnTo>
                  <a:pt x="512064" y="298873"/>
                </a:lnTo>
                <a:cubicBezTo>
                  <a:pt x="554482" y="255524"/>
                  <a:pt x="590804" y="191601"/>
                  <a:pt x="600117" y="97367"/>
                </a:cubicBezTo>
                <a:lnTo>
                  <a:pt x="469816" y="244517"/>
                </a:lnTo>
                <a:cubicBezTo>
                  <a:pt x="494030" y="188976"/>
                  <a:pt x="505206" y="116332"/>
                  <a:pt x="480568" y="25146"/>
                </a:cubicBezTo>
                <a:lnTo>
                  <a:pt x="410888" y="208957"/>
                </a:lnTo>
                <a:cubicBezTo>
                  <a:pt x="413851" y="148421"/>
                  <a:pt x="398526" y="76539"/>
                  <a:pt x="343154" y="0"/>
                </a:cubicBezTo>
                <a:cubicBezTo>
                  <a:pt x="287782" y="76623"/>
                  <a:pt x="272457" y="148421"/>
                  <a:pt x="275421" y="208957"/>
                </a:cubicBezTo>
                <a:lnTo>
                  <a:pt x="205740" y="25146"/>
                </a:lnTo>
                <a:cubicBezTo>
                  <a:pt x="181102" y="116417"/>
                  <a:pt x="192278" y="188976"/>
                  <a:pt x="216493" y="244517"/>
                </a:cubicBezTo>
                <a:lnTo>
                  <a:pt x="86191" y="97367"/>
                </a:lnTo>
                <a:cubicBezTo>
                  <a:pt x="95504" y="191601"/>
                  <a:pt x="131826" y="255524"/>
                  <a:pt x="174244" y="298873"/>
                </a:cubicBezTo>
                <a:lnTo>
                  <a:pt x="0" y="207264"/>
                </a:lnTo>
                <a:cubicBezTo>
                  <a:pt x="50716" y="309288"/>
                  <a:pt x="122343" y="356616"/>
                  <a:pt x="187029" y="377614"/>
                </a:cubicBezTo>
                <a:close/>
              </a:path>
            </a:pathLst>
          </a:custGeom>
          <a:solidFill>
            <a:srgbClr val="6CA16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082" name="Freeform: Shape 2081">
            <a:extLst>
              <a:ext uri="{FF2B5EF4-FFF2-40B4-BE49-F238E27FC236}">
                <a16:creationId xmlns="" xmlns:a16="http://schemas.microsoft.com/office/drawing/2014/main" id="{4E92FA46-0A52-EBEC-2B33-13CF2E733624}"/>
              </a:ext>
            </a:extLst>
          </p:cNvPr>
          <p:cNvSpPr/>
          <p:nvPr/>
        </p:nvSpPr>
        <p:spPr>
          <a:xfrm>
            <a:off x="4887603" y="2803819"/>
            <a:ext cx="439915" cy="242046"/>
          </a:xfrm>
          <a:custGeom>
            <a:avLst/>
            <a:gdLst>
              <a:gd name="connsiteX0" fmla="*/ 187198 w 686307"/>
              <a:gd name="connsiteY0" fmla="*/ 377614 h 377613"/>
              <a:gd name="connsiteX1" fmla="*/ 499280 w 686307"/>
              <a:gd name="connsiteY1" fmla="*/ 377614 h 377613"/>
              <a:gd name="connsiteX2" fmla="*/ 686308 w 686307"/>
              <a:gd name="connsiteY2" fmla="*/ 207264 h 377613"/>
              <a:gd name="connsiteX3" fmla="*/ 512064 w 686307"/>
              <a:gd name="connsiteY3" fmla="*/ 298873 h 377613"/>
              <a:gd name="connsiteX4" fmla="*/ 600117 w 686307"/>
              <a:gd name="connsiteY4" fmla="*/ 97367 h 377613"/>
              <a:gd name="connsiteX5" fmla="*/ 469816 w 686307"/>
              <a:gd name="connsiteY5" fmla="*/ 244517 h 377613"/>
              <a:gd name="connsiteX6" fmla="*/ 480568 w 686307"/>
              <a:gd name="connsiteY6" fmla="*/ 25146 h 377613"/>
              <a:gd name="connsiteX7" fmla="*/ 410888 w 686307"/>
              <a:gd name="connsiteY7" fmla="*/ 208957 h 377613"/>
              <a:gd name="connsiteX8" fmla="*/ 343154 w 686307"/>
              <a:gd name="connsiteY8" fmla="*/ 0 h 377613"/>
              <a:gd name="connsiteX9" fmla="*/ 275421 w 686307"/>
              <a:gd name="connsiteY9" fmla="*/ 208957 h 377613"/>
              <a:gd name="connsiteX10" fmla="*/ 205740 w 686307"/>
              <a:gd name="connsiteY10" fmla="*/ 25146 h 377613"/>
              <a:gd name="connsiteX11" fmla="*/ 216493 w 686307"/>
              <a:gd name="connsiteY11" fmla="*/ 244517 h 377613"/>
              <a:gd name="connsiteX12" fmla="*/ 86191 w 686307"/>
              <a:gd name="connsiteY12" fmla="*/ 97367 h 377613"/>
              <a:gd name="connsiteX13" fmla="*/ 174244 w 686307"/>
              <a:gd name="connsiteY13" fmla="*/ 298873 h 377613"/>
              <a:gd name="connsiteX14" fmla="*/ 0 w 686307"/>
              <a:gd name="connsiteY14" fmla="*/ 207264 h 377613"/>
              <a:gd name="connsiteX15" fmla="*/ 187029 w 686307"/>
              <a:gd name="connsiteY15" fmla="*/ 377614 h 377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6307" h="377613">
                <a:moveTo>
                  <a:pt x="187198" y="377614"/>
                </a:moveTo>
                <a:lnTo>
                  <a:pt x="499280" y="377614"/>
                </a:lnTo>
                <a:cubicBezTo>
                  <a:pt x="563965" y="356701"/>
                  <a:pt x="635678" y="309288"/>
                  <a:pt x="686308" y="207264"/>
                </a:cubicBezTo>
                <a:lnTo>
                  <a:pt x="512064" y="298873"/>
                </a:lnTo>
                <a:cubicBezTo>
                  <a:pt x="554482" y="255524"/>
                  <a:pt x="590804" y="191601"/>
                  <a:pt x="600117" y="97367"/>
                </a:cubicBezTo>
                <a:lnTo>
                  <a:pt x="469816" y="244517"/>
                </a:lnTo>
                <a:cubicBezTo>
                  <a:pt x="494030" y="188976"/>
                  <a:pt x="505206" y="116332"/>
                  <a:pt x="480568" y="25146"/>
                </a:cubicBezTo>
                <a:lnTo>
                  <a:pt x="410888" y="208957"/>
                </a:lnTo>
                <a:cubicBezTo>
                  <a:pt x="413851" y="148421"/>
                  <a:pt x="398526" y="76539"/>
                  <a:pt x="343154" y="0"/>
                </a:cubicBezTo>
                <a:cubicBezTo>
                  <a:pt x="287782" y="76623"/>
                  <a:pt x="272457" y="148421"/>
                  <a:pt x="275421" y="208957"/>
                </a:cubicBezTo>
                <a:lnTo>
                  <a:pt x="205740" y="25146"/>
                </a:lnTo>
                <a:cubicBezTo>
                  <a:pt x="181102" y="116417"/>
                  <a:pt x="192278" y="188976"/>
                  <a:pt x="216493" y="244517"/>
                </a:cubicBezTo>
                <a:lnTo>
                  <a:pt x="86191" y="97367"/>
                </a:lnTo>
                <a:cubicBezTo>
                  <a:pt x="95504" y="191601"/>
                  <a:pt x="131826" y="255524"/>
                  <a:pt x="174244" y="298873"/>
                </a:cubicBezTo>
                <a:lnTo>
                  <a:pt x="0" y="207264"/>
                </a:lnTo>
                <a:cubicBezTo>
                  <a:pt x="50716" y="309288"/>
                  <a:pt x="122343" y="356616"/>
                  <a:pt x="187029" y="377614"/>
                </a:cubicBezTo>
                <a:close/>
              </a:path>
            </a:pathLst>
          </a:custGeom>
          <a:solidFill>
            <a:srgbClr val="6CA16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083" name="Freeform: Shape 2082">
            <a:extLst>
              <a:ext uri="{FF2B5EF4-FFF2-40B4-BE49-F238E27FC236}">
                <a16:creationId xmlns="" xmlns:a16="http://schemas.microsoft.com/office/drawing/2014/main" id="{5782DC45-C921-E406-EE5A-715926511B63}"/>
              </a:ext>
            </a:extLst>
          </p:cNvPr>
          <p:cNvSpPr/>
          <p:nvPr/>
        </p:nvSpPr>
        <p:spPr>
          <a:xfrm>
            <a:off x="3227294" y="3556223"/>
            <a:ext cx="439915" cy="242046"/>
          </a:xfrm>
          <a:custGeom>
            <a:avLst/>
            <a:gdLst>
              <a:gd name="connsiteX0" fmla="*/ 187198 w 686307"/>
              <a:gd name="connsiteY0" fmla="*/ 377614 h 377613"/>
              <a:gd name="connsiteX1" fmla="*/ 499280 w 686307"/>
              <a:gd name="connsiteY1" fmla="*/ 377614 h 377613"/>
              <a:gd name="connsiteX2" fmla="*/ 686308 w 686307"/>
              <a:gd name="connsiteY2" fmla="*/ 207264 h 377613"/>
              <a:gd name="connsiteX3" fmla="*/ 512064 w 686307"/>
              <a:gd name="connsiteY3" fmla="*/ 298873 h 377613"/>
              <a:gd name="connsiteX4" fmla="*/ 600117 w 686307"/>
              <a:gd name="connsiteY4" fmla="*/ 97367 h 377613"/>
              <a:gd name="connsiteX5" fmla="*/ 469816 w 686307"/>
              <a:gd name="connsiteY5" fmla="*/ 244517 h 377613"/>
              <a:gd name="connsiteX6" fmla="*/ 480568 w 686307"/>
              <a:gd name="connsiteY6" fmla="*/ 25146 h 377613"/>
              <a:gd name="connsiteX7" fmla="*/ 410888 w 686307"/>
              <a:gd name="connsiteY7" fmla="*/ 208957 h 377613"/>
              <a:gd name="connsiteX8" fmla="*/ 343154 w 686307"/>
              <a:gd name="connsiteY8" fmla="*/ 0 h 377613"/>
              <a:gd name="connsiteX9" fmla="*/ 275421 w 686307"/>
              <a:gd name="connsiteY9" fmla="*/ 208957 h 377613"/>
              <a:gd name="connsiteX10" fmla="*/ 205740 w 686307"/>
              <a:gd name="connsiteY10" fmla="*/ 25146 h 377613"/>
              <a:gd name="connsiteX11" fmla="*/ 216493 w 686307"/>
              <a:gd name="connsiteY11" fmla="*/ 244517 h 377613"/>
              <a:gd name="connsiteX12" fmla="*/ 86191 w 686307"/>
              <a:gd name="connsiteY12" fmla="*/ 97367 h 377613"/>
              <a:gd name="connsiteX13" fmla="*/ 174244 w 686307"/>
              <a:gd name="connsiteY13" fmla="*/ 298873 h 377613"/>
              <a:gd name="connsiteX14" fmla="*/ 0 w 686307"/>
              <a:gd name="connsiteY14" fmla="*/ 207264 h 377613"/>
              <a:gd name="connsiteX15" fmla="*/ 187029 w 686307"/>
              <a:gd name="connsiteY15" fmla="*/ 377614 h 377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6307" h="377613">
                <a:moveTo>
                  <a:pt x="187198" y="377614"/>
                </a:moveTo>
                <a:lnTo>
                  <a:pt x="499280" y="377614"/>
                </a:lnTo>
                <a:cubicBezTo>
                  <a:pt x="563965" y="356701"/>
                  <a:pt x="635678" y="309288"/>
                  <a:pt x="686308" y="207264"/>
                </a:cubicBezTo>
                <a:lnTo>
                  <a:pt x="512064" y="298873"/>
                </a:lnTo>
                <a:cubicBezTo>
                  <a:pt x="554482" y="255524"/>
                  <a:pt x="590804" y="191601"/>
                  <a:pt x="600117" y="97367"/>
                </a:cubicBezTo>
                <a:lnTo>
                  <a:pt x="469816" y="244517"/>
                </a:lnTo>
                <a:cubicBezTo>
                  <a:pt x="494030" y="188976"/>
                  <a:pt x="505206" y="116332"/>
                  <a:pt x="480568" y="25146"/>
                </a:cubicBezTo>
                <a:lnTo>
                  <a:pt x="410888" y="208957"/>
                </a:lnTo>
                <a:cubicBezTo>
                  <a:pt x="413851" y="148421"/>
                  <a:pt x="398526" y="76539"/>
                  <a:pt x="343154" y="0"/>
                </a:cubicBezTo>
                <a:cubicBezTo>
                  <a:pt x="287782" y="76623"/>
                  <a:pt x="272457" y="148421"/>
                  <a:pt x="275421" y="208957"/>
                </a:cubicBezTo>
                <a:lnTo>
                  <a:pt x="205740" y="25146"/>
                </a:lnTo>
                <a:cubicBezTo>
                  <a:pt x="181102" y="116417"/>
                  <a:pt x="192278" y="188976"/>
                  <a:pt x="216493" y="244517"/>
                </a:cubicBezTo>
                <a:lnTo>
                  <a:pt x="86191" y="97367"/>
                </a:lnTo>
                <a:cubicBezTo>
                  <a:pt x="95504" y="191601"/>
                  <a:pt x="131826" y="255524"/>
                  <a:pt x="174244" y="298873"/>
                </a:cubicBezTo>
                <a:lnTo>
                  <a:pt x="0" y="207264"/>
                </a:lnTo>
                <a:cubicBezTo>
                  <a:pt x="50716" y="309288"/>
                  <a:pt x="122343" y="356616"/>
                  <a:pt x="187029" y="377614"/>
                </a:cubicBezTo>
                <a:close/>
              </a:path>
            </a:pathLst>
          </a:custGeom>
          <a:solidFill>
            <a:srgbClr val="6CA16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117" name="Freeform: Shape 2116">
            <a:extLst>
              <a:ext uri="{FF2B5EF4-FFF2-40B4-BE49-F238E27FC236}">
                <a16:creationId xmlns="" xmlns:a16="http://schemas.microsoft.com/office/drawing/2014/main" id="{24133E1E-05A6-534C-AD2D-08DD312B49FD}"/>
              </a:ext>
            </a:extLst>
          </p:cNvPr>
          <p:cNvSpPr/>
          <p:nvPr/>
        </p:nvSpPr>
        <p:spPr>
          <a:xfrm>
            <a:off x="8502699" y="2803610"/>
            <a:ext cx="439915" cy="242046"/>
          </a:xfrm>
          <a:custGeom>
            <a:avLst/>
            <a:gdLst>
              <a:gd name="connsiteX0" fmla="*/ 187198 w 686307"/>
              <a:gd name="connsiteY0" fmla="*/ 377614 h 377613"/>
              <a:gd name="connsiteX1" fmla="*/ 499280 w 686307"/>
              <a:gd name="connsiteY1" fmla="*/ 377614 h 377613"/>
              <a:gd name="connsiteX2" fmla="*/ 686308 w 686307"/>
              <a:gd name="connsiteY2" fmla="*/ 207264 h 377613"/>
              <a:gd name="connsiteX3" fmla="*/ 512064 w 686307"/>
              <a:gd name="connsiteY3" fmla="*/ 298873 h 377613"/>
              <a:gd name="connsiteX4" fmla="*/ 600117 w 686307"/>
              <a:gd name="connsiteY4" fmla="*/ 97367 h 377613"/>
              <a:gd name="connsiteX5" fmla="*/ 469816 w 686307"/>
              <a:gd name="connsiteY5" fmla="*/ 244517 h 377613"/>
              <a:gd name="connsiteX6" fmla="*/ 480568 w 686307"/>
              <a:gd name="connsiteY6" fmla="*/ 25146 h 377613"/>
              <a:gd name="connsiteX7" fmla="*/ 410888 w 686307"/>
              <a:gd name="connsiteY7" fmla="*/ 208957 h 377613"/>
              <a:gd name="connsiteX8" fmla="*/ 343154 w 686307"/>
              <a:gd name="connsiteY8" fmla="*/ 0 h 377613"/>
              <a:gd name="connsiteX9" fmla="*/ 275421 w 686307"/>
              <a:gd name="connsiteY9" fmla="*/ 208957 h 377613"/>
              <a:gd name="connsiteX10" fmla="*/ 205740 w 686307"/>
              <a:gd name="connsiteY10" fmla="*/ 25146 h 377613"/>
              <a:gd name="connsiteX11" fmla="*/ 216493 w 686307"/>
              <a:gd name="connsiteY11" fmla="*/ 244517 h 377613"/>
              <a:gd name="connsiteX12" fmla="*/ 86191 w 686307"/>
              <a:gd name="connsiteY12" fmla="*/ 97367 h 377613"/>
              <a:gd name="connsiteX13" fmla="*/ 174244 w 686307"/>
              <a:gd name="connsiteY13" fmla="*/ 298873 h 377613"/>
              <a:gd name="connsiteX14" fmla="*/ 0 w 686307"/>
              <a:gd name="connsiteY14" fmla="*/ 207264 h 377613"/>
              <a:gd name="connsiteX15" fmla="*/ 187029 w 686307"/>
              <a:gd name="connsiteY15" fmla="*/ 377614 h 377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6307" h="377613">
                <a:moveTo>
                  <a:pt x="187198" y="377614"/>
                </a:moveTo>
                <a:lnTo>
                  <a:pt x="499280" y="377614"/>
                </a:lnTo>
                <a:cubicBezTo>
                  <a:pt x="563965" y="356701"/>
                  <a:pt x="635678" y="309288"/>
                  <a:pt x="686308" y="207264"/>
                </a:cubicBezTo>
                <a:lnTo>
                  <a:pt x="512064" y="298873"/>
                </a:lnTo>
                <a:cubicBezTo>
                  <a:pt x="554482" y="255524"/>
                  <a:pt x="590804" y="191601"/>
                  <a:pt x="600117" y="97367"/>
                </a:cubicBezTo>
                <a:lnTo>
                  <a:pt x="469816" y="244517"/>
                </a:lnTo>
                <a:cubicBezTo>
                  <a:pt x="494030" y="188976"/>
                  <a:pt x="505206" y="116332"/>
                  <a:pt x="480568" y="25146"/>
                </a:cubicBezTo>
                <a:lnTo>
                  <a:pt x="410888" y="208957"/>
                </a:lnTo>
                <a:cubicBezTo>
                  <a:pt x="413851" y="148421"/>
                  <a:pt x="398526" y="76539"/>
                  <a:pt x="343154" y="0"/>
                </a:cubicBezTo>
                <a:cubicBezTo>
                  <a:pt x="287782" y="76623"/>
                  <a:pt x="272457" y="148421"/>
                  <a:pt x="275421" y="208957"/>
                </a:cubicBezTo>
                <a:lnTo>
                  <a:pt x="205740" y="25146"/>
                </a:lnTo>
                <a:cubicBezTo>
                  <a:pt x="181102" y="116417"/>
                  <a:pt x="192278" y="188976"/>
                  <a:pt x="216493" y="244517"/>
                </a:cubicBezTo>
                <a:lnTo>
                  <a:pt x="86191" y="97367"/>
                </a:lnTo>
                <a:cubicBezTo>
                  <a:pt x="95504" y="191601"/>
                  <a:pt x="131826" y="255524"/>
                  <a:pt x="174244" y="298873"/>
                </a:cubicBezTo>
                <a:lnTo>
                  <a:pt x="0" y="207264"/>
                </a:lnTo>
                <a:cubicBezTo>
                  <a:pt x="50716" y="309288"/>
                  <a:pt x="122343" y="356616"/>
                  <a:pt x="187029" y="377614"/>
                </a:cubicBezTo>
                <a:close/>
              </a:path>
            </a:pathLst>
          </a:custGeom>
          <a:solidFill>
            <a:srgbClr val="6CA16D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1383" name="Graphic 1381">
            <a:extLst>
              <a:ext uri="{FF2B5EF4-FFF2-40B4-BE49-F238E27FC236}">
                <a16:creationId xmlns="" xmlns:a16="http://schemas.microsoft.com/office/drawing/2014/main" id="{6F0CD8CD-6BDC-B717-7218-FADA1AB361EA}"/>
              </a:ext>
            </a:extLst>
          </p:cNvPr>
          <p:cNvGrpSpPr/>
          <p:nvPr/>
        </p:nvGrpSpPr>
        <p:grpSpPr>
          <a:xfrm>
            <a:off x="8006130" y="3923434"/>
            <a:ext cx="456154" cy="717030"/>
            <a:chOff x="5100578" y="1862106"/>
            <a:chExt cx="1995078" cy="3136066"/>
          </a:xfrm>
        </p:grpSpPr>
        <p:sp>
          <p:nvSpPr>
            <p:cNvPr id="1384" name="Freeform: Shape 1383">
              <a:extLst>
                <a:ext uri="{FF2B5EF4-FFF2-40B4-BE49-F238E27FC236}">
                  <a16:creationId xmlns="" xmlns:a16="http://schemas.microsoft.com/office/drawing/2014/main" id="{2629F3A1-9E95-D792-01D4-FB06C31C9678}"/>
                </a:ext>
              </a:extLst>
            </p:cNvPr>
            <p:cNvSpPr/>
            <p:nvPr/>
          </p:nvSpPr>
          <p:spPr>
            <a:xfrm>
              <a:off x="5918262" y="3210973"/>
              <a:ext cx="279591" cy="782264"/>
            </a:xfrm>
            <a:custGeom>
              <a:avLst/>
              <a:gdLst>
                <a:gd name="connsiteX0" fmla="*/ 278702 w 279591"/>
                <a:gd name="connsiteY0" fmla="*/ 149732 h 782264"/>
                <a:gd name="connsiteX1" fmla="*/ 194120 w 279591"/>
                <a:gd name="connsiteY1" fmla="*/ 667511 h 782264"/>
                <a:gd name="connsiteX2" fmla="*/ 120872 w 279591"/>
                <a:gd name="connsiteY2" fmla="*/ 769047 h 782264"/>
                <a:gd name="connsiteX3" fmla="*/ 91916 w 279591"/>
                <a:gd name="connsiteY3" fmla="*/ 777810 h 782264"/>
                <a:gd name="connsiteX4" fmla="*/ 91726 w 279591"/>
                <a:gd name="connsiteY4" fmla="*/ 777144 h 782264"/>
                <a:gd name="connsiteX5" fmla="*/ 21717 w 279591"/>
                <a:gd name="connsiteY5" fmla="*/ 681132 h 782264"/>
                <a:gd name="connsiteX6" fmla="*/ 1238 w 279591"/>
                <a:gd name="connsiteY6" fmla="*/ 549210 h 782264"/>
                <a:gd name="connsiteX7" fmla="*/ 13145 w 279591"/>
                <a:gd name="connsiteY7" fmla="*/ 413574 h 782264"/>
                <a:gd name="connsiteX8" fmla="*/ 243554 w 279591"/>
                <a:gd name="connsiteY8" fmla="*/ 20001 h 782264"/>
                <a:gd name="connsiteX9" fmla="*/ 278606 w 279591"/>
                <a:gd name="connsiteY9" fmla="*/ 149732 h 78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9591" h="782264">
                  <a:moveTo>
                    <a:pt x="278702" y="149732"/>
                  </a:moveTo>
                  <a:cubicBezTo>
                    <a:pt x="283274" y="324611"/>
                    <a:pt x="272415" y="508062"/>
                    <a:pt x="194120" y="667511"/>
                  </a:cubicBezTo>
                  <a:cubicBezTo>
                    <a:pt x="174212" y="704373"/>
                    <a:pt x="154115" y="742568"/>
                    <a:pt x="120872" y="769047"/>
                  </a:cubicBezTo>
                  <a:cubicBezTo>
                    <a:pt x="113919" y="774858"/>
                    <a:pt x="98774" y="789621"/>
                    <a:pt x="91916" y="777810"/>
                  </a:cubicBezTo>
                  <a:cubicBezTo>
                    <a:pt x="91821" y="777620"/>
                    <a:pt x="91726" y="777334"/>
                    <a:pt x="91726" y="777144"/>
                  </a:cubicBezTo>
                  <a:cubicBezTo>
                    <a:pt x="58769" y="768381"/>
                    <a:pt x="32480" y="711516"/>
                    <a:pt x="21717" y="681132"/>
                  </a:cubicBezTo>
                  <a:cubicBezTo>
                    <a:pt x="7906" y="638555"/>
                    <a:pt x="3620" y="593597"/>
                    <a:pt x="1238" y="549210"/>
                  </a:cubicBezTo>
                  <a:cubicBezTo>
                    <a:pt x="-1714" y="503586"/>
                    <a:pt x="0" y="457485"/>
                    <a:pt x="13145" y="413574"/>
                  </a:cubicBezTo>
                  <a:cubicBezTo>
                    <a:pt x="61913" y="267747"/>
                    <a:pt x="189548" y="163543"/>
                    <a:pt x="243554" y="20001"/>
                  </a:cubicBezTo>
                  <a:cubicBezTo>
                    <a:pt x="277940" y="-62009"/>
                    <a:pt x="276416" y="133635"/>
                    <a:pt x="278606" y="149732"/>
                  </a:cubicBezTo>
                  <a:close/>
                </a:path>
              </a:pathLst>
            </a:custGeom>
            <a:solidFill>
              <a:srgbClr val="4A6D1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="" xmlns:a16="http://schemas.microsoft.com/office/drawing/2014/main" id="{191BC065-2CEF-5CB4-3CE1-177B8C0178AA}"/>
                </a:ext>
              </a:extLst>
            </p:cNvPr>
            <p:cNvSpPr/>
            <p:nvPr/>
          </p:nvSpPr>
          <p:spPr>
            <a:xfrm>
              <a:off x="5999775" y="3624885"/>
              <a:ext cx="55006" cy="365951"/>
            </a:xfrm>
            <a:custGeom>
              <a:avLst/>
              <a:gdLst>
                <a:gd name="connsiteX0" fmla="*/ 2784 w 55006"/>
                <a:gd name="connsiteY0" fmla="*/ 362089 h 365951"/>
                <a:gd name="connsiteX1" fmla="*/ 34693 w 55006"/>
                <a:gd name="connsiteY1" fmla="*/ 51574 h 365951"/>
                <a:gd name="connsiteX2" fmla="*/ 46980 w 55006"/>
                <a:gd name="connsiteY2" fmla="*/ 2996 h 365951"/>
                <a:gd name="connsiteX3" fmla="*/ 52028 w 55006"/>
                <a:gd name="connsiteY3" fmla="*/ 139 h 365951"/>
                <a:gd name="connsiteX4" fmla="*/ 54600 w 55006"/>
                <a:gd name="connsiteY4" fmla="*/ 6521 h 365951"/>
                <a:gd name="connsiteX5" fmla="*/ 14595 w 55006"/>
                <a:gd name="connsiteY5" fmla="*/ 254075 h 365951"/>
                <a:gd name="connsiteX6" fmla="*/ 12118 w 55006"/>
                <a:gd name="connsiteY6" fmla="*/ 361422 h 365951"/>
                <a:gd name="connsiteX7" fmla="*/ 2974 w 55006"/>
                <a:gd name="connsiteY7" fmla="*/ 362089 h 365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006" h="365951">
                  <a:moveTo>
                    <a:pt x="2784" y="362089"/>
                  </a:moveTo>
                  <a:cubicBezTo>
                    <a:pt x="-5693" y="257600"/>
                    <a:pt x="5260" y="152158"/>
                    <a:pt x="34693" y="51574"/>
                  </a:cubicBezTo>
                  <a:cubicBezTo>
                    <a:pt x="38884" y="35381"/>
                    <a:pt x="43265" y="19284"/>
                    <a:pt x="46980" y="2996"/>
                  </a:cubicBezTo>
                  <a:cubicBezTo>
                    <a:pt x="47456" y="806"/>
                    <a:pt x="49932" y="-433"/>
                    <a:pt x="52028" y="139"/>
                  </a:cubicBezTo>
                  <a:cubicBezTo>
                    <a:pt x="54886" y="901"/>
                    <a:pt x="55552" y="4139"/>
                    <a:pt x="54600" y="6521"/>
                  </a:cubicBezTo>
                  <a:cubicBezTo>
                    <a:pt x="38693" y="88626"/>
                    <a:pt x="19072" y="170351"/>
                    <a:pt x="14595" y="254075"/>
                  </a:cubicBezTo>
                  <a:cubicBezTo>
                    <a:pt x="12214" y="289794"/>
                    <a:pt x="12309" y="325703"/>
                    <a:pt x="12118" y="361422"/>
                  </a:cubicBezTo>
                  <a:cubicBezTo>
                    <a:pt x="12214" y="366947"/>
                    <a:pt x="3546" y="367709"/>
                    <a:pt x="2974" y="362089"/>
                  </a:cubicBezTo>
                  <a:close/>
                </a:path>
              </a:pathLst>
            </a:custGeom>
            <a:solidFill>
              <a:srgbClr val="23380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="" xmlns:a16="http://schemas.microsoft.com/office/drawing/2014/main" id="{E7D76DC8-6A93-F676-E8DC-4881B64E6065}"/>
                </a:ext>
              </a:extLst>
            </p:cNvPr>
            <p:cNvSpPr/>
            <p:nvPr/>
          </p:nvSpPr>
          <p:spPr>
            <a:xfrm>
              <a:off x="5626807" y="3970631"/>
              <a:ext cx="898260" cy="847770"/>
            </a:xfrm>
            <a:custGeom>
              <a:avLst/>
              <a:gdLst>
                <a:gd name="connsiteX0" fmla="*/ 865433 w 898260"/>
                <a:gd name="connsiteY0" fmla="*/ 16533 h 847770"/>
                <a:gd name="connsiteX1" fmla="*/ 897913 w 898260"/>
                <a:gd name="connsiteY1" fmla="*/ 39202 h 847770"/>
                <a:gd name="connsiteX2" fmla="*/ 896579 w 898260"/>
                <a:gd name="connsiteY2" fmla="*/ 180934 h 847770"/>
                <a:gd name="connsiteX3" fmla="*/ 892007 w 898260"/>
                <a:gd name="connsiteY3" fmla="*/ 451349 h 847770"/>
                <a:gd name="connsiteX4" fmla="*/ 849240 w 898260"/>
                <a:gd name="connsiteY4" fmla="*/ 745481 h 847770"/>
                <a:gd name="connsiteX5" fmla="*/ 767896 w 898260"/>
                <a:gd name="connsiteY5" fmla="*/ 835302 h 847770"/>
                <a:gd name="connsiteX6" fmla="*/ 110100 w 898260"/>
                <a:gd name="connsiteY6" fmla="*/ 821871 h 847770"/>
                <a:gd name="connsiteX7" fmla="*/ 34090 w 898260"/>
                <a:gd name="connsiteY7" fmla="*/ 610988 h 847770"/>
                <a:gd name="connsiteX8" fmla="*/ 6373 w 898260"/>
                <a:gd name="connsiteY8" fmla="*/ 348479 h 847770"/>
                <a:gd name="connsiteX9" fmla="*/ 3896 w 898260"/>
                <a:gd name="connsiteY9" fmla="*/ 227321 h 847770"/>
                <a:gd name="connsiteX10" fmla="*/ 244879 w 898260"/>
                <a:gd name="connsiteY10" fmla="*/ 17580 h 847770"/>
                <a:gd name="connsiteX11" fmla="*/ 781803 w 898260"/>
                <a:gd name="connsiteY11" fmla="*/ 8341 h 847770"/>
                <a:gd name="connsiteX12" fmla="*/ 865337 w 898260"/>
                <a:gd name="connsiteY12" fmla="*/ 16628 h 847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98260" h="847770">
                  <a:moveTo>
                    <a:pt x="865433" y="16533"/>
                  </a:moveTo>
                  <a:cubicBezTo>
                    <a:pt x="879910" y="17771"/>
                    <a:pt x="901246" y="19295"/>
                    <a:pt x="897913" y="39202"/>
                  </a:cubicBezTo>
                  <a:cubicBezTo>
                    <a:pt x="896293" y="86446"/>
                    <a:pt x="895913" y="133595"/>
                    <a:pt x="896579" y="180934"/>
                  </a:cubicBezTo>
                  <a:cubicBezTo>
                    <a:pt x="898770" y="271041"/>
                    <a:pt x="894769" y="361242"/>
                    <a:pt x="892007" y="451349"/>
                  </a:cubicBezTo>
                  <a:cubicBezTo>
                    <a:pt x="888769" y="547742"/>
                    <a:pt x="881530" y="646326"/>
                    <a:pt x="849240" y="745481"/>
                  </a:cubicBezTo>
                  <a:cubicBezTo>
                    <a:pt x="828380" y="794344"/>
                    <a:pt x="815521" y="824253"/>
                    <a:pt x="767896" y="835302"/>
                  </a:cubicBezTo>
                  <a:cubicBezTo>
                    <a:pt x="701317" y="849684"/>
                    <a:pt x="180394" y="858543"/>
                    <a:pt x="110100" y="821871"/>
                  </a:cubicBezTo>
                  <a:cubicBezTo>
                    <a:pt x="46187" y="788915"/>
                    <a:pt x="40377" y="672900"/>
                    <a:pt x="34090" y="610988"/>
                  </a:cubicBezTo>
                  <a:cubicBezTo>
                    <a:pt x="27423" y="523262"/>
                    <a:pt x="15421" y="436014"/>
                    <a:pt x="6373" y="348479"/>
                  </a:cubicBezTo>
                  <a:cubicBezTo>
                    <a:pt x="4087" y="308760"/>
                    <a:pt x="-5153" y="265992"/>
                    <a:pt x="3896" y="227321"/>
                  </a:cubicBezTo>
                  <a:cubicBezTo>
                    <a:pt x="13993" y="43107"/>
                    <a:pt x="80858" y="33487"/>
                    <a:pt x="244879" y="17580"/>
                  </a:cubicBezTo>
                  <a:cubicBezTo>
                    <a:pt x="423091" y="-2232"/>
                    <a:pt x="603019" y="-5280"/>
                    <a:pt x="781803" y="8341"/>
                  </a:cubicBezTo>
                  <a:cubicBezTo>
                    <a:pt x="809711" y="10627"/>
                    <a:pt x="837524" y="13675"/>
                    <a:pt x="865337" y="16628"/>
                  </a:cubicBezTo>
                  <a:close/>
                </a:path>
              </a:pathLst>
            </a:custGeom>
            <a:solidFill>
              <a:srgbClr val="E1724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="" xmlns:a16="http://schemas.microsoft.com/office/drawing/2014/main" id="{93ED9DB3-BB35-C885-BCA9-F5763BE1287D}"/>
                </a:ext>
              </a:extLst>
            </p:cNvPr>
            <p:cNvSpPr/>
            <p:nvPr/>
          </p:nvSpPr>
          <p:spPr>
            <a:xfrm>
              <a:off x="5571014" y="1862106"/>
              <a:ext cx="506555" cy="2224589"/>
            </a:xfrm>
            <a:custGeom>
              <a:avLst/>
              <a:gdLst>
                <a:gd name="connsiteX0" fmla="*/ 14064 w 506555"/>
                <a:gd name="connsiteY0" fmla="*/ 2224309 h 2224589"/>
                <a:gd name="connsiteX1" fmla="*/ 348 w 506555"/>
                <a:gd name="connsiteY1" fmla="*/ 2203449 h 2224589"/>
                <a:gd name="connsiteX2" fmla="*/ 61023 w 506555"/>
                <a:gd name="connsiteY2" fmla="*/ 1942845 h 2224589"/>
                <a:gd name="connsiteX3" fmla="*/ 246189 w 506555"/>
                <a:gd name="connsiteY3" fmla="*/ 1131220 h 2224589"/>
                <a:gd name="connsiteX4" fmla="*/ 411828 w 506555"/>
                <a:gd name="connsiteY4" fmla="*/ 333215 h 2224589"/>
                <a:gd name="connsiteX5" fmla="*/ 444880 w 506555"/>
                <a:gd name="connsiteY5" fmla="*/ 173767 h 2224589"/>
                <a:gd name="connsiteX6" fmla="*/ 456120 w 506555"/>
                <a:gd name="connsiteY6" fmla="*/ 112330 h 2224589"/>
                <a:gd name="connsiteX7" fmla="*/ 496506 w 506555"/>
                <a:gd name="connsiteY7" fmla="*/ 31 h 2224589"/>
                <a:gd name="connsiteX8" fmla="*/ 500030 w 506555"/>
                <a:gd name="connsiteY8" fmla="*/ 41655 h 2224589"/>
                <a:gd name="connsiteX9" fmla="*/ 462311 w 506555"/>
                <a:gd name="connsiteY9" fmla="*/ 265588 h 2224589"/>
                <a:gd name="connsiteX10" fmla="*/ 321722 w 506555"/>
                <a:gd name="connsiteY10" fmla="*/ 933195 h 2224589"/>
                <a:gd name="connsiteX11" fmla="*/ 238569 w 506555"/>
                <a:gd name="connsiteY11" fmla="*/ 1339532 h 2224589"/>
                <a:gd name="connsiteX12" fmla="*/ 143319 w 506555"/>
                <a:gd name="connsiteY12" fmla="*/ 1743296 h 2224589"/>
                <a:gd name="connsiteX13" fmla="*/ 58356 w 506555"/>
                <a:gd name="connsiteY13" fmla="*/ 2107056 h 2224589"/>
                <a:gd name="connsiteX14" fmla="*/ 34924 w 506555"/>
                <a:gd name="connsiteY14" fmla="*/ 2210593 h 2224589"/>
                <a:gd name="connsiteX15" fmla="*/ 14064 w 506555"/>
                <a:gd name="connsiteY15" fmla="*/ 2224214 h 2224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06555" h="2224589">
                  <a:moveTo>
                    <a:pt x="14064" y="2224309"/>
                  </a:moveTo>
                  <a:cubicBezTo>
                    <a:pt x="4539" y="2222309"/>
                    <a:pt x="-1557" y="2212784"/>
                    <a:pt x="348" y="2203449"/>
                  </a:cubicBezTo>
                  <a:cubicBezTo>
                    <a:pt x="18541" y="2116200"/>
                    <a:pt x="40830" y="2029713"/>
                    <a:pt x="61023" y="1942845"/>
                  </a:cubicBezTo>
                  <a:cubicBezTo>
                    <a:pt x="120459" y="1671763"/>
                    <a:pt x="191420" y="1403254"/>
                    <a:pt x="246189" y="1131220"/>
                  </a:cubicBezTo>
                  <a:cubicBezTo>
                    <a:pt x="300195" y="864996"/>
                    <a:pt x="349059" y="597629"/>
                    <a:pt x="411828" y="333215"/>
                  </a:cubicBezTo>
                  <a:cubicBezTo>
                    <a:pt x="423735" y="280256"/>
                    <a:pt x="433641" y="226916"/>
                    <a:pt x="444880" y="173767"/>
                  </a:cubicBezTo>
                  <a:cubicBezTo>
                    <a:pt x="447642" y="160908"/>
                    <a:pt x="453262" y="125189"/>
                    <a:pt x="456120" y="112330"/>
                  </a:cubicBezTo>
                  <a:cubicBezTo>
                    <a:pt x="457739" y="101853"/>
                    <a:pt x="484218" y="507"/>
                    <a:pt x="496506" y="31"/>
                  </a:cubicBezTo>
                  <a:cubicBezTo>
                    <a:pt x="510793" y="-1112"/>
                    <a:pt x="507840" y="29939"/>
                    <a:pt x="500030" y="41655"/>
                  </a:cubicBezTo>
                  <a:cubicBezTo>
                    <a:pt x="490505" y="83279"/>
                    <a:pt x="470883" y="223773"/>
                    <a:pt x="462311" y="265588"/>
                  </a:cubicBezTo>
                  <a:cubicBezTo>
                    <a:pt x="412400" y="487520"/>
                    <a:pt x="364870" y="709834"/>
                    <a:pt x="321722" y="933195"/>
                  </a:cubicBezTo>
                  <a:cubicBezTo>
                    <a:pt x="293718" y="1068545"/>
                    <a:pt x="269620" y="1204848"/>
                    <a:pt x="238569" y="1339532"/>
                  </a:cubicBezTo>
                  <a:cubicBezTo>
                    <a:pt x="205898" y="1473929"/>
                    <a:pt x="172751" y="1608137"/>
                    <a:pt x="143319" y="1743296"/>
                  </a:cubicBezTo>
                  <a:cubicBezTo>
                    <a:pt x="116268" y="1864835"/>
                    <a:pt x="86835" y="1985803"/>
                    <a:pt x="58356" y="2107056"/>
                  </a:cubicBezTo>
                  <a:cubicBezTo>
                    <a:pt x="50355" y="2141537"/>
                    <a:pt x="41973" y="2175922"/>
                    <a:pt x="34924" y="2210593"/>
                  </a:cubicBezTo>
                  <a:cubicBezTo>
                    <a:pt x="33019" y="2220023"/>
                    <a:pt x="23208" y="2226214"/>
                    <a:pt x="14064" y="2224214"/>
                  </a:cubicBezTo>
                  <a:close/>
                </a:path>
              </a:pathLst>
            </a:custGeom>
            <a:solidFill>
              <a:srgbClr val="AA67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388" name="Graphic 1381">
              <a:extLst>
                <a:ext uri="{FF2B5EF4-FFF2-40B4-BE49-F238E27FC236}">
                  <a16:creationId xmlns="" xmlns:a16="http://schemas.microsoft.com/office/drawing/2014/main" id="{3EAF0E5E-211D-7106-3724-0FAF8F259D38}"/>
                </a:ext>
              </a:extLst>
            </p:cNvPr>
            <p:cNvGrpSpPr/>
            <p:nvPr/>
          </p:nvGrpSpPr>
          <p:grpSpPr>
            <a:xfrm>
              <a:off x="6066590" y="1862513"/>
              <a:ext cx="429206" cy="2219551"/>
              <a:chOff x="6066590" y="1862513"/>
              <a:chExt cx="429206" cy="2219551"/>
            </a:xfrm>
            <a:solidFill>
              <a:srgbClr val="AA6733"/>
            </a:solidFill>
          </p:grpSpPr>
          <p:sp>
            <p:nvSpPr>
              <p:cNvPr id="1389" name="Freeform: Shape 1388">
                <a:extLst>
                  <a:ext uri="{FF2B5EF4-FFF2-40B4-BE49-F238E27FC236}">
                    <a16:creationId xmlns="" xmlns:a16="http://schemas.microsoft.com/office/drawing/2014/main" id="{276CDA93-DB50-00CB-359C-20F666B10B71}"/>
                  </a:ext>
                </a:extLst>
              </p:cNvPr>
              <p:cNvSpPr/>
              <p:nvPr/>
            </p:nvSpPr>
            <p:spPr>
              <a:xfrm>
                <a:off x="6066590" y="1884773"/>
                <a:ext cx="429206" cy="2197291"/>
              </a:xfrm>
              <a:custGeom>
                <a:avLst/>
                <a:gdLst>
                  <a:gd name="connsiteX0" fmla="*/ 394312 w 429206"/>
                  <a:gd name="connsiteY0" fmla="*/ 2183068 h 2197291"/>
                  <a:gd name="connsiteX1" fmla="*/ 178095 w 429206"/>
                  <a:gd name="connsiteY1" fmla="*/ 961486 h 2197291"/>
                  <a:gd name="connsiteX2" fmla="*/ 75606 w 429206"/>
                  <a:gd name="connsiteY2" fmla="*/ 417990 h 2197291"/>
                  <a:gd name="connsiteX3" fmla="*/ 14550 w 429206"/>
                  <a:gd name="connsiteY3" fmla="*/ 102712 h 2197291"/>
                  <a:gd name="connsiteX4" fmla="*/ 263 w 429206"/>
                  <a:gd name="connsiteY4" fmla="*/ 2890 h 2197291"/>
                  <a:gd name="connsiteX5" fmla="*/ 41601 w 429206"/>
                  <a:gd name="connsiteY5" fmla="*/ 74423 h 2197291"/>
                  <a:gd name="connsiteX6" fmla="*/ 75415 w 429206"/>
                  <a:gd name="connsiteY6" fmla="*/ 232443 h 2197291"/>
                  <a:gd name="connsiteX7" fmla="*/ 103133 w 429206"/>
                  <a:gd name="connsiteY7" fmla="*/ 372651 h 2197291"/>
                  <a:gd name="connsiteX8" fmla="*/ 175713 w 429206"/>
                  <a:gd name="connsiteY8" fmla="*/ 779940 h 2197291"/>
                  <a:gd name="connsiteX9" fmla="*/ 263820 w 429206"/>
                  <a:gd name="connsiteY9" fmla="*/ 1179323 h 2197291"/>
                  <a:gd name="connsiteX10" fmla="*/ 403170 w 429206"/>
                  <a:gd name="connsiteY10" fmla="*/ 2001521 h 2197291"/>
                  <a:gd name="connsiteX11" fmla="*/ 428983 w 429206"/>
                  <a:gd name="connsiteY11" fmla="*/ 2176114 h 2197291"/>
                  <a:gd name="connsiteX12" fmla="*/ 415172 w 429206"/>
                  <a:gd name="connsiteY12" fmla="*/ 2196974 h 2197291"/>
                  <a:gd name="connsiteX13" fmla="*/ 394407 w 429206"/>
                  <a:gd name="connsiteY13" fmla="*/ 2183163 h 2197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29206" h="2197291">
                    <a:moveTo>
                      <a:pt x="394312" y="2183068"/>
                    </a:moveTo>
                    <a:cubicBezTo>
                      <a:pt x="333352" y="1773969"/>
                      <a:pt x="277536" y="1363441"/>
                      <a:pt x="178095" y="961486"/>
                    </a:cubicBezTo>
                    <a:cubicBezTo>
                      <a:pt x="135899" y="781845"/>
                      <a:pt x="108372" y="599441"/>
                      <a:pt x="75606" y="417990"/>
                    </a:cubicBezTo>
                    <a:cubicBezTo>
                      <a:pt x="57222" y="312548"/>
                      <a:pt x="31886" y="208345"/>
                      <a:pt x="14550" y="102712"/>
                    </a:cubicBezTo>
                    <a:cubicBezTo>
                      <a:pt x="13598" y="95473"/>
                      <a:pt x="-2214" y="10034"/>
                      <a:pt x="263" y="2890"/>
                    </a:cubicBezTo>
                    <a:cubicBezTo>
                      <a:pt x="6168" y="-14921"/>
                      <a:pt x="40363" y="54611"/>
                      <a:pt x="41601" y="74423"/>
                    </a:cubicBezTo>
                    <a:cubicBezTo>
                      <a:pt x="51984" y="125477"/>
                      <a:pt x="66938" y="182913"/>
                      <a:pt x="75415" y="232443"/>
                    </a:cubicBezTo>
                    <a:cubicBezTo>
                      <a:pt x="75796" y="233491"/>
                      <a:pt x="76558" y="237015"/>
                      <a:pt x="103133" y="372651"/>
                    </a:cubicBezTo>
                    <a:cubicBezTo>
                      <a:pt x="128755" y="508192"/>
                      <a:pt x="149424" y="644590"/>
                      <a:pt x="175713" y="779940"/>
                    </a:cubicBezTo>
                    <a:cubicBezTo>
                      <a:pt x="201431" y="913861"/>
                      <a:pt x="234483" y="1046164"/>
                      <a:pt x="263820" y="1179323"/>
                    </a:cubicBezTo>
                    <a:cubicBezTo>
                      <a:pt x="323065" y="1450976"/>
                      <a:pt x="361356" y="1726725"/>
                      <a:pt x="403170" y="2001521"/>
                    </a:cubicBezTo>
                    <a:cubicBezTo>
                      <a:pt x="411648" y="2059719"/>
                      <a:pt x="420030" y="2118012"/>
                      <a:pt x="428983" y="2176114"/>
                    </a:cubicBezTo>
                    <a:cubicBezTo>
                      <a:pt x="430412" y="2185639"/>
                      <a:pt x="424887" y="2194974"/>
                      <a:pt x="415172" y="2196974"/>
                    </a:cubicBezTo>
                    <a:cubicBezTo>
                      <a:pt x="406028" y="2198784"/>
                      <a:pt x="395836" y="2192688"/>
                      <a:pt x="394407" y="2183163"/>
                    </a:cubicBezTo>
                    <a:close/>
                  </a:path>
                </a:pathLst>
              </a:custGeom>
              <a:solidFill>
                <a:srgbClr val="AA673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="" xmlns:a16="http://schemas.microsoft.com/office/drawing/2014/main" id="{79CFE876-4E12-A60E-3EAF-68CC512BAFA0}"/>
                  </a:ext>
                </a:extLst>
              </p:cNvPr>
              <p:cNvSpPr/>
              <p:nvPr/>
            </p:nvSpPr>
            <p:spPr>
              <a:xfrm>
                <a:off x="6066685" y="1868164"/>
                <a:ext cx="44455" cy="170315"/>
              </a:xfrm>
              <a:custGeom>
                <a:avLst/>
                <a:gdLst>
                  <a:gd name="connsiteX0" fmla="*/ 14550 w 44455"/>
                  <a:gd name="connsiteY0" fmla="*/ 119227 h 170315"/>
                  <a:gd name="connsiteX1" fmla="*/ 263 w 44455"/>
                  <a:gd name="connsiteY1" fmla="*/ 19405 h 170315"/>
                  <a:gd name="connsiteX2" fmla="*/ 41601 w 44455"/>
                  <a:gd name="connsiteY2" fmla="*/ 90937 h 170315"/>
                  <a:gd name="connsiteX3" fmla="*/ 14646 w 44455"/>
                  <a:gd name="connsiteY3" fmla="*/ 119227 h 170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55" h="170315">
                    <a:moveTo>
                      <a:pt x="14550" y="119227"/>
                    </a:moveTo>
                    <a:cubicBezTo>
                      <a:pt x="13598" y="111988"/>
                      <a:pt x="-2214" y="26548"/>
                      <a:pt x="263" y="19405"/>
                    </a:cubicBezTo>
                    <a:cubicBezTo>
                      <a:pt x="6168" y="1593"/>
                      <a:pt x="-23" y="-36317"/>
                      <a:pt x="41601" y="90937"/>
                    </a:cubicBezTo>
                    <a:cubicBezTo>
                      <a:pt x="51984" y="141991"/>
                      <a:pt x="31981" y="224859"/>
                      <a:pt x="14646" y="119227"/>
                    </a:cubicBezTo>
                    <a:close/>
                  </a:path>
                </a:pathLst>
              </a:custGeom>
              <a:solidFill>
                <a:srgbClr val="AA673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="" xmlns:a16="http://schemas.microsoft.com/office/drawing/2014/main" id="{EBE5A8B8-6B86-CF4D-758F-CAC3FB329C02}"/>
                  </a:ext>
                </a:extLst>
              </p:cNvPr>
              <p:cNvSpPr/>
              <p:nvPr/>
            </p:nvSpPr>
            <p:spPr>
              <a:xfrm>
                <a:off x="6066776" y="1862513"/>
                <a:ext cx="42740" cy="109576"/>
              </a:xfrm>
              <a:custGeom>
                <a:avLst/>
                <a:gdLst>
                  <a:gd name="connsiteX0" fmla="*/ 76 w 42740"/>
                  <a:gd name="connsiteY0" fmla="*/ 25055 h 109576"/>
                  <a:gd name="connsiteX1" fmla="*/ 41415 w 42740"/>
                  <a:gd name="connsiteY1" fmla="*/ 96588 h 109576"/>
                  <a:gd name="connsiteX2" fmla="*/ 76 w 42740"/>
                  <a:gd name="connsiteY2" fmla="*/ 25055 h 10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740" h="109576">
                    <a:moveTo>
                      <a:pt x="76" y="25055"/>
                    </a:moveTo>
                    <a:cubicBezTo>
                      <a:pt x="5982" y="7243"/>
                      <a:pt x="7315" y="-47335"/>
                      <a:pt x="41415" y="96588"/>
                    </a:cubicBezTo>
                    <a:cubicBezTo>
                      <a:pt x="51797" y="147642"/>
                      <a:pt x="-2305" y="32199"/>
                      <a:pt x="76" y="25055"/>
                    </a:cubicBezTo>
                    <a:close/>
                  </a:path>
                </a:pathLst>
              </a:custGeom>
              <a:solidFill>
                <a:srgbClr val="AA673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392" name="Freeform: Shape 1391">
              <a:extLst>
                <a:ext uri="{FF2B5EF4-FFF2-40B4-BE49-F238E27FC236}">
                  <a16:creationId xmlns="" xmlns:a16="http://schemas.microsoft.com/office/drawing/2014/main" id="{A2D13FFE-F0BB-107C-EE0F-EBDC6BC003E0}"/>
                </a:ext>
              </a:extLst>
            </p:cNvPr>
            <p:cNvSpPr/>
            <p:nvPr/>
          </p:nvSpPr>
          <p:spPr>
            <a:xfrm>
              <a:off x="6156205" y="3727375"/>
              <a:ext cx="887151" cy="249216"/>
            </a:xfrm>
            <a:custGeom>
              <a:avLst/>
              <a:gdLst>
                <a:gd name="connsiteX0" fmla="*/ 886388 w 887151"/>
                <a:gd name="connsiteY0" fmla="*/ 63288 h 249216"/>
                <a:gd name="connsiteX1" fmla="*/ 806664 w 887151"/>
                <a:gd name="connsiteY1" fmla="*/ 145298 h 249216"/>
                <a:gd name="connsiteX2" fmla="*/ 307459 w 887151"/>
                <a:gd name="connsiteY2" fmla="*/ 249216 h 249216"/>
                <a:gd name="connsiteX3" fmla="*/ 75144 w 887151"/>
                <a:gd name="connsiteY3" fmla="*/ 218069 h 249216"/>
                <a:gd name="connsiteX4" fmla="*/ 849 w 887151"/>
                <a:gd name="connsiteY4" fmla="*/ 162062 h 249216"/>
                <a:gd name="connsiteX5" fmla="*/ 5421 w 887151"/>
                <a:gd name="connsiteY5" fmla="*/ 152823 h 249216"/>
                <a:gd name="connsiteX6" fmla="*/ 55332 w 887151"/>
                <a:gd name="connsiteY6" fmla="*/ 111485 h 249216"/>
                <a:gd name="connsiteX7" fmla="*/ 370895 w 887151"/>
                <a:gd name="connsiteY7" fmla="*/ 233 h 249216"/>
                <a:gd name="connsiteX8" fmla="*/ 661217 w 887151"/>
                <a:gd name="connsiteY8" fmla="*/ 61288 h 249216"/>
                <a:gd name="connsiteX9" fmla="*/ 797044 w 887151"/>
                <a:gd name="connsiteY9" fmla="*/ 68622 h 249216"/>
                <a:gd name="connsiteX10" fmla="*/ 874958 w 887151"/>
                <a:gd name="connsiteY10" fmla="*/ 59097 h 249216"/>
                <a:gd name="connsiteX11" fmla="*/ 886484 w 887151"/>
                <a:gd name="connsiteY11" fmla="*/ 63193 h 249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87151" h="249216">
                  <a:moveTo>
                    <a:pt x="886388" y="63288"/>
                  </a:moveTo>
                  <a:cubicBezTo>
                    <a:pt x="895342" y="83481"/>
                    <a:pt x="822857" y="133583"/>
                    <a:pt x="806664" y="145298"/>
                  </a:cubicBezTo>
                  <a:cubicBezTo>
                    <a:pt x="663313" y="249692"/>
                    <a:pt x="477194" y="247407"/>
                    <a:pt x="307459" y="249216"/>
                  </a:cubicBezTo>
                  <a:cubicBezTo>
                    <a:pt x="229068" y="248740"/>
                    <a:pt x="150392" y="240929"/>
                    <a:pt x="75144" y="218069"/>
                  </a:cubicBezTo>
                  <a:cubicBezTo>
                    <a:pt x="45712" y="208640"/>
                    <a:pt x="-7342" y="205401"/>
                    <a:pt x="849" y="162062"/>
                  </a:cubicBezTo>
                  <a:cubicBezTo>
                    <a:pt x="-8" y="158157"/>
                    <a:pt x="2659" y="155109"/>
                    <a:pt x="5421" y="152823"/>
                  </a:cubicBezTo>
                  <a:cubicBezTo>
                    <a:pt x="21423" y="138060"/>
                    <a:pt x="37996" y="124439"/>
                    <a:pt x="55332" y="111485"/>
                  </a:cubicBezTo>
                  <a:cubicBezTo>
                    <a:pt x="145819" y="43571"/>
                    <a:pt x="256976" y="137"/>
                    <a:pt x="370895" y="233"/>
                  </a:cubicBezTo>
                  <a:cubicBezTo>
                    <a:pt x="471384" y="-3768"/>
                    <a:pt x="563967" y="44905"/>
                    <a:pt x="661217" y="61288"/>
                  </a:cubicBezTo>
                  <a:cubicBezTo>
                    <a:pt x="705889" y="69670"/>
                    <a:pt x="751895" y="71956"/>
                    <a:pt x="797044" y="68622"/>
                  </a:cubicBezTo>
                  <a:cubicBezTo>
                    <a:pt x="823142" y="66241"/>
                    <a:pt x="849050" y="62621"/>
                    <a:pt x="874958" y="59097"/>
                  </a:cubicBezTo>
                  <a:cubicBezTo>
                    <a:pt x="879340" y="58145"/>
                    <a:pt x="884293" y="59002"/>
                    <a:pt x="886484" y="63193"/>
                  </a:cubicBezTo>
                  <a:close/>
                </a:path>
              </a:pathLst>
            </a:custGeom>
            <a:solidFill>
              <a:srgbClr val="4A6D1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="" xmlns:a16="http://schemas.microsoft.com/office/drawing/2014/main" id="{AEE4A897-62C2-D307-2B86-B083B8951ACE}"/>
                </a:ext>
              </a:extLst>
            </p:cNvPr>
            <p:cNvSpPr/>
            <p:nvPr/>
          </p:nvSpPr>
          <p:spPr>
            <a:xfrm>
              <a:off x="5196456" y="4001928"/>
              <a:ext cx="695512" cy="760609"/>
            </a:xfrm>
            <a:custGeom>
              <a:avLst/>
              <a:gdLst>
                <a:gd name="connsiteX0" fmla="*/ 689041 w 695512"/>
                <a:gd name="connsiteY0" fmla="*/ 0 h 760609"/>
                <a:gd name="connsiteX1" fmla="*/ 679135 w 695512"/>
                <a:gd name="connsiteY1" fmla="*/ 58579 h 760609"/>
                <a:gd name="connsiteX2" fmla="*/ 520734 w 695512"/>
                <a:gd name="connsiteY2" fmla="*/ 264700 h 760609"/>
                <a:gd name="connsiteX3" fmla="*/ 216315 w 695512"/>
                <a:gd name="connsiteY3" fmla="*/ 494729 h 760609"/>
                <a:gd name="connsiteX4" fmla="*/ 46865 w 695512"/>
                <a:gd name="connsiteY4" fmla="*/ 701897 h 760609"/>
                <a:gd name="connsiteX5" fmla="*/ 7146 w 695512"/>
                <a:gd name="connsiteY5" fmla="*/ 756571 h 760609"/>
                <a:gd name="connsiteX6" fmla="*/ 3431 w 695512"/>
                <a:gd name="connsiteY6" fmla="*/ 573500 h 760609"/>
                <a:gd name="connsiteX7" fmla="*/ 30577 w 695512"/>
                <a:gd name="connsiteY7" fmla="*/ 407003 h 760609"/>
                <a:gd name="connsiteX8" fmla="*/ 176500 w 695512"/>
                <a:gd name="connsiteY8" fmla="*/ 167069 h 760609"/>
                <a:gd name="connsiteX9" fmla="*/ 682468 w 695512"/>
                <a:gd name="connsiteY9" fmla="*/ 8858 h 760609"/>
                <a:gd name="connsiteX10" fmla="*/ 689041 w 695512"/>
                <a:gd name="connsiteY10" fmla="*/ 0 h 760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5512" h="760609">
                  <a:moveTo>
                    <a:pt x="689041" y="0"/>
                  </a:moveTo>
                  <a:cubicBezTo>
                    <a:pt x="706281" y="4477"/>
                    <a:pt x="684183" y="48387"/>
                    <a:pt x="679135" y="58579"/>
                  </a:cubicBezTo>
                  <a:cubicBezTo>
                    <a:pt x="640749" y="137160"/>
                    <a:pt x="589790" y="210312"/>
                    <a:pt x="520734" y="264700"/>
                  </a:cubicBezTo>
                  <a:cubicBezTo>
                    <a:pt x="426817" y="351282"/>
                    <a:pt x="314803" y="414052"/>
                    <a:pt x="216315" y="494729"/>
                  </a:cubicBezTo>
                  <a:cubicBezTo>
                    <a:pt x="144211" y="549021"/>
                    <a:pt x="90966" y="624364"/>
                    <a:pt x="46865" y="701897"/>
                  </a:cubicBezTo>
                  <a:cubicBezTo>
                    <a:pt x="38293" y="712375"/>
                    <a:pt x="22100" y="777240"/>
                    <a:pt x="7146" y="756571"/>
                  </a:cubicBezTo>
                  <a:cubicBezTo>
                    <a:pt x="-3903" y="696849"/>
                    <a:pt x="383" y="634175"/>
                    <a:pt x="3431" y="573500"/>
                  </a:cubicBezTo>
                  <a:cubicBezTo>
                    <a:pt x="7527" y="517398"/>
                    <a:pt x="14194" y="461010"/>
                    <a:pt x="30577" y="407003"/>
                  </a:cubicBezTo>
                  <a:cubicBezTo>
                    <a:pt x="55438" y="314801"/>
                    <a:pt x="110587" y="234982"/>
                    <a:pt x="176500" y="167069"/>
                  </a:cubicBezTo>
                  <a:cubicBezTo>
                    <a:pt x="301183" y="53245"/>
                    <a:pt x="514352" y="-25908"/>
                    <a:pt x="682468" y="8858"/>
                  </a:cubicBezTo>
                  <a:cubicBezTo>
                    <a:pt x="682849" y="4953"/>
                    <a:pt x="684278" y="0"/>
                    <a:pt x="689041" y="0"/>
                  </a:cubicBezTo>
                  <a:close/>
                </a:path>
              </a:pathLst>
            </a:custGeom>
            <a:solidFill>
              <a:srgbClr val="4A6D1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="" xmlns:a16="http://schemas.microsoft.com/office/drawing/2014/main" id="{7430B9D6-5E90-9FDF-3B0B-428CF8F20C17}"/>
                </a:ext>
              </a:extLst>
            </p:cNvPr>
            <p:cNvSpPr/>
            <p:nvPr/>
          </p:nvSpPr>
          <p:spPr>
            <a:xfrm>
              <a:off x="6424842" y="3867164"/>
              <a:ext cx="670813" cy="264420"/>
            </a:xfrm>
            <a:custGeom>
              <a:avLst/>
              <a:gdLst>
                <a:gd name="connsiteX0" fmla="*/ 662710 w 670813"/>
                <a:gd name="connsiteY0" fmla="*/ 205725 h 264420"/>
                <a:gd name="connsiteX1" fmla="*/ 670711 w 670813"/>
                <a:gd name="connsiteY1" fmla="*/ 218679 h 264420"/>
                <a:gd name="connsiteX2" fmla="*/ 647755 w 670813"/>
                <a:gd name="connsiteY2" fmla="*/ 235919 h 264420"/>
                <a:gd name="connsiteX3" fmla="*/ 486116 w 670813"/>
                <a:gd name="connsiteY3" fmla="*/ 263732 h 264420"/>
                <a:gd name="connsiteX4" fmla="*/ 374864 w 670813"/>
                <a:gd name="connsiteY4" fmla="*/ 245444 h 264420"/>
                <a:gd name="connsiteX5" fmla="*/ 149883 w 670813"/>
                <a:gd name="connsiteY5" fmla="*/ 143146 h 264420"/>
                <a:gd name="connsiteX6" fmla="*/ 4341 w 670813"/>
                <a:gd name="connsiteY6" fmla="*/ 78376 h 264420"/>
                <a:gd name="connsiteX7" fmla="*/ 9009 w 670813"/>
                <a:gd name="connsiteY7" fmla="*/ 61707 h 264420"/>
                <a:gd name="connsiteX8" fmla="*/ 371530 w 670813"/>
                <a:gd name="connsiteY8" fmla="*/ 42276 h 264420"/>
                <a:gd name="connsiteX9" fmla="*/ 554886 w 670813"/>
                <a:gd name="connsiteY9" fmla="*/ 160958 h 264420"/>
                <a:gd name="connsiteX10" fmla="*/ 621657 w 670813"/>
                <a:gd name="connsiteY10" fmla="*/ 193057 h 264420"/>
                <a:gd name="connsiteX11" fmla="*/ 662710 w 670813"/>
                <a:gd name="connsiteY11" fmla="*/ 205630 h 264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0813" h="264420">
                  <a:moveTo>
                    <a:pt x="662710" y="205725"/>
                  </a:moveTo>
                  <a:cubicBezTo>
                    <a:pt x="667948" y="207535"/>
                    <a:pt x="671473" y="213155"/>
                    <a:pt x="670711" y="218679"/>
                  </a:cubicBezTo>
                  <a:cubicBezTo>
                    <a:pt x="668901" y="229538"/>
                    <a:pt x="656423" y="232300"/>
                    <a:pt x="647755" y="235919"/>
                  </a:cubicBezTo>
                  <a:cubicBezTo>
                    <a:pt x="596320" y="255827"/>
                    <a:pt x="541456" y="267447"/>
                    <a:pt x="486116" y="263732"/>
                  </a:cubicBezTo>
                  <a:cubicBezTo>
                    <a:pt x="448302" y="261446"/>
                    <a:pt x="410678" y="258017"/>
                    <a:pt x="374864" y="245444"/>
                  </a:cubicBezTo>
                  <a:cubicBezTo>
                    <a:pt x="297997" y="215441"/>
                    <a:pt x="229036" y="167720"/>
                    <a:pt x="149883" y="143146"/>
                  </a:cubicBezTo>
                  <a:cubicBezTo>
                    <a:pt x="99115" y="126858"/>
                    <a:pt x="51490" y="101998"/>
                    <a:pt x="4341" y="78376"/>
                  </a:cubicBezTo>
                  <a:cubicBezTo>
                    <a:pt x="-3755" y="75423"/>
                    <a:pt x="436" y="60278"/>
                    <a:pt x="9009" y="61707"/>
                  </a:cubicBezTo>
                  <a:cubicBezTo>
                    <a:pt x="137215" y="-13064"/>
                    <a:pt x="236370" y="-20303"/>
                    <a:pt x="371530" y="42276"/>
                  </a:cubicBezTo>
                  <a:cubicBezTo>
                    <a:pt x="437919" y="72947"/>
                    <a:pt x="491640" y="124763"/>
                    <a:pt x="554886" y="160958"/>
                  </a:cubicBezTo>
                  <a:cubicBezTo>
                    <a:pt x="575461" y="174864"/>
                    <a:pt x="597940" y="185532"/>
                    <a:pt x="621657" y="193057"/>
                  </a:cubicBezTo>
                  <a:cubicBezTo>
                    <a:pt x="635182" y="197629"/>
                    <a:pt x="649089" y="201344"/>
                    <a:pt x="662710" y="205630"/>
                  </a:cubicBezTo>
                  <a:close/>
                </a:path>
              </a:pathLst>
            </a:custGeom>
            <a:solidFill>
              <a:srgbClr val="A4D16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="" xmlns:a16="http://schemas.microsoft.com/office/drawing/2014/main" id="{F41D634E-C947-D417-FF6E-A2015069C8FD}"/>
                </a:ext>
              </a:extLst>
            </p:cNvPr>
            <p:cNvSpPr/>
            <p:nvPr/>
          </p:nvSpPr>
          <p:spPr>
            <a:xfrm>
              <a:off x="6007199" y="3680173"/>
              <a:ext cx="396990" cy="351797"/>
            </a:xfrm>
            <a:custGeom>
              <a:avLst/>
              <a:gdLst>
                <a:gd name="connsiteX0" fmla="*/ 3456 w 396990"/>
                <a:gd name="connsiteY0" fmla="*/ 351282 h 351797"/>
                <a:gd name="connsiteX1" fmla="*/ 408 w 396990"/>
                <a:gd name="connsiteY1" fmla="*/ 343853 h 351797"/>
                <a:gd name="connsiteX2" fmla="*/ 255773 w 396990"/>
                <a:gd name="connsiteY2" fmla="*/ 90773 h 351797"/>
                <a:gd name="connsiteX3" fmla="*/ 388743 w 396990"/>
                <a:gd name="connsiteY3" fmla="*/ 3429 h 351797"/>
                <a:gd name="connsiteX4" fmla="*/ 394553 w 396990"/>
                <a:gd name="connsiteY4" fmla="*/ 0 h 351797"/>
                <a:gd name="connsiteX5" fmla="*/ 394839 w 396990"/>
                <a:gd name="connsiteY5" fmla="*/ 5048 h 351797"/>
                <a:gd name="connsiteX6" fmla="*/ 61368 w 396990"/>
                <a:gd name="connsiteY6" fmla="*/ 268319 h 351797"/>
                <a:gd name="connsiteX7" fmla="*/ 10695 w 396990"/>
                <a:gd name="connsiteY7" fmla="*/ 348996 h 351797"/>
                <a:gd name="connsiteX8" fmla="*/ 3551 w 396990"/>
                <a:gd name="connsiteY8" fmla="*/ 351377 h 351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6990" h="351797">
                  <a:moveTo>
                    <a:pt x="3456" y="351282"/>
                  </a:moveTo>
                  <a:cubicBezTo>
                    <a:pt x="599" y="350044"/>
                    <a:pt x="-735" y="346710"/>
                    <a:pt x="408" y="343853"/>
                  </a:cubicBezTo>
                  <a:cubicBezTo>
                    <a:pt x="43175" y="225743"/>
                    <a:pt x="156142" y="157163"/>
                    <a:pt x="255773" y="90773"/>
                  </a:cubicBezTo>
                  <a:cubicBezTo>
                    <a:pt x="300160" y="61913"/>
                    <a:pt x="347404" y="36767"/>
                    <a:pt x="388743" y="3429"/>
                  </a:cubicBezTo>
                  <a:cubicBezTo>
                    <a:pt x="390457" y="2000"/>
                    <a:pt x="392172" y="0"/>
                    <a:pt x="394553" y="0"/>
                  </a:cubicBezTo>
                  <a:cubicBezTo>
                    <a:pt x="397506" y="0"/>
                    <a:pt x="397982" y="4667"/>
                    <a:pt x="394839" y="5048"/>
                  </a:cubicBezTo>
                  <a:cubicBezTo>
                    <a:pt x="286825" y="96583"/>
                    <a:pt x="150236" y="155353"/>
                    <a:pt x="61368" y="268319"/>
                  </a:cubicBezTo>
                  <a:cubicBezTo>
                    <a:pt x="42128" y="293656"/>
                    <a:pt x="26983" y="321755"/>
                    <a:pt x="10695" y="348996"/>
                  </a:cubicBezTo>
                  <a:cubicBezTo>
                    <a:pt x="9362" y="351473"/>
                    <a:pt x="6123" y="352425"/>
                    <a:pt x="3551" y="351377"/>
                  </a:cubicBezTo>
                  <a:close/>
                </a:path>
              </a:pathLst>
            </a:custGeom>
            <a:solidFill>
              <a:srgbClr val="23380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="" xmlns:a16="http://schemas.microsoft.com/office/drawing/2014/main" id="{DF9BD0BD-4AC0-6DE6-0D78-570E5603B9BE}"/>
                </a:ext>
              </a:extLst>
            </p:cNvPr>
            <p:cNvSpPr/>
            <p:nvPr/>
          </p:nvSpPr>
          <p:spPr>
            <a:xfrm>
              <a:off x="5366283" y="4108090"/>
              <a:ext cx="357422" cy="255633"/>
            </a:xfrm>
            <a:custGeom>
              <a:avLst/>
              <a:gdLst>
                <a:gd name="connsiteX0" fmla="*/ 387 w 357422"/>
                <a:gd name="connsiteY0" fmla="*/ 252073 h 255633"/>
                <a:gd name="connsiteX1" fmla="*/ 140214 w 357422"/>
                <a:gd name="connsiteY1" fmla="*/ 96625 h 255633"/>
                <a:gd name="connsiteX2" fmla="*/ 349954 w 357422"/>
                <a:gd name="connsiteY2" fmla="*/ 136 h 255633"/>
                <a:gd name="connsiteX3" fmla="*/ 353098 w 357422"/>
                <a:gd name="connsiteY3" fmla="*/ 12519 h 255633"/>
                <a:gd name="connsiteX4" fmla="*/ 192601 w 357422"/>
                <a:gd name="connsiteY4" fmla="*/ 80051 h 255633"/>
                <a:gd name="connsiteX5" fmla="*/ 7054 w 357422"/>
                <a:gd name="connsiteY5" fmla="*/ 249977 h 255633"/>
                <a:gd name="connsiteX6" fmla="*/ 4864 w 357422"/>
                <a:gd name="connsiteY6" fmla="*/ 254454 h 255633"/>
                <a:gd name="connsiteX7" fmla="*/ 292 w 357422"/>
                <a:gd name="connsiteY7" fmla="*/ 251977 h 255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7422" h="255633">
                  <a:moveTo>
                    <a:pt x="387" y="252073"/>
                  </a:moveTo>
                  <a:cubicBezTo>
                    <a:pt x="31248" y="188350"/>
                    <a:pt x="86112" y="140535"/>
                    <a:pt x="140214" y="96625"/>
                  </a:cubicBezTo>
                  <a:cubicBezTo>
                    <a:pt x="201079" y="47190"/>
                    <a:pt x="273088" y="14710"/>
                    <a:pt x="349954" y="136"/>
                  </a:cubicBezTo>
                  <a:cubicBezTo>
                    <a:pt x="357384" y="-1388"/>
                    <a:pt x="360718" y="10328"/>
                    <a:pt x="353098" y="12519"/>
                  </a:cubicBezTo>
                  <a:cubicBezTo>
                    <a:pt x="298710" y="33283"/>
                    <a:pt x="243179" y="51000"/>
                    <a:pt x="192601" y="80051"/>
                  </a:cubicBezTo>
                  <a:cubicBezTo>
                    <a:pt x="121735" y="125104"/>
                    <a:pt x="54584" y="180254"/>
                    <a:pt x="7054" y="249977"/>
                  </a:cubicBezTo>
                  <a:cubicBezTo>
                    <a:pt x="8388" y="251787"/>
                    <a:pt x="6388" y="253597"/>
                    <a:pt x="4864" y="254454"/>
                  </a:cubicBezTo>
                  <a:cubicBezTo>
                    <a:pt x="3054" y="257026"/>
                    <a:pt x="-1137" y="255025"/>
                    <a:pt x="292" y="251977"/>
                  </a:cubicBezTo>
                  <a:close/>
                </a:path>
              </a:pathLst>
            </a:custGeom>
            <a:solidFill>
              <a:srgbClr val="23380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="" xmlns:a16="http://schemas.microsoft.com/office/drawing/2014/main" id="{952925E4-38A9-936B-44DB-FEDEC8264F72}"/>
                </a:ext>
              </a:extLst>
            </p:cNvPr>
            <p:cNvSpPr/>
            <p:nvPr/>
          </p:nvSpPr>
          <p:spPr>
            <a:xfrm>
              <a:off x="6394707" y="3909530"/>
              <a:ext cx="368990" cy="75303"/>
            </a:xfrm>
            <a:custGeom>
              <a:avLst/>
              <a:gdLst>
                <a:gd name="connsiteX0" fmla="*/ 364327 w 368990"/>
                <a:gd name="connsiteY0" fmla="*/ 73157 h 75303"/>
                <a:gd name="connsiteX1" fmla="*/ 144966 w 368990"/>
                <a:gd name="connsiteY1" fmla="*/ 11435 h 75303"/>
                <a:gd name="connsiteX2" fmla="*/ 15045 w 368990"/>
                <a:gd name="connsiteY2" fmla="*/ 29247 h 75303"/>
                <a:gd name="connsiteX3" fmla="*/ 91 w 368990"/>
                <a:gd name="connsiteY3" fmla="*/ 30294 h 75303"/>
                <a:gd name="connsiteX4" fmla="*/ 1901 w 368990"/>
                <a:gd name="connsiteY4" fmla="*/ 26865 h 75303"/>
                <a:gd name="connsiteX5" fmla="*/ 274506 w 368990"/>
                <a:gd name="connsiteY5" fmla="*/ 24198 h 75303"/>
                <a:gd name="connsiteX6" fmla="*/ 368137 w 368990"/>
                <a:gd name="connsiteY6" fmla="*/ 75062 h 75303"/>
                <a:gd name="connsiteX7" fmla="*/ 364232 w 368990"/>
                <a:gd name="connsiteY7" fmla="*/ 73062 h 75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8990" h="75303">
                  <a:moveTo>
                    <a:pt x="364327" y="73157"/>
                  </a:moveTo>
                  <a:cubicBezTo>
                    <a:pt x="298509" y="34200"/>
                    <a:pt x="221261" y="13530"/>
                    <a:pt x="144966" y="11435"/>
                  </a:cubicBezTo>
                  <a:cubicBezTo>
                    <a:pt x="101151" y="11149"/>
                    <a:pt x="57812" y="20579"/>
                    <a:pt x="15045" y="29247"/>
                  </a:cubicBezTo>
                  <a:cubicBezTo>
                    <a:pt x="10378" y="29247"/>
                    <a:pt x="3234" y="34962"/>
                    <a:pt x="91" y="30294"/>
                  </a:cubicBezTo>
                  <a:cubicBezTo>
                    <a:pt x="-290" y="28866"/>
                    <a:pt x="567" y="27342"/>
                    <a:pt x="1901" y="26865"/>
                  </a:cubicBezTo>
                  <a:cubicBezTo>
                    <a:pt x="97913" y="-7520"/>
                    <a:pt x="177637" y="-9425"/>
                    <a:pt x="274506" y="24198"/>
                  </a:cubicBezTo>
                  <a:cubicBezTo>
                    <a:pt x="286127" y="28104"/>
                    <a:pt x="378805" y="64299"/>
                    <a:pt x="368137" y="75062"/>
                  </a:cubicBezTo>
                  <a:cubicBezTo>
                    <a:pt x="366518" y="75824"/>
                    <a:pt x="364613" y="74681"/>
                    <a:pt x="364232" y="73062"/>
                  </a:cubicBezTo>
                  <a:close/>
                </a:path>
              </a:pathLst>
            </a:custGeom>
            <a:solidFill>
              <a:srgbClr val="23380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="" xmlns:a16="http://schemas.microsoft.com/office/drawing/2014/main" id="{CB15C425-C9BB-4A2D-4182-9B0E855FBB7E}"/>
                </a:ext>
              </a:extLst>
            </p:cNvPr>
            <p:cNvSpPr/>
            <p:nvPr/>
          </p:nvSpPr>
          <p:spPr>
            <a:xfrm>
              <a:off x="6349332" y="3807806"/>
              <a:ext cx="333545" cy="90616"/>
            </a:xfrm>
            <a:custGeom>
              <a:avLst/>
              <a:gdLst>
                <a:gd name="connsiteX0" fmla="*/ 222 w 333545"/>
                <a:gd name="connsiteY0" fmla="*/ 89156 h 90616"/>
                <a:gd name="connsiteX1" fmla="*/ 1461 w 333545"/>
                <a:gd name="connsiteY1" fmla="*/ 85822 h 90616"/>
                <a:gd name="connsiteX2" fmla="*/ 91567 w 333545"/>
                <a:gd name="connsiteY2" fmla="*/ 39721 h 90616"/>
                <a:gd name="connsiteX3" fmla="*/ 332740 w 333545"/>
                <a:gd name="connsiteY3" fmla="*/ 12766 h 90616"/>
                <a:gd name="connsiteX4" fmla="*/ 329311 w 333545"/>
                <a:gd name="connsiteY4" fmla="*/ 16480 h 90616"/>
                <a:gd name="connsiteX5" fmla="*/ 327120 w 333545"/>
                <a:gd name="connsiteY5" fmla="*/ 15052 h 90616"/>
                <a:gd name="connsiteX6" fmla="*/ 96234 w 333545"/>
                <a:gd name="connsiteY6" fmla="*/ 50580 h 90616"/>
                <a:gd name="connsiteX7" fmla="*/ 3556 w 333545"/>
                <a:gd name="connsiteY7" fmla="*/ 90394 h 90616"/>
                <a:gd name="connsiteX8" fmla="*/ 222 w 333545"/>
                <a:gd name="connsiteY8" fmla="*/ 89156 h 90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3545" h="90616">
                  <a:moveTo>
                    <a:pt x="222" y="89156"/>
                  </a:moveTo>
                  <a:cubicBezTo>
                    <a:pt x="-349" y="87823"/>
                    <a:pt x="222" y="86394"/>
                    <a:pt x="1461" y="85822"/>
                  </a:cubicBezTo>
                  <a:cubicBezTo>
                    <a:pt x="32417" y="71535"/>
                    <a:pt x="60706" y="53723"/>
                    <a:pt x="91567" y="39721"/>
                  </a:cubicBezTo>
                  <a:cubicBezTo>
                    <a:pt x="166053" y="9432"/>
                    <a:pt x="254445" y="-16381"/>
                    <a:pt x="332740" y="12766"/>
                  </a:cubicBezTo>
                  <a:cubicBezTo>
                    <a:pt x="335121" y="14956"/>
                    <a:pt x="331692" y="18671"/>
                    <a:pt x="329311" y="16480"/>
                  </a:cubicBezTo>
                  <a:cubicBezTo>
                    <a:pt x="329025" y="15909"/>
                    <a:pt x="327501" y="15337"/>
                    <a:pt x="327120" y="15052"/>
                  </a:cubicBezTo>
                  <a:cubicBezTo>
                    <a:pt x="249016" y="-4284"/>
                    <a:pt x="168815" y="23719"/>
                    <a:pt x="96234" y="50580"/>
                  </a:cubicBezTo>
                  <a:cubicBezTo>
                    <a:pt x="65088" y="63248"/>
                    <a:pt x="33370" y="74869"/>
                    <a:pt x="3556" y="90394"/>
                  </a:cubicBezTo>
                  <a:cubicBezTo>
                    <a:pt x="2318" y="90966"/>
                    <a:pt x="794" y="90394"/>
                    <a:pt x="222" y="89156"/>
                  </a:cubicBezTo>
                  <a:close/>
                </a:path>
              </a:pathLst>
            </a:custGeom>
            <a:solidFill>
              <a:srgbClr val="23380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="" xmlns:a16="http://schemas.microsoft.com/office/drawing/2014/main" id="{8CF5AA88-D5DF-0D03-9B25-2803FB3776D5}"/>
                </a:ext>
              </a:extLst>
            </p:cNvPr>
            <p:cNvSpPr/>
            <p:nvPr/>
          </p:nvSpPr>
          <p:spPr>
            <a:xfrm>
              <a:off x="5100578" y="3451153"/>
              <a:ext cx="1708677" cy="773154"/>
            </a:xfrm>
            <a:custGeom>
              <a:avLst/>
              <a:gdLst>
                <a:gd name="connsiteX0" fmla="*/ 1699985 w 1708677"/>
                <a:gd name="connsiteY0" fmla="*/ 39 h 773154"/>
                <a:gd name="connsiteX1" fmla="*/ 1707605 w 1708677"/>
                <a:gd name="connsiteY1" fmla="*/ 16137 h 773154"/>
                <a:gd name="connsiteX2" fmla="*/ 1616927 w 1708677"/>
                <a:gd name="connsiteY2" fmla="*/ 209875 h 773154"/>
                <a:gd name="connsiteX3" fmla="*/ 1529202 w 1708677"/>
                <a:gd name="connsiteY3" fmla="*/ 307983 h 773154"/>
                <a:gd name="connsiteX4" fmla="*/ 1270217 w 1708677"/>
                <a:gd name="connsiteY4" fmla="*/ 457906 h 773154"/>
                <a:gd name="connsiteX5" fmla="*/ 944748 w 1708677"/>
                <a:gd name="connsiteY5" fmla="*/ 537059 h 773154"/>
                <a:gd name="connsiteX6" fmla="*/ 923793 w 1708677"/>
                <a:gd name="connsiteY6" fmla="*/ 548965 h 773154"/>
                <a:gd name="connsiteX7" fmla="*/ 923793 w 1708677"/>
                <a:gd name="connsiteY7" fmla="*/ 548965 h 773154"/>
                <a:gd name="connsiteX8" fmla="*/ 920936 w 1708677"/>
                <a:gd name="connsiteY8" fmla="*/ 551727 h 773154"/>
                <a:gd name="connsiteX9" fmla="*/ 685954 w 1708677"/>
                <a:gd name="connsiteY9" fmla="*/ 737179 h 773154"/>
                <a:gd name="connsiteX10" fmla="*/ 490977 w 1708677"/>
                <a:gd name="connsiteY10" fmla="*/ 705747 h 773154"/>
                <a:gd name="connsiteX11" fmla="*/ 278855 w 1708677"/>
                <a:gd name="connsiteY11" fmla="*/ 688887 h 773154"/>
                <a:gd name="connsiteX12" fmla="*/ 82736 w 1708677"/>
                <a:gd name="connsiteY12" fmla="*/ 735465 h 773154"/>
                <a:gd name="connsiteX13" fmla="*/ 24252 w 1708677"/>
                <a:gd name="connsiteY13" fmla="*/ 766230 h 773154"/>
                <a:gd name="connsiteX14" fmla="*/ 2154 w 1708677"/>
                <a:gd name="connsiteY14" fmla="*/ 770326 h 773154"/>
                <a:gd name="connsiteX15" fmla="*/ 6250 w 1708677"/>
                <a:gd name="connsiteY15" fmla="*/ 748419 h 773154"/>
                <a:gd name="connsiteX16" fmla="*/ 23014 w 1708677"/>
                <a:gd name="connsiteY16" fmla="*/ 719748 h 773154"/>
                <a:gd name="connsiteX17" fmla="*/ 117692 w 1708677"/>
                <a:gd name="connsiteY17" fmla="*/ 586113 h 773154"/>
                <a:gd name="connsiteX18" fmla="*/ 224182 w 1708677"/>
                <a:gd name="connsiteY18" fmla="*/ 490196 h 773154"/>
                <a:gd name="connsiteX19" fmla="*/ 457925 w 1708677"/>
                <a:gd name="connsiteY19" fmla="*/ 420473 h 773154"/>
                <a:gd name="connsiteX20" fmla="*/ 739484 w 1708677"/>
                <a:gd name="connsiteY20" fmla="*/ 438285 h 773154"/>
                <a:gd name="connsiteX21" fmla="*/ 908744 w 1708677"/>
                <a:gd name="connsiteY21" fmla="*/ 529820 h 773154"/>
                <a:gd name="connsiteX22" fmla="*/ 950749 w 1708677"/>
                <a:gd name="connsiteY22" fmla="*/ 381706 h 773154"/>
                <a:gd name="connsiteX23" fmla="*/ 1072383 w 1708677"/>
                <a:gd name="connsiteY23" fmla="*/ 251595 h 773154"/>
                <a:gd name="connsiteX24" fmla="*/ 1429190 w 1708677"/>
                <a:gd name="connsiteY24" fmla="*/ 72239 h 773154"/>
                <a:gd name="connsiteX25" fmla="*/ 1635692 w 1708677"/>
                <a:gd name="connsiteY25" fmla="*/ 24900 h 773154"/>
                <a:gd name="connsiteX26" fmla="*/ 1699795 w 1708677"/>
                <a:gd name="connsiteY26" fmla="*/ 39 h 773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708677" h="773154">
                  <a:moveTo>
                    <a:pt x="1699985" y="39"/>
                  </a:moveTo>
                  <a:cubicBezTo>
                    <a:pt x="1708558" y="-723"/>
                    <a:pt x="1710082" y="9755"/>
                    <a:pt x="1707605" y="16137"/>
                  </a:cubicBezTo>
                  <a:cubicBezTo>
                    <a:pt x="1688174" y="85098"/>
                    <a:pt x="1662647" y="153678"/>
                    <a:pt x="1616927" y="209875"/>
                  </a:cubicBezTo>
                  <a:cubicBezTo>
                    <a:pt x="1590734" y="245022"/>
                    <a:pt x="1564635" y="281313"/>
                    <a:pt x="1529202" y="307983"/>
                  </a:cubicBezTo>
                  <a:cubicBezTo>
                    <a:pt x="1449192" y="367133"/>
                    <a:pt x="1364515" y="424664"/>
                    <a:pt x="1270217" y="457906"/>
                  </a:cubicBezTo>
                  <a:cubicBezTo>
                    <a:pt x="1164014" y="492387"/>
                    <a:pt x="1049714" y="499054"/>
                    <a:pt x="944748" y="537059"/>
                  </a:cubicBezTo>
                  <a:cubicBezTo>
                    <a:pt x="937033" y="539916"/>
                    <a:pt x="930556" y="544679"/>
                    <a:pt x="923793" y="548965"/>
                  </a:cubicBezTo>
                  <a:cubicBezTo>
                    <a:pt x="923793" y="548965"/>
                    <a:pt x="923793" y="548965"/>
                    <a:pt x="923793" y="548965"/>
                  </a:cubicBezTo>
                  <a:cubicBezTo>
                    <a:pt x="923126" y="550108"/>
                    <a:pt x="922174" y="551156"/>
                    <a:pt x="920936" y="551727"/>
                  </a:cubicBezTo>
                  <a:cubicBezTo>
                    <a:pt x="895694" y="656217"/>
                    <a:pt x="793015" y="735560"/>
                    <a:pt x="685954" y="737179"/>
                  </a:cubicBezTo>
                  <a:cubicBezTo>
                    <a:pt x="619565" y="739370"/>
                    <a:pt x="555271" y="719082"/>
                    <a:pt x="490977" y="705747"/>
                  </a:cubicBezTo>
                  <a:cubicBezTo>
                    <a:pt x="421445" y="690030"/>
                    <a:pt x="350007" y="682887"/>
                    <a:pt x="278855" y="688887"/>
                  </a:cubicBezTo>
                  <a:cubicBezTo>
                    <a:pt x="211323" y="692983"/>
                    <a:pt x="144458" y="707461"/>
                    <a:pt x="82736" y="735465"/>
                  </a:cubicBezTo>
                  <a:cubicBezTo>
                    <a:pt x="62733" y="744894"/>
                    <a:pt x="43588" y="755658"/>
                    <a:pt x="24252" y="766230"/>
                  </a:cubicBezTo>
                  <a:cubicBezTo>
                    <a:pt x="17585" y="769183"/>
                    <a:pt x="8631" y="777470"/>
                    <a:pt x="2154" y="770326"/>
                  </a:cubicBezTo>
                  <a:cubicBezTo>
                    <a:pt x="-3180" y="763182"/>
                    <a:pt x="2630" y="754991"/>
                    <a:pt x="6250" y="748419"/>
                  </a:cubicBezTo>
                  <a:cubicBezTo>
                    <a:pt x="11679" y="738798"/>
                    <a:pt x="17299" y="729273"/>
                    <a:pt x="23014" y="719748"/>
                  </a:cubicBezTo>
                  <a:cubicBezTo>
                    <a:pt x="50351" y="672409"/>
                    <a:pt x="82450" y="627927"/>
                    <a:pt x="117692" y="586113"/>
                  </a:cubicBezTo>
                  <a:cubicBezTo>
                    <a:pt x="148077" y="548965"/>
                    <a:pt x="181986" y="513913"/>
                    <a:pt x="224182" y="490196"/>
                  </a:cubicBezTo>
                  <a:cubicBezTo>
                    <a:pt x="294286" y="446095"/>
                    <a:pt x="378011" y="435522"/>
                    <a:pt x="457925" y="420473"/>
                  </a:cubicBezTo>
                  <a:cubicBezTo>
                    <a:pt x="551651" y="402471"/>
                    <a:pt x="649283" y="405423"/>
                    <a:pt x="739484" y="438285"/>
                  </a:cubicBezTo>
                  <a:cubicBezTo>
                    <a:pt x="799492" y="460573"/>
                    <a:pt x="860452" y="486862"/>
                    <a:pt x="908744" y="529820"/>
                  </a:cubicBezTo>
                  <a:cubicBezTo>
                    <a:pt x="906077" y="477909"/>
                    <a:pt x="927698" y="427331"/>
                    <a:pt x="950749" y="381706"/>
                  </a:cubicBezTo>
                  <a:cubicBezTo>
                    <a:pt x="981705" y="330843"/>
                    <a:pt x="1028568" y="291219"/>
                    <a:pt x="1072383" y="251595"/>
                  </a:cubicBezTo>
                  <a:cubicBezTo>
                    <a:pt x="1175920" y="165489"/>
                    <a:pt x="1296792" y="99957"/>
                    <a:pt x="1429190" y="72239"/>
                  </a:cubicBezTo>
                  <a:cubicBezTo>
                    <a:pt x="1497960" y="56332"/>
                    <a:pt x="1568159" y="45664"/>
                    <a:pt x="1635692" y="24900"/>
                  </a:cubicBezTo>
                  <a:cubicBezTo>
                    <a:pt x="1657504" y="17661"/>
                    <a:pt x="1678554" y="8421"/>
                    <a:pt x="1699795" y="39"/>
                  </a:cubicBezTo>
                  <a:close/>
                </a:path>
              </a:pathLst>
            </a:custGeom>
            <a:solidFill>
              <a:srgbClr val="A4D16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="" xmlns:a16="http://schemas.microsoft.com/office/drawing/2014/main" id="{80D8D041-870F-81BD-C0AC-E83B3BCD1806}"/>
                </a:ext>
              </a:extLst>
            </p:cNvPr>
            <p:cNvSpPr/>
            <p:nvPr/>
          </p:nvSpPr>
          <p:spPr>
            <a:xfrm>
              <a:off x="5559689" y="3973902"/>
              <a:ext cx="451825" cy="27467"/>
            </a:xfrm>
            <a:custGeom>
              <a:avLst/>
              <a:gdLst>
                <a:gd name="connsiteX0" fmla="*/ 114257 w 451825"/>
                <a:gd name="connsiteY0" fmla="*/ 26312 h 27467"/>
                <a:gd name="connsiteX1" fmla="*/ 14530 w 451825"/>
                <a:gd name="connsiteY1" fmla="*/ 11262 h 27467"/>
                <a:gd name="connsiteX2" fmla="*/ 1481 w 451825"/>
                <a:gd name="connsiteY2" fmla="*/ 2690 h 27467"/>
                <a:gd name="connsiteX3" fmla="*/ 329236 w 451825"/>
                <a:gd name="connsiteY3" fmla="*/ 118 h 27467"/>
                <a:gd name="connsiteX4" fmla="*/ 446584 w 451825"/>
                <a:gd name="connsiteY4" fmla="*/ 12119 h 27467"/>
                <a:gd name="connsiteX5" fmla="*/ 444203 w 451825"/>
                <a:gd name="connsiteY5" fmla="*/ 25073 h 27467"/>
                <a:gd name="connsiteX6" fmla="*/ 314663 w 451825"/>
                <a:gd name="connsiteY6" fmla="*/ 15548 h 27467"/>
                <a:gd name="connsiteX7" fmla="*/ 114257 w 451825"/>
                <a:gd name="connsiteY7" fmla="*/ 26312 h 27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1825" h="27467">
                  <a:moveTo>
                    <a:pt x="114257" y="26312"/>
                  </a:moveTo>
                  <a:cubicBezTo>
                    <a:pt x="80634" y="24216"/>
                    <a:pt x="46820" y="21835"/>
                    <a:pt x="14530" y="11262"/>
                  </a:cubicBezTo>
                  <a:cubicBezTo>
                    <a:pt x="10244" y="9548"/>
                    <a:pt x="-4710" y="8690"/>
                    <a:pt x="1481" y="2690"/>
                  </a:cubicBezTo>
                  <a:cubicBezTo>
                    <a:pt x="108923" y="29741"/>
                    <a:pt x="220461" y="4499"/>
                    <a:pt x="329236" y="118"/>
                  </a:cubicBezTo>
                  <a:cubicBezTo>
                    <a:pt x="368860" y="-930"/>
                    <a:pt x="407817" y="5166"/>
                    <a:pt x="446584" y="12119"/>
                  </a:cubicBezTo>
                  <a:cubicBezTo>
                    <a:pt x="454871" y="13548"/>
                    <a:pt x="452775" y="26693"/>
                    <a:pt x="444203" y="25073"/>
                  </a:cubicBezTo>
                  <a:cubicBezTo>
                    <a:pt x="401245" y="19930"/>
                    <a:pt x="357811" y="14501"/>
                    <a:pt x="314663" y="15548"/>
                  </a:cubicBezTo>
                  <a:cubicBezTo>
                    <a:pt x="247893" y="18406"/>
                    <a:pt x="181313" y="31360"/>
                    <a:pt x="114257" y="26312"/>
                  </a:cubicBezTo>
                  <a:close/>
                </a:path>
              </a:pathLst>
            </a:custGeom>
            <a:solidFill>
              <a:srgbClr val="23380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="" xmlns:a16="http://schemas.microsoft.com/office/drawing/2014/main" id="{FB79FF43-DA55-5A3B-2113-F75AE4DBE2E8}"/>
                </a:ext>
              </a:extLst>
            </p:cNvPr>
            <p:cNvSpPr/>
            <p:nvPr/>
          </p:nvSpPr>
          <p:spPr>
            <a:xfrm>
              <a:off x="6005491" y="3659980"/>
              <a:ext cx="467723" cy="333145"/>
            </a:xfrm>
            <a:custGeom>
              <a:avLst/>
              <a:gdLst>
                <a:gd name="connsiteX0" fmla="*/ 464555 w 467723"/>
                <a:gd name="connsiteY0" fmla="*/ 0 h 333145"/>
                <a:gd name="connsiteX1" fmla="*/ 355494 w 467723"/>
                <a:gd name="connsiteY1" fmla="*/ 33052 h 333145"/>
                <a:gd name="connsiteX2" fmla="*/ 253195 w 467723"/>
                <a:gd name="connsiteY2" fmla="*/ 86773 h 333145"/>
                <a:gd name="connsiteX3" fmla="*/ 203761 w 467723"/>
                <a:gd name="connsiteY3" fmla="*/ 116776 h 333145"/>
                <a:gd name="connsiteX4" fmla="*/ 153183 w 467723"/>
                <a:gd name="connsiteY4" fmla="*/ 149828 h 333145"/>
                <a:gd name="connsiteX5" fmla="*/ 74030 w 467723"/>
                <a:gd name="connsiteY5" fmla="*/ 225266 h 333145"/>
                <a:gd name="connsiteX6" fmla="*/ 783 w 467723"/>
                <a:gd name="connsiteY6" fmla="*/ 326231 h 333145"/>
                <a:gd name="connsiteX7" fmla="*/ 8879 w 467723"/>
                <a:gd name="connsiteY7" fmla="*/ 330994 h 333145"/>
                <a:gd name="connsiteX8" fmla="*/ 148897 w 467723"/>
                <a:gd name="connsiteY8" fmla="*/ 164783 h 333145"/>
                <a:gd name="connsiteX9" fmla="*/ 246528 w 467723"/>
                <a:gd name="connsiteY9" fmla="*/ 101346 h 333145"/>
                <a:gd name="connsiteX10" fmla="*/ 345969 w 467723"/>
                <a:gd name="connsiteY10" fmla="*/ 46672 h 333145"/>
                <a:gd name="connsiteX11" fmla="*/ 465889 w 467723"/>
                <a:gd name="connsiteY11" fmla="*/ 4953 h 333145"/>
                <a:gd name="connsiteX12" fmla="*/ 464555 w 467723"/>
                <a:gd name="connsiteY12" fmla="*/ 95 h 333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67723" h="333145">
                  <a:moveTo>
                    <a:pt x="464555" y="0"/>
                  </a:moveTo>
                  <a:cubicBezTo>
                    <a:pt x="426741" y="5143"/>
                    <a:pt x="390355" y="17812"/>
                    <a:pt x="355494" y="33052"/>
                  </a:cubicBezTo>
                  <a:cubicBezTo>
                    <a:pt x="320156" y="48482"/>
                    <a:pt x="286342" y="67151"/>
                    <a:pt x="253195" y="86773"/>
                  </a:cubicBezTo>
                  <a:cubicBezTo>
                    <a:pt x="236622" y="96583"/>
                    <a:pt x="220144" y="106680"/>
                    <a:pt x="203761" y="116776"/>
                  </a:cubicBezTo>
                  <a:cubicBezTo>
                    <a:pt x="186616" y="127349"/>
                    <a:pt x="169471" y="137827"/>
                    <a:pt x="153183" y="149828"/>
                  </a:cubicBezTo>
                  <a:cubicBezTo>
                    <a:pt x="123751" y="171545"/>
                    <a:pt x="97652" y="197358"/>
                    <a:pt x="74030" y="225266"/>
                  </a:cubicBezTo>
                  <a:cubicBezTo>
                    <a:pt x="47170" y="257080"/>
                    <a:pt x="23548" y="291370"/>
                    <a:pt x="783" y="326231"/>
                  </a:cubicBezTo>
                  <a:cubicBezTo>
                    <a:pt x="-2551" y="331280"/>
                    <a:pt x="5641" y="336042"/>
                    <a:pt x="8879" y="330994"/>
                  </a:cubicBezTo>
                  <a:cubicBezTo>
                    <a:pt x="48503" y="270320"/>
                    <a:pt x="91556" y="210121"/>
                    <a:pt x="148897" y="164783"/>
                  </a:cubicBezTo>
                  <a:cubicBezTo>
                    <a:pt x="179281" y="140779"/>
                    <a:pt x="213476" y="121349"/>
                    <a:pt x="246528" y="101346"/>
                  </a:cubicBezTo>
                  <a:cubicBezTo>
                    <a:pt x="278913" y="81725"/>
                    <a:pt x="311774" y="62865"/>
                    <a:pt x="345969" y="46672"/>
                  </a:cubicBezTo>
                  <a:cubicBezTo>
                    <a:pt x="384355" y="28384"/>
                    <a:pt x="424455" y="14573"/>
                    <a:pt x="465889" y="4953"/>
                  </a:cubicBezTo>
                  <a:cubicBezTo>
                    <a:pt x="469127" y="4191"/>
                    <a:pt x="467698" y="-381"/>
                    <a:pt x="464555" y="95"/>
                  </a:cubicBezTo>
                  <a:close/>
                </a:path>
              </a:pathLst>
            </a:custGeom>
            <a:solidFill>
              <a:srgbClr val="23380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="" xmlns:a16="http://schemas.microsoft.com/office/drawing/2014/main" id="{5B6723C2-401C-A801-F7CC-D01DC493D708}"/>
                </a:ext>
              </a:extLst>
            </p:cNvPr>
            <p:cNvSpPr/>
            <p:nvPr/>
          </p:nvSpPr>
          <p:spPr>
            <a:xfrm>
              <a:off x="5353682" y="3686359"/>
              <a:ext cx="1382670" cy="1311813"/>
            </a:xfrm>
            <a:custGeom>
              <a:avLst/>
              <a:gdLst>
                <a:gd name="connsiteX0" fmla="*/ 1382016 w 1382670"/>
                <a:gd name="connsiteY0" fmla="*/ 922406 h 1311813"/>
                <a:gd name="connsiteX1" fmla="*/ 1371729 w 1382670"/>
                <a:gd name="connsiteY1" fmla="*/ 934979 h 1311813"/>
                <a:gd name="connsiteX2" fmla="*/ 1130175 w 1382670"/>
                <a:gd name="connsiteY2" fmla="*/ 851064 h 1311813"/>
                <a:gd name="connsiteX3" fmla="*/ 1014637 w 1382670"/>
                <a:gd name="connsiteY3" fmla="*/ 777817 h 1311813"/>
                <a:gd name="connsiteX4" fmla="*/ 873952 w 1382670"/>
                <a:gd name="connsiteY4" fmla="*/ 556742 h 1311813"/>
                <a:gd name="connsiteX5" fmla="*/ 720409 w 1382670"/>
                <a:gd name="connsiteY5" fmla="*/ 411200 h 1311813"/>
                <a:gd name="connsiteX6" fmla="*/ 671737 w 1382670"/>
                <a:gd name="connsiteY6" fmla="*/ 348334 h 1311813"/>
                <a:gd name="connsiteX7" fmla="*/ 672689 w 1382670"/>
                <a:gd name="connsiteY7" fmla="*/ 361479 h 1311813"/>
                <a:gd name="connsiteX8" fmla="*/ 678023 w 1382670"/>
                <a:gd name="connsiteY8" fmla="*/ 526166 h 1311813"/>
                <a:gd name="connsiteX9" fmla="*/ 304072 w 1382670"/>
                <a:gd name="connsiteY9" fmla="*/ 950410 h 1311813"/>
                <a:gd name="connsiteX10" fmla="*/ 220061 w 1382670"/>
                <a:gd name="connsiteY10" fmla="*/ 1238255 h 1311813"/>
                <a:gd name="connsiteX11" fmla="*/ 218918 w 1382670"/>
                <a:gd name="connsiteY11" fmla="*/ 1298263 h 1311813"/>
                <a:gd name="connsiteX12" fmla="*/ 204916 w 1382670"/>
                <a:gd name="connsiteY12" fmla="*/ 1310931 h 1311813"/>
                <a:gd name="connsiteX13" fmla="*/ 113667 w 1382670"/>
                <a:gd name="connsiteY13" fmla="*/ 1172628 h 1311813"/>
                <a:gd name="connsiteX14" fmla="*/ 88902 w 1382670"/>
                <a:gd name="connsiteY14" fmla="*/ 975842 h 1311813"/>
                <a:gd name="connsiteX15" fmla="*/ 137575 w 1382670"/>
                <a:gd name="connsiteY15" fmla="*/ 818298 h 1311813"/>
                <a:gd name="connsiteX16" fmla="*/ 184628 w 1382670"/>
                <a:gd name="connsiteY16" fmla="*/ 722858 h 1311813"/>
                <a:gd name="connsiteX17" fmla="*/ 253018 w 1382670"/>
                <a:gd name="connsiteY17" fmla="*/ 561790 h 1311813"/>
                <a:gd name="connsiteX18" fmla="*/ 606586 w 1382670"/>
                <a:gd name="connsiteY18" fmla="*/ 306996 h 1311813"/>
                <a:gd name="connsiteX19" fmla="*/ 541435 w 1382670"/>
                <a:gd name="connsiteY19" fmla="*/ 291089 h 1311813"/>
                <a:gd name="connsiteX20" fmla="*/ 435040 w 1382670"/>
                <a:gd name="connsiteY20" fmla="*/ 228986 h 1311813"/>
                <a:gd name="connsiteX21" fmla="*/ 32704 w 1382670"/>
                <a:gd name="connsiteY21" fmla="*/ 167455 h 1311813"/>
                <a:gd name="connsiteX22" fmla="*/ 3939 w 1382670"/>
                <a:gd name="connsiteY22" fmla="*/ 177551 h 1311813"/>
                <a:gd name="connsiteX23" fmla="*/ 4320 w 1382670"/>
                <a:gd name="connsiteY23" fmla="*/ 159168 h 1311813"/>
                <a:gd name="connsiteX24" fmla="*/ 171960 w 1382670"/>
                <a:gd name="connsiteY24" fmla="*/ 16483 h 1311813"/>
                <a:gd name="connsiteX25" fmla="*/ 301119 w 1382670"/>
                <a:gd name="connsiteY25" fmla="*/ 1529 h 1311813"/>
                <a:gd name="connsiteX26" fmla="*/ 465520 w 1382670"/>
                <a:gd name="connsiteY26" fmla="*/ 14293 h 1311813"/>
                <a:gd name="connsiteX27" fmla="*/ 590012 w 1382670"/>
                <a:gd name="connsiteY27" fmla="*/ 115067 h 1311813"/>
                <a:gd name="connsiteX28" fmla="*/ 664498 w 1382670"/>
                <a:gd name="connsiteY28" fmla="*/ 293661 h 1311813"/>
                <a:gd name="connsiteX29" fmla="*/ 666879 w 1382670"/>
                <a:gd name="connsiteY29" fmla="*/ 293756 h 1311813"/>
                <a:gd name="connsiteX30" fmla="*/ 894336 w 1382670"/>
                <a:gd name="connsiteY30" fmla="*/ 200888 h 1311813"/>
                <a:gd name="connsiteX31" fmla="*/ 992824 w 1382670"/>
                <a:gd name="connsiteY31" fmla="*/ 186219 h 1311813"/>
                <a:gd name="connsiteX32" fmla="*/ 1127413 w 1382670"/>
                <a:gd name="connsiteY32" fmla="*/ 244131 h 1311813"/>
                <a:gd name="connsiteX33" fmla="*/ 1214376 w 1382670"/>
                <a:gd name="connsiteY33" fmla="*/ 454824 h 1311813"/>
                <a:gd name="connsiteX34" fmla="*/ 1226187 w 1382670"/>
                <a:gd name="connsiteY34" fmla="*/ 647610 h 1311813"/>
                <a:gd name="connsiteX35" fmla="*/ 1257143 w 1382670"/>
                <a:gd name="connsiteY35" fmla="*/ 735050 h 1311813"/>
                <a:gd name="connsiteX36" fmla="*/ 1366014 w 1382670"/>
                <a:gd name="connsiteY36" fmla="*/ 904309 h 1311813"/>
                <a:gd name="connsiteX37" fmla="*/ 1382111 w 1382670"/>
                <a:gd name="connsiteY37" fmla="*/ 922692 h 1311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82670" h="1311813">
                  <a:moveTo>
                    <a:pt x="1382016" y="922406"/>
                  </a:moveTo>
                  <a:cubicBezTo>
                    <a:pt x="1384588" y="928883"/>
                    <a:pt x="1379254" y="937075"/>
                    <a:pt x="1371729" y="934979"/>
                  </a:cubicBezTo>
                  <a:cubicBezTo>
                    <a:pt x="1286671" y="921359"/>
                    <a:pt x="1206375" y="890783"/>
                    <a:pt x="1130175" y="851064"/>
                  </a:cubicBezTo>
                  <a:cubicBezTo>
                    <a:pt x="1089027" y="831157"/>
                    <a:pt x="1047212" y="810392"/>
                    <a:pt x="1014637" y="777817"/>
                  </a:cubicBezTo>
                  <a:cubicBezTo>
                    <a:pt x="948057" y="717809"/>
                    <a:pt x="925102" y="627608"/>
                    <a:pt x="873952" y="556742"/>
                  </a:cubicBezTo>
                  <a:cubicBezTo>
                    <a:pt x="832614" y="498353"/>
                    <a:pt x="774988" y="455967"/>
                    <a:pt x="720409" y="411200"/>
                  </a:cubicBezTo>
                  <a:cubicBezTo>
                    <a:pt x="701074" y="392721"/>
                    <a:pt x="685738" y="371004"/>
                    <a:pt x="671737" y="348334"/>
                  </a:cubicBezTo>
                  <a:cubicBezTo>
                    <a:pt x="671927" y="354430"/>
                    <a:pt x="672118" y="359193"/>
                    <a:pt x="672689" y="361479"/>
                  </a:cubicBezTo>
                  <a:cubicBezTo>
                    <a:pt x="676023" y="416248"/>
                    <a:pt x="683929" y="471302"/>
                    <a:pt x="678023" y="526166"/>
                  </a:cubicBezTo>
                  <a:cubicBezTo>
                    <a:pt x="657259" y="751242"/>
                    <a:pt x="431421" y="804487"/>
                    <a:pt x="304072" y="950410"/>
                  </a:cubicBezTo>
                  <a:cubicBezTo>
                    <a:pt x="233872" y="1028229"/>
                    <a:pt x="224062" y="1138052"/>
                    <a:pt x="220061" y="1238255"/>
                  </a:cubicBezTo>
                  <a:cubicBezTo>
                    <a:pt x="219490" y="1258258"/>
                    <a:pt x="220252" y="1278356"/>
                    <a:pt x="218918" y="1298263"/>
                  </a:cubicBezTo>
                  <a:cubicBezTo>
                    <a:pt x="218918" y="1305407"/>
                    <a:pt x="213108" y="1314741"/>
                    <a:pt x="204916" y="1310931"/>
                  </a:cubicBezTo>
                  <a:cubicBezTo>
                    <a:pt x="166626" y="1271593"/>
                    <a:pt x="132622" y="1224635"/>
                    <a:pt x="113667" y="1172628"/>
                  </a:cubicBezTo>
                  <a:cubicBezTo>
                    <a:pt x="92331" y="1109668"/>
                    <a:pt x="77281" y="1042326"/>
                    <a:pt x="88902" y="975842"/>
                  </a:cubicBezTo>
                  <a:cubicBezTo>
                    <a:pt x="96998" y="921359"/>
                    <a:pt x="113381" y="867828"/>
                    <a:pt x="137575" y="818298"/>
                  </a:cubicBezTo>
                  <a:cubicBezTo>
                    <a:pt x="153291" y="786484"/>
                    <a:pt x="171865" y="756100"/>
                    <a:pt x="184628" y="722858"/>
                  </a:cubicBezTo>
                  <a:cubicBezTo>
                    <a:pt x="205774" y="668565"/>
                    <a:pt x="222538" y="611891"/>
                    <a:pt x="253018" y="561790"/>
                  </a:cubicBezTo>
                  <a:cubicBezTo>
                    <a:pt x="335885" y="432535"/>
                    <a:pt x="455805" y="333571"/>
                    <a:pt x="606586" y="306996"/>
                  </a:cubicBezTo>
                  <a:cubicBezTo>
                    <a:pt x="584392" y="303472"/>
                    <a:pt x="562485" y="298424"/>
                    <a:pt x="541435" y="291089"/>
                  </a:cubicBezTo>
                  <a:cubicBezTo>
                    <a:pt x="502668" y="276516"/>
                    <a:pt x="468854" y="252227"/>
                    <a:pt x="435040" y="228986"/>
                  </a:cubicBezTo>
                  <a:cubicBezTo>
                    <a:pt x="307120" y="145166"/>
                    <a:pt x="179866" y="103256"/>
                    <a:pt x="32704" y="167455"/>
                  </a:cubicBezTo>
                  <a:cubicBezTo>
                    <a:pt x="23370" y="170122"/>
                    <a:pt x="13845" y="180790"/>
                    <a:pt x="3939" y="177551"/>
                  </a:cubicBezTo>
                  <a:cubicBezTo>
                    <a:pt x="-2729" y="173265"/>
                    <a:pt x="224" y="164312"/>
                    <a:pt x="4320" y="159168"/>
                  </a:cubicBezTo>
                  <a:cubicBezTo>
                    <a:pt x="47754" y="100304"/>
                    <a:pt x="100237" y="39248"/>
                    <a:pt x="171960" y="16483"/>
                  </a:cubicBezTo>
                  <a:cubicBezTo>
                    <a:pt x="213870" y="4387"/>
                    <a:pt x="257875" y="3529"/>
                    <a:pt x="301119" y="1529"/>
                  </a:cubicBezTo>
                  <a:cubicBezTo>
                    <a:pt x="355983" y="-1328"/>
                    <a:pt x="412371" y="-1709"/>
                    <a:pt x="465520" y="14293"/>
                  </a:cubicBezTo>
                  <a:cubicBezTo>
                    <a:pt x="516670" y="32200"/>
                    <a:pt x="563628" y="67252"/>
                    <a:pt x="590012" y="115067"/>
                  </a:cubicBezTo>
                  <a:cubicBezTo>
                    <a:pt x="618111" y="173075"/>
                    <a:pt x="644209" y="232415"/>
                    <a:pt x="664498" y="293661"/>
                  </a:cubicBezTo>
                  <a:cubicBezTo>
                    <a:pt x="665355" y="293661"/>
                    <a:pt x="666117" y="293661"/>
                    <a:pt x="666879" y="293756"/>
                  </a:cubicBezTo>
                  <a:cubicBezTo>
                    <a:pt x="738602" y="253846"/>
                    <a:pt x="814707" y="221080"/>
                    <a:pt x="894336" y="200888"/>
                  </a:cubicBezTo>
                  <a:cubicBezTo>
                    <a:pt x="926530" y="192887"/>
                    <a:pt x="959392" y="184314"/>
                    <a:pt x="992824" y="186219"/>
                  </a:cubicBezTo>
                  <a:cubicBezTo>
                    <a:pt x="1042735" y="188505"/>
                    <a:pt x="1093504" y="206126"/>
                    <a:pt x="1127413" y="244131"/>
                  </a:cubicBezTo>
                  <a:cubicBezTo>
                    <a:pt x="1177705" y="302138"/>
                    <a:pt x="1206375" y="378910"/>
                    <a:pt x="1214376" y="454824"/>
                  </a:cubicBezTo>
                  <a:cubicBezTo>
                    <a:pt x="1218662" y="519022"/>
                    <a:pt x="1213709" y="584174"/>
                    <a:pt x="1226187" y="647610"/>
                  </a:cubicBezTo>
                  <a:cubicBezTo>
                    <a:pt x="1231807" y="678376"/>
                    <a:pt x="1243904" y="707046"/>
                    <a:pt x="1257143" y="735050"/>
                  </a:cubicBezTo>
                  <a:cubicBezTo>
                    <a:pt x="1286099" y="796009"/>
                    <a:pt x="1320104" y="854779"/>
                    <a:pt x="1366014" y="904309"/>
                  </a:cubicBezTo>
                  <a:cubicBezTo>
                    <a:pt x="1371253" y="910500"/>
                    <a:pt x="1379063" y="915072"/>
                    <a:pt x="1382111" y="922692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="" xmlns:a16="http://schemas.microsoft.com/office/drawing/2014/main" id="{B019ABE1-845B-C126-5B11-98361078A173}"/>
                </a:ext>
              </a:extLst>
            </p:cNvPr>
            <p:cNvSpPr/>
            <p:nvPr/>
          </p:nvSpPr>
          <p:spPr>
            <a:xfrm>
              <a:off x="5662421" y="3760087"/>
              <a:ext cx="813835" cy="712448"/>
            </a:xfrm>
            <a:custGeom>
              <a:avLst/>
              <a:gdLst>
                <a:gd name="connsiteX0" fmla="*/ 808673 w 813835"/>
                <a:gd name="connsiteY0" fmla="*/ 437389 h 712448"/>
                <a:gd name="connsiteX1" fmla="*/ 799148 w 813835"/>
                <a:gd name="connsiteY1" fmla="*/ 406624 h 712448"/>
                <a:gd name="connsiteX2" fmla="*/ 774954 w 813835"/>
                <a:gd name="connsiteY2" fmla="*/ 348997 h 712448"/>
                <a:gd name="connsiteX3" fmla="*/ 700659 w 813835"/>
                <a:gd name="connsiteY3" fmla="*/ 268987 h 712448"/>
                <a:gd name="connsiteX4" fmla="*/ 600837 w 813835"/>
                <a:gd name="connsiteY4" fmla="*/ 214219 h 712448"/>
                <a:gd name="connsiteX5" fmla="*/ 541020 w 813835"/>
                <a:gd name="connsiteY5" fmla="*/ 197074 h 712448"/>
                <a:gd name="connsiteX6" fmla="*/ 474726 w 813835"/>
                <a:gd name="connsiteY6" fmla="*/ 198312 h 712448"/>
                <a:gd name="connsiteX7" fmla="*/ 349853 w 813835"/>
                <a:gd name="connsiteY7" fmla="*/ 229840 h 712448"/>
                <a:gd name="connsiteX8" fmla="*/ 349091 w 813835"/>
                <a:gd name="connsiteY8" fmla="*/ 227363 h 712448"/>
                <a:gd name="connsiteX9" fmla="*/ 344805 w 813835"/>
                <a:gd name="connsiteY9" fmla="*/ 217648 h 712448"/>
                <a:gd name="connsiteX10" fmla="*/ 341662 w 813835"/>
                <a:gd name="connsiteY10" fmla="*/ 210599 h 712448"/>
                <a:gd name="connsiteX11" fmla="*/ 305086 w 813835"/>
                <a:gd name="connsiteY11" fmla="*/ 150211 h 712448"/>
                <a:gd name="connsiteX12" fmla="*/ 255556 w 813835"/>
                <a:gd name="connsiteY12" fmla="*/ 92870 h 712448"/>
                <a:gd name="connsiteX13" fmla="*/ 129349 w 813835"/>
                <a:gd name="connsiteY13" fmla="*/ 5907 h 712448"/>
                <a:gd name="connsiteX14" fmla="*/ 114395 w 813835"/>
                <a:gd name="connsiteY14" fmla="*/ 1 h 712448"/>
                <a:gd name="connsiteX15" fmla="*/ 120587 w 813835"/>
                <a:gd name="connsiteY15" fmla="*/ 7812 h 712448"/>
                <a:gd name="connsiteX16" fmla="*/ 341566 w 813835"/>
                <a:gd name="connsiteY16" fmla="*/ 232411 h 712448"/>
                <a:gd name="connsiteX17" fmla="*/ 342043 w 813835"/>
                <a:gd name="connsiteY17" fmla="*/ 233173 h 712448"/>
                <a:gd name="connsiteX18" fmla="*/ 339471 w 813835"/>
                <a:gd name="connsiteY18" fmla="*/ 234126 h 712448"/>
                <a:gd name="connsiteX19" fmla="*/ 115919 w 813835"/>
                <a:gd name="connsiteY19" fmla="*/ 523972 h 712448"/>
                <a:gd name="connsiteX20" fmla="*/ 40386 w 813835"/>
                <a:gd name="connsiteY20" fmla="*/ 635986 h 712448"/>
                <a:gd name="connsiteX21" fmla="*/ 0 w 813835"/>
                <a:gd name="connsiteY21" fmla="*/ 711328 h 712448"/>
                <a:gd name="connsiteX22" fmla="*/ 4763 w 813835"/>
                <a:gd name="connsiteY22" fmla="*/ 708566 h 712448"/>
                <a:gd name="connsiteX23" fmla="*/ 128873 w 813835"/>
                <a:gd name="connsiteY23" fmla="*/ 528544 h 712448"/>
                <a:gd name="connsiteX24" fmla="*/ 346234 w 813835"/>
                <a:gd name="connsiteY24" fmla="*/ 244222 h 712448"/>
                <a:gd name="connsiteX25" fmla="*/ 348139 w 813835"/>
                <a:gd name="connsiteY25" fmla="*/ 242222 h 712448"/>
                <a:gd name="connsiteX26" fmla="*/ 348139 w 813835"/>
                <a:gd name="connsiteY26" fmla="*/ 242222 h 712448"/>
                <a:gd name="connsiteX27" fmla="*/ 460915 w 813835"/>
                <a:gd name="connsiteY27" fmla="*/ 210409 h 712448"/>
                <a:gd name="connsiteX28" fmla="*/ 523494 w 813835"/>
                <a:gd name="connsiteY28" fmla="*/ 206122 h 712448"/>
                <a:gd name="connsiteX29" fmla="*/ 584073 w 813835"/>
                <a:gd name="connsiteY29" fmla="*/ 218791 h 712448"/>
                <a:gd name="connsiteX30" fmla="*/ 637127 w 813835"/>
                <a:gd name="connsiteY30" fmla="*/ 243175 h 712448"/>
                <a:gd name="connsiteX31" fmla="*/ 683228 w 813835"/>
                <a:gd name="connsiteY31" fmla="*/ 269845 h 712448"/>
                <a:gd name="connsiteX32" fmla="*/ 759333 w 813835"/>
                <a:gd name="connsiteY32" fmla="*/ 342330 h 712448"/>
                <a:gd name="connsiteX33" fmla="*/ 788099 w 813835"/>
                <a:gd name="connsiteY33" fmla="*/ 403195 h 712448"/>
                <a:gd name="connsiteX34" fmla="*/ 799243 w 813835"/>
                <a:gd name="connsiteY34" fmla="*/ 436723 h 712448"/>
                <a:gd name="connsiteX35" fmla="*/ 810101 w 813835"/>
                <a:gd name="connsiteY35" fmla="*/ 469298 h 712448"/>
                <a:gd name="connsiteX36" fmla="*/ 813816 w 813835"/>
                <a:gd name="connsiteY36" fmla="*/ 468250 h 712448"/>
                <a:gd name="connsiteX37" fmla="*/ 808387 w 813835"/>
                <a:gd name="connsiteY37" fmla="*/ 437389 h 71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813835" h="712448">
                  <a:moveTo>
                    <a:pt x="808673" y="437389"/>
                  </a:moveTo>
                  <a:cubicBezTo>
                    <a:pt x="805815" y="427007"/>
                    <a:pt x="802672" y="416720"/>
                    <a:pt x="799148" y="406624"/>
                  </a:cubicBezTo>
                  <a:cubicBezTo>
                    <a:pt x="792480" y="386907"/>
                    <a:pt x="784955" y="367285"/>
                    <a:pt x="774954" y="348997"/>
                  </a:cubicBezTo>
                  <a:cubicBezTo>
                    <a:pt x="757142" y="316612"/>
                    <a:pt x="730472" y="290323"/>
                    <a:pt x="700659" y="268987"/>
                  </a:cubicBezTo>
                  <a:cubicBezTo>
                    <a:pt x="669893" y="247080"/>
                    <a:pt x="635508" y="228887"/>
                    <a:pt x="600837" y="214219"/>
                  </a:cubicBezTo>
                  <a:cubicBezTo>
                    <a:pt x="581597" y="206027"/>
                    <a:pt x="561785" y="199645"/>
                    <a:pt x="541020" y="197074"/>
                  </a:cubicBezTo>
                  <a:cubicBezTo>
                    <a:pt x="519017" y="194311"/>
                    <a:pt x="496729" y="195835"/>
                    <a:pt x="474726" y="198312"/>
                  </a:cubicBezTo>
                  <a:cubicBezTo>
                    <a:pt x="432054" y="203170"/>
                    <a:pt x="388620" y="210504"/>
                    <a:pt x="349853" y="229840"/>
                  </a:cubicBezTo>
                  <a:cubicBezTo>
                    <a:pt x="349663" y="229078"/>
                    <a:pt x="349472" y="228220"/>
                    <a:pt x="349091" y="227363"/>
                  </a:cubicBezTo>
                  <a:cubicBezTo>
                    <a:pt x="346805" y="222886"/>
                    <a:pt x="347186" y="222315"/>
                    <a:pt x="344805" y="217648"/>
                  </a:cubicBezTo>
                  <a:cubicBezTo>
                    <a:pt x="343757" y="215266"/>
                    <a:pt x="342710" y="212980"/>
                    <a:pt x="341662" y="210599"/>
                  </a:cubicBezTo>
                  <a:cubicBezTo>
                    <a:pt x="331756" y="189168"/>
                    <a:pt x="319278" y="169070"/>
                    <a:pt x="305086" y="150211"/>
                  </a:cubicBezTo>
                  <a:cubicBezTo>
                    <a:pt x="289941" y="130018"/>
                    <a:pt x="274225" y="109920"/>
                    <a:pt x="255556" y="92870"/>
                  </a:cubicBezTo>
                  <a:cubicBezTo>
                    <a:pt x="218027" y="58580"/>
                    <a:pt x="177832" y="23528"/>
                    <a:pt x="129349" y="5907"/>
                  </a:cubicBezTo>
                  <a:cubicBezTo>
                    <a:pt x="125063" y="5050"/>
                    <a:pt x="116967" y="-94"/>
                    <a:pt x="114395" y="1"/>
                  </a:cubicBezTo>
                  <a:cubicBezTo>
                    <a:pt x="110014" y="3526"/>
                    <a:pt x="117824" y="6193"/>
                    <a:pt x="120587" y="7812"/>
                  </a:cubicBezTo>
                  <a:cubicBezTo>
                    <a:pt x="218789" y="54008"/>
                    <a:pt x="290703" y="139162"/>
                    <a:pt x="341566" y="232411"/>
                  </a:cubicBezTo>
                  <a:cubicBezTo>
                    <a:pt x="341757" y="232697"/>
                    <a:pt x="341947" y="232888"/>
                    <a:pt x="342043" y="233173"/>
                  </a:cubicBezTo>
                  <a:cubicBezTo>
                    <a:pt x="341186" y="233269"/>
                    <a:pt x="340328" y="233554"/>
                    <a:pt x="339471" y="234126"/>
                  </a:cubicBezTo>
                  <a:cubicBezTo>
                    <a:pt x="233839" y="301372"/>
                    <a:pt x="177070" y="419006"/>
                    <a:pt x="115919" y="523972"/>
                  </a:cubicBezTo>
                  <a:cubicBezTo>
                    <a:pt x="93440" y="563119"/>
                    <a:pt x="66199" y="599124"/>
                    <a:pt x="40386" y="635986"/>
                  </a:cubicBezTo>
                  <a:cubicBezTo>
                    <a:pt x="25813" y="659703"/>
                    <a:pt x="4667" y="683706"/>
                    <a:pt x="0" y="711328"/>
                  </a:cubicBezTo>
                  <a:cubicBezTo>
                    <a:pt x="1810" y="713995"/>
                    <a:pt x="6286" y="711424"/>
                    <a:pt x="4763" y="708566"/>
                  </a:cubicBezTo>
                  <a:cubicBezTo>
                    <a:pt x="37338" y="643320"/>
                    <a:pt x="93250" y="592361"/>
                    <a:pt x="128873" y="528544"/>
                  </a:cubicBezTo>
                  <a:cubicBezTo>
                    <a:pt x="188500" y="424721"/>
                    <a:pt x="249841" y="318517"/>
                    <a:pt x="346234" y="244222"/>
                  </a:cubicBezTo>
                  <a:cubicBezTo>
                    <a:pt x="347091" y="243651"/>
                    <a:pt x="347758" y="242889"/>
                    <a:pt x="348139" y="242222"/>
                  </a:cubicBezTo>
                  <a:cubicBezTo>
                    <a:pt x="348139" y="242222"/>
                    <a:pt x="348139" y="242222"/>
                    <a:pt x="348139" y="242222"/>
                  </a:cubicBezTo>
                  <a:cubicBezTo>
                    <a:pt x="382810" y="223267"/>
                    <a:pt x="422148" y="215457"/>
                    <a:pt x="460915" y="210409"/>
                  </a:cubicBezTo>
                  <a:cubicBezTo>
                    <a:pt x="481584" y="207742"/>
                    <a:pt x="502539" y="205360"/>
                    <a:pt x="523494" y="206122"/>
                  </a:cubicBezTo>
                  <a:cubicBezTo>
                    <a:pt x="544354" y="206789"/>
                    <a:pt x="564547" y="211456"/>
                    <a:pt x="584073" y="218791"/>
                  </a:cubicBezTo>
                  <a:cubicBezTo>
                    <a:pt x="602266" y="225553"/>
                    <a:pt x="619792" y="234221"/>
                    <a:pt x="637127" y="243175"/>
                  </a:cubicBezTo>
                  <a:cubicBezTo>
                    <a:pt x="652939" y="251366"/>
                    <a:pt x="668369" y="260129"/>
                    <a:pt x="683228" y="269845"/>
                  </a:cubicBezTo>
                  <a:cubicBezTo>
                    <a:pt x="712661" y="289180"/>
                    <a:pt x="739997" y="312612"/>
                    <a:pt x="759333" y="342330"/>
                  </a:cubicBezTo>
                  <a:cubicBezTo>
                    <a:pt x="771620" y="361189"/>
                    <a:pt x="780383" y="382144"/>
                    <a:pt x="788099" y="403195"/>
                  </a:cubicBezTo>
                  <a:cubicBezTo>
                    <a:pt x="792194" y="414244"/>
                    <a:pt x="795814" y="425388"/>
                    <a:pt x="799243" y="436723"/>
                  </a:cubicBezTo>
                  <a:cubicBezTo>
                    <a:pt x="802481" y="447676"/>
                    <a:pt x="804862" y="459106"/>
                    <a:pt x="810101" y="469298"/>
                  </a:cubicBezTo>
                  <a:cubicBezTo>
                    <a:pt x="811054" y="471108"/>
                    <a:pt x="813721" y="470155"/>
                    <a:pt x="813816" y="468250"/>
                  </a:cubicBezTo>
                  <a:cubicBezTo>
                    <a:pt x="814102" y="457678"/>
                    <a:pt x="811149" y="447486"/>
                    <a:pt x="808387" y="437389"/>
                  </a:cubicBezTo>
                  <a:close/>
                </a:path>
              </a:pathLst>
            </a:custGeom>
            <a:solidFill>
              <a:srgbClr val="23380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12" name="Graphic 1381">
            <a:extLst>
              <a:ext uri="{FF2B5EF4-FFF2-40B4-BE49-F238E27FC236}">
                <a16:creationId xmlns="" xmlns:a16="http://schemas.microsoft.com/office/drawing/2014/main" id="{569245DB-06EC-F8BD-2515-97309E7EFD47}"/>
              </a:ext>
            </a:extLst>
          </p:cNvPr>
          <p:cNvGrpSpPr/>
          <p:nvPr/>
        </p:nvGrpSpPr>
        <p:grpSpPr>
          <a:xfrm>
            <a:off x="2571246" y="3949191"/>
            <a:ext cx="456154" cy="717030"/>
            <a:chOff x="5100578" y="1862106"/>
            <a:chExt cx="1995078" cy="3136066"/>
          </a:xfrm>
        </p:grpSpPr>
        <p:sp>
          <p:nvSpPr>
            <p:cNvPr id="1413" name="Freeform: Shape 1412">
              <a:extLst>
                <a:ext uri="{FF2B5EF4-FFF2-40B4-BE49-F238E27FC236}">
                  <a16:creationId xmlns="" xmlns:a16="http://schemas.microsoft.com/office/drawing/2014/main" id="{072C028E-4FBA-5D30-06B0-8651B152D59D}"/>
                </a:ext>
              </a:extLst>
            </p:cNvPr>
            <p:cNvSpPr/>
            <p:nvPr/>
          </p:nvSpPr>
          <p:spPr>
            <a:xfrm>
              <a:off x="5918262" y="3210973"/>
              <a:ext cx="279591" cy="782264"/>
            </a:xfrm>
            <a:custGeom>
              <a:avLst/>
              <a:gdLst>
                <a:gd name="connsiteX0" fmla="*/ 278702 w 279591"/>
                <a:gd name="connsiteY0" fmla="*/ 149732 h 782264"/>
                <a:gd name="connsiteX1" fmla="*/ 194120 w 279591"/>
                <a:gd name="connsiteY1" fmla="*/ 667511 h 782264"/>
                <a:gd name="connsiteX2" fmla="*/ 120872 w 279591"/>
                <a:gd name="connsiteY2" fmla="*/ 769047 h 782264"/>
                <a:gd name="connsiteX3" fmla="*/ 91916 w 279591"/>
                <a:gd name="connsiteY3" fmla="*/ 777810 h 782264"/>
                <a:gd name="connsiteX4" fmla="*/ 91726 w 279591"/>
                <a:gd name="connsiteY4" fmla="*/ 777144 h 782264"/>
                <a:gd name="connsiteX5" fmla="*/ 21717 w 279591"/>
                <a:gd name="connsiteY5" fmla="*/ 681132 h 782264"/>
                <a:gd name="connsiteX6" fmla="*/ 1238 w 279591"/>
                <a:gd name="connsiteY6" fmla="*/ 549210 h 782264"/>
                <a:gd name="connsiteX7" fmla="*/ 13145 w 279591"/>
                <a:gd name="connsiteY7" fmla="*/ 413574 h 782264"/>
                <a:gd name="connsiteX8" fmla="*/ 243554 w 279591"/>
                <a:gd name="connsiteY8" fmla="*/ 20001 h 782264"/>
                <a:gd name="connsiteX9" fmla="*/ 278606 w 279591"/>
                <a:gd name="connsiteY9" fmla="*/ 149732 h 78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9591" h="782264">
                  <a:moveTo>
                    <a:pt x="278702" y="149732"/>
                  </a:moveTo>
                  <a:cubicBezTo>
                    <a:pt x="283274" y="324611"/>
                    <a:pt x="272415" y="508062"/>
                    <a:pt x="194120" y="667511"/>
                  </a:cubicBezTo>
                  <a:cubicBezTo>
                    <a:pt x="174212" y="704373"/>
                    <a:pt x="154115" y="742568"/>
                    <a:pt x="120872" y="769047"/>
                  </a:cubicBezTo>
                  <a:cubicBezTo>
                    <a:pt x="113919" y="774858"/>
                    <a:pt x="98774" y="789621"/>
                    <a:pt x="91916" y="777810"/>
                  </a:cubicBezTo>
                  <a:cubicBezTo>
                    <a:pt x="91821" y="777620"/>
                    <a:pt x="91726" y="777334"/>
                    <a:pt x="91726" y="777144"/>
                  </a:cubicBezTo>
                  <a:cubicBezTo>
                    <a:pt x="58769" y="768381"/>
                    <a:pt x="32480" y="711516"/>
                    <a:pt x="21717" y="681132"/>
                  </a:cubicBezTo>
                  <a:cubicBezTo>
                    <a:pt x="7906" y="638555"/>
                    <a:pt x="3620" y="593597"/>
                    <a:pt x="1238" y="549210"/>
                  </a:cubicBezTo>
                  <a:cubicBezTo>
                    <a:pt x="-1714" y="503586"/>
                    <a:pt x="0" y="457485"/>
                    <a:pt x="13145" y="413574"/>
                  </a:cubicBezTo>
                  <a:cubicBezTo>
                    <a:pt x="61913" y="267747"/>
                    <a:pt x="189548" y="163543"/>
                    <a:pt x="243554" y="20001"/>
                  </a:cubicBezTo>
                  <a:cubicBezTo>
                    <a:pt x="277940" y="-62009"/>
                    <a:pt x="276416" y="133635"/>
                    <a:pt x="278606" y="149732"/>
                  </a:cubicBezTo>
                  <a:close/>
                </a:path>
              </a:pathLst>
            </a:custGeom>
            <a:solidFill>
              <a:srgbClr val="4A6D1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="" xmlns:a16="http://schemas.microsoft.com/office/drawing/2014/main" id="{9094C54E-52C2-F0FC-AD21-C245FD06883C}"/>
                </a:ext>
              </a:extLst>
            </p:cNvPr>
            <p:cNvSpPr/>
            <p:nvPr/>
          </p:nvSpPr>
          <p:spPr>
            <a:xfrm>
              <a:off x="5999775" y="3624885"/>
              <a:ext cx="55006" cy="365951"/>
            </a:xfrm>
            <a:custGeom>
              <a:avLst/>
              <a:gdLst>
                <a:gd name="connsiteX0" fmla="*/ 2784 w 55006"/>
                <a:gd name="connsiteY0" fmla="*/ 362089 h 365951"/>
                <a:gd name="connsiteX1" fmla="*/ 34693 w 55006"/>
                <a:gd name="connsiteY1" fmla="*/ 51574 h 365951"/>
                <a:gd name="connsiteX2" fmla="*/ 46980 w 55006"/>
                <a:gd name="connsiteY2" fmla="*/ 2996 h 365951"/>
                <a:gd name="connsiteX3" fmla="*/ 52028 w 55006"/>
                <a:gd name="connsiteY3" fmla="*/ 139 h 365951"/>
                <a:gd name="connsiteX4" fmla="*/ 54600 w 55006"/>
                <a:gd name="connsiteY4" fmla="*/ 6521 h 365951"/>
                <a:gd name="connsiteX5" fmla="*/ 14595 w 55006"/>
                <a:gd name="connsiteY5" fmla="*/ 254075 h 365951"/>
                <a:gd name="connsiteX6" fmla="*/ 12118 w 55006"/>
                <a:gd name="connsiteY6" fmla="*/ 361422 h 365951"/>
                <a:gd name="connsiteX7" fmla="*/ 2974 w 55006"/>
                <a:gd name="connsiteY7" fmla="*/ 362089 h 365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006" h="365951">
                  <a:moveTo>
                    <a:pt x="2784" y="362089"/>
                  </a:moveTo>
                  <a:cubicBezTo>
                    <a:pt x="-5693" y="257600"/>
                    <a:pt x="5260" y="152158"/>
                    <a:pt x="34693" y="51574"/>
                  </a:cubicBezTo>
                  <a:cubicBezTo>
                    <a:pt x="38884" y="35381"/>
                    <a:pt x="43265" y="19284"/>
                    <a:pt x="46980" y="2996"/>
                  </a:cubicBezTo>
                  <a:cubicBezTo>
                    <a:pt x="47456" y="806"/>
                    <a:pt x="49932" y="-433"/>
                    <a:pt x="52028" y="139"/>
                  </a:cubicBezTo>
                  <a:cubicBezTo>
                    <a:pt x="54886" y="901"/>
                    <a:pt x="55552" y="4139"/>
                    <a:pt x="54600" y="6521"/>
                  </a:cubicBezTo>
                  <a:cubicBezTo>
                    <a:pt x="38693" y="88626"/>
                    <a:pt x="19072" y="170351"/>
                    <a:pt x="14595" y="254075"/>
                  </a:cubicBezTo>
                  <a:cubicBezTo>
                    <a:pt x="12214" y="289794"/>
                    <a:pt x="12309" y="325703"/>
                    <a:pt x="12118" y="361422"/>
                  </a:cubicBezTo>
                  <a:cubicBezTo>
                    <a:pt x="12214" y="366947"/>
                    <a:pt x="3546" y="367709"/>
                    <a:pt x="2974" y="362089"/>
                  </a:cubicBezTo>
                  <a:close/>
                </a:path>
              </a:pathLst>
            </a:custGeom>
            <a:solidFill>
              <a:srgbClr val="23380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="" xmlns:a16="http://schemas.microsoft.com/office/drawing/2014/main" id="{0286C1DE-8E24-2503-74D3-E1A44ED9B71C}"/>
                </a:ext>
              </a:extLst>
            </p:cNvPr>
            <p:cNvSpPr/>
            <p:nvPr/>
          </p:nvSpPr>
          <p:spPr>
            <a:xfrm>
              <a:off x="5626807" y="3970631"/>
              <a:ext cx="898260" cy="847770"/>
            </a:xfrm>
            <a:custGeom>
              <a:avLst/>
              <a:gdLst>
                <a:gd name="connsiteX0" fmla="*/ 865433 w 898260"/>
                <a:gd name="connsiteY0" fmla="*/ 16533 h 847770"/>
                <a:gd name="connsiteX1" fmla="*/ 897913 w 898260"/>
                <a:gd name="connsiteY1" fmla="*/ 39202 h 847770"/>
                <a:gd name="connsiteX2" fmla="*/ 896579 w 898260"/>
                <a:gd name="connsiteY2" fmla="*/ 180934 h 847770"/>
                <a:gd name="connsiteX3" fmla="*/ 892007 w 898260"/>
                <a:gd name="connsiteY3" fmla="*/ 451349 h 847770"/>
                <a:gd name="connsiteX4" fmla="*/ 849240 w 898260"/>
                <a:gd name="connsiteY4" fmla="*/ 745481 h 847770"/>
                <a:gd name="connsiteX5" fmla="*/ 767896 w 898260"/>
                <a:gd name="connsiteY5" fmla="*/ 835302 h 847770"/>
                <a:gd name="connsiteX6" fmla="*/ 110100 w 898260"/>
                <a:gd name="connsiteY6" fmla="*/ 821871 h 847770"/>
                <a:gd name="connsiteX7" fmla="*/ 34090 w 898260"/>
                <a:gd name="connsiteY7" fmla="*/ 610988 h 847770"/>
                <a:gd name="connsiteX8" fmla="*/ 6373 w 898260"/>
                <a:gd name="connsiteY8" fmla="*/ 348479 h 847770"/>
                <a:gd name="connsiteX9" fmla="*/ 3896 w 898260"/>
                <a:gd name="connsiteY9" fmla="*/ 227321 h 847770"/>
                <a:gd name="connsiteX10" fmla="*/ 244879 w 898260"/>
                <a:gd name="connsiteY10" fmla="*/ 17580 h 847770"/>
                <a:gd name="connsiteX11" fmla="*/ 781803 w 898260"/>
                <a:gd name="connsiteY11" fmla="*/ 8341 h 847770"/>
                <a:gd name="connsiteX12" fmla="*/ 865337 w 898260"/>
                <a:gd name="connsiteY12" fmla="*/ 16628 h 847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98260" h="847770">
                  <a:moveTo>
                    <a:pt x="865433" y="16533"/>
                  </a:moveTo>
                  <a:cubicBezTo>
                    <a:pt x="879910" y="17771"/>
                    <a:pt x="901246" y="19295"/>
                    <a:pt x="897913" y="39202"/>
                  </a:cubicBezTo>
                  <a:cubicBezTo>
                    <a:pt x="896293" y="86446"/>
                    <a:pt x="895913" y="133595"/>
                    <a:pt x="896579" y="180934"/>
                  </a:cubicBezTo>
                  <a:cubicBezTo>
                    <a:pt x="898770" y="271041"/>
                    <a:pt x="894769" y="361242"/>
                    <a:pt x="892007" y="451349"/>
                  </a:cubicBezTo>
                  <a:cubicBezTo>
                    <a:pt x="888769" y="547742"/>
                    <a:pt x="881530" y="646326"/>
                    <a:pt x="849240" y="745481"/>
                  </a:cubicBezTo>
                  <a:cubicBezTo>
                    <a:pt x="828380" y="794344"/>
                    <a:pt x="815521" y="824253"/>
                    <a:pt x="767896" y="835302"/>
                  </a:cubicBezTo>
                  <a:cubicBezTo>
                    <a:pt x="701317" y="849684"/>
                    <a:pt x="180394" y="858543"/>
                    <a:pt x="110100" y="821871"/>
                  </a:cubicBezTo>
                  <a:cubicBezTo>
                    <a:pt x="46187" y="788915"/>
                    <a:pt x="40377" y="672900"/>
                    <a:pt x="34090" y="610988"/>
                  </a:cubicBezTo>
                  <a:cubicBezTo>
                    <a:pt x="27423" y="523262"/>
                    <a:pt x="15421" y="436014"/>
                    <a:pt x="6373" y="348479"/>
                  </a:cubicBezTo>
                  <a:cubicBezTo>
                    <a:pt x="4087" y="308760"/>
                    <a:pt x="-5153" y="265992"/>
                    <a:pt x="3896" y="227321"/>
                  </a:cubicBezTo>
                  <a:cubicBezTo>
                    <a:pt x="13993" y="43107"/>
                    <a:pt x="80858" y="33487"/>
                    <a:pt x="244879" y="17580"/>
                  </a:cubicBezTo>
                  <a:cubicBezTo>
                    <a:pt x="423091" y="-2232"/>
                    <a:pt x="603019" y="-5280"/>
                    <a:pt x="781803" y="8341"/>
                  </a:cubicBezTo>
                  <a:cubicBezTo>
                    <a:pt x="809711" y="10627"/>
                    <a:pt x="837524" y="13675"/>
                    <a:pt x="865337" y="16628"/>
                  </a:cubicBezTo>
                  <a:close/>
                </a:path>
              </a:pathLst>
            </a:custGeom>
            <a:solidFill>
              <a:srgbClr val="E1724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="" xmlns:a16="http://schemas.microsoft.com/office/drawing/2014/main" id="{00F12D7A-535F-DA31-7A88-5C02565FF609}"/>
                </a:ext>
              </a:extLst>
            </p:cNvPr>
            <p:cNvSpPr/>
            <p:nvPr/>
          </p:nvSpPr>
          <p:spPr>
            <a:xfrm>
              <a:off x="5571014" y="1862106"/>
              <a:ext cx="506555" cy="2224589"/>
            </a:xfrm>
            <a:custGeom>
              <a:avLst/>
              <a:gdLst>
                <a:gd name="connsiteX0" fmla="*/ 14064 w 506555"/>
                <a:gd name="connsiteY0" fmla="*/ 2224309 h 2224589"/>
                <a:gd name="connsiteX1" fmla="*/ 348 w 506555"/>
                <a:gd name="connsiteY1" fmla="*/ 2203449 h 2224589"/>
                <a:gd name="connsiteX2" fmla="*/ 61023 w 506555"/>
                <a:gd name="connsiteY2" fmla="*/ 1942845 h 2224589"/>
                <a:gd name="connsiteX3" fmla="*/ 246189 w 506555"/>
                <a:gd name="connsiteY3" fmla="*/ 1131220 h 2224589"/>
                <a:gd name="connsiteX4" fmla="*/ 411828 w 506555"/>
                <a:gd name="connsiteY4" fmla="*/ 333215 h 2224589"/>
                <a:gd name="connsiteX5" fmla="*/ 444880 w 506555"/>
                <a:gd name="connsiteY5" fmla="*/ 173767 h 2224589"/>
                <a:gd name="connsiteX6" fmla="*/ 456120 w 506555"/>
                <a:gd name="connsiteY6" fmla="*/ 112330 h 2224589"/>
                <a:gd name="connsiteX7" fmla="*/ 496506 w 506555"/>
                <a:gd name="connsiteY7" fmla="*/ 31 h 2224589"/>
                <a:gd name="connsiteX8" fmla="*/ 500030 w 506555"/>
                <a:gd name="connsiteY8" fmla="*/ 41655 h 2224589"/>
                <a:gd name="connsiteX9" fmla="*/ 462311 w 506555"/>
                <a:gd name="connsiteY9" fmla="*/ 265588 h 2224589"/>
                <a:gd name="connsiteX10" fmla="*/ 321722 w 506555"/>
                <a:gd name="connsiteY10" fmla="*/ 933195 h 2224589"/>
                <a:gd name="connsiteX11" fmla="*/ 238569 w 506555"/>
                <a:gd name="connsiteY11" fmla="*/ 1339532 h 2224589"/>
                <a:gd name="connsiteX12" fmla="*/ 143319 w 506555"/>
                <a:gd name="connsiteY12" fmla="*/ 1743296 h 2224589"/>
                <a:gd name="connsiteX13" fmla="*/ 58356 w 506555"/>
                <a:gd name="connsiteY13" fmla="*/ 2107056 h 2224589"/>
                <a:gd name="connsiteX14" fmla="*/ 34924 w 506555"/>
                <a:gd name="connsiteY14" fmla="*/ 2210593 h 2224589"/>
                <a:gd name="connsiteX15" fmla="*/ 14064 w 506555"/>
                <a:gd name="connsiteY15" fmla="*/ 2224214 h 2224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06555" h="2224589">
                  <a:moveTo>
                    <a:pt x="14064" y="2224309"/>
                  </a:moveTo>
                  <a:cubicBezTo>
                    <a:pt x="4539" y="2222309"/>
                    <a:pt x="-1557" y="2212784"/>
                    <a:pt x="348" y="2203449"/>
                  </a:cubicBezTo>
                  <a:cubicBezTo>
                    <a:pt x="18541" y="2116200"/>
                    <a:pt x="40830" y="2029713"/>
                    <a:pt x="61023" y="1942845"/>
                  </a:cubicBezTo>
                  <a:cubicBezTo>
                    <a:pt x="120459" y="1671763"/>
                    <a:pt x="191420" y="1403254"/>
                    <a:pt x="246189" y="1131220"/>
                  </a:cubicBezTo>
                  <a:cubicBezTo>
                    <a:pt x="300195" y="864996"/>
                    <a:pt x="349059" y="597629"/>
                    <a:pt x="411828" y="333215"/>
                  </a:cubicBezTo>
                  <a:cubicBezTo>
                    <a:pt x="423735" y="280256"/>
                    <a:pt x="433641" y="226916"/>
                    <a:pt x="444880" y="173767"/>
                  </a:cubicBezTo>
                  <a:cubicBezTo>
                    <a:pt x="447642" y="160908"/>
                    <a:pt x="453262" y="125189"/>
                    <a:pt x="456120" y="112330"/>
                  </a:cubicBezTo>
                  <a:cubicBezTo>
                    <a:pt x="457739" y="101853"/>
                    <a:pt x="484218" y="507"/>
                    <a:pt x="496506" y="31"/>
                  </a:cubicBezTo>
                  <a:cubicBezTo>
                    <a:pt x="510793" y="-1112"/>
                    <a:pt x="507840" y="29939"/>
                    <a:pt x="500030" y="41655"/>
                  </a:cubicBezTo>
                  <a:cubicBezTo>
                    <a:pt x="490505" y="83279"/>
                    <a:pt x="470883" y="223773"/>
                    <a:pt x="462311" y="265588"/>
                  </a:cubicBezTo>
                  <a:cubicBezTo>
                    <a:pt x="412400" y="487520"/>
                    <a:pt x="364870" y="709834"/>
                    <a:pt x="321722" y="933195"/>
                  </a:cubicBezTo>
                  <a:cubicBezTo>
                    <a:pt x="293718" y="1068545"/>
                    <a:pt x="269620" y="1204848"/>
                    <a:pt x="238569" y="1339532"/>
                  </a:cubicBezTo>
                  <a:cubicBezTo>
                    <a:pt x="205898" y="1473929"/>
                    <a:pt x="172751" y="1608137"/>
                    <a:pt x="143319" y="1743296"/>
                  </a:cubicBezTo>
                  <a:cubicBezTo>
                    <a:pt x="116268" y="1864835"/>
                    <a:pt x="86835" y="1985803"/>
                    <a:pt x="58356" y="2107056"/>
                  </a:cubicBezTo>
                  <a:cubicBezTo>
                    <a:pt x="50355" y="2141537"/>
                    <a:pt x="41973" y="2175922"/>
                    <a:pt x="34924" y="2210593"/>
                  </a:cubicBezTo>
                  <a:cubicBezTo>
                    <a:pt x="33019" y="2220023"/>
                    <a:pt x="23208" y="2226214"/>
                    <a:pt x="14064" y="2224214"/>
                  </a:cubicBezTo>
                  <a:close/>
                </a:path>
              </a:pathLst>
            </a:custGeom>
            <a:solidFill>
              <a:srgbClr val="AA67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1438" name="Graphic 1381">
              <a:extLst>
                <a:ext uri="{FF2B5EF4-FFF2-40B4-BE49-F238E27FC236}">
                  <a16:creationId xmlns="" xmlns:a16="http://schemas.microsoft.com/office/drawing/2014/main" id="{B5FB1293-CDC7-6450-1180-D997AD9AE1B9}"/>
                </a:ext>
              </a:extLst>
            </p:cNvPr>
            <p:cNvGrpSpPr/>
            <p:nvPr/>
          </p:nvGrpSpPr>
          <p:grpSpPr>
            <a:xfrm>
              <a:off x="6066590" y="1862513"/>
              <a:ext cx="429206" cy="2219551"/>
              <a:chOff x="6066590" y="1862513"/>
              <a:chExt cx="429206" cy="2219551"/>
            </a:xfrm>
            <a:solidFill>
              <a:srgbClr val="AA6733"/>
            </a:solidFill>
          </p:grpSpPr>
          <p:sp>
            <p:nvSpPr>
              <p:cNvPr id="1451" name="Freeform: Shape 1450">
                <a:extLst>
                  <a:ext uri="{FF2B5EF4-FFF2-40B4-BE49-F238E27FC236}">
                    <a16:creationId xmlns="" xmlns:a16="http://schemas.microsoft.com/office/drawing/2014/main" id="{471626CA-89D8-B10D-C33D-A20F569ED26C}"/>
                  </a:ext>
                </a:extLst>
              </p:cNvPr>
              <p:cNvSpPr/>
              <p:nvPr/>
            </p:nvSpPr>
            <p:spPr>
              <a:xfrm>
                <a:off x="6066590" y="1884773"/>
                <a:ext cx="429206" cy="2197291"/>
              </a:xfrm>
              <a:custGeom>
                <a:avLst/>
                <a:gdLst>
                  <a:gd name="connsiteX0" fmla="*/ 394312 w 429206"/>
                  <a:gd name="connsiteY0" fmla="*/ 2183068 h 2197291"/>
                  <a:gd name="connsiteX1" fmla="*/ 178095 w 429206"/>
                  <a:gd name="connsiteY1" fmla="*/ 961486 h 2197291"/>
                  <a:gd name="connsiteX2" fmla="*/ 75606 w 429206"/>
                  <a:gd name="connsiteY2" fmla="*/ 417990 h 2197291"/>
                  <a:gd name="connsiteX3" fmla="*/ 14550 w 429206"/>
                  <a:gd name="connsiteY3" fmla="*/ 102712 h 2197291"/>
                  <a:gd name="connsiteX4" fmla="*/ 263 w 429206"/>
                  <a:gd name="connsiteY4" fmla="*/ 2890 h 2197291"/>
                  <a:gd name="connsiteX5" fmla="*/ 41601 w 429206"/>
                  <a:gd name="connsiteY5" fmla="*/ 74423 h 2197291"/>
                  <a:gd name="connsiteX6" fmla="*/ 75415 w 429206"/>
                  <a:gd name="connsiteY6" fmla="*/ 232443 h 2197291"/>
                  <a:gd name="connsiteX7" fmla="*/ 103133 w 429206"/>
                  <a:gd name="connsiteY7" fmla="*/ 372651 h 2197291"/>
                  <a:gd name="connsiteX8" fmla="*/ 175713 w 429206"/>
                  <a:gd name="connsiteY8" fmla="*/ 779940 h 2197291"/>
                  <a:gd name="connsiteX9" fmla="*/ 263820 w 429206"/>
                  <a:gd name="connsiteY9" fmla="*/ 1179323 h 2197291"/>
                  <a:gd name="connsiteX10" fmla="*/ 403170 w 429206"/>
                  <a:gd name="connsiteY10" fmla="*/ 2001521 h 2197291"/>
                  <a:gd name="connsiteX11" fmla="*/ 428983 w 429206"/>
                  <a:gd name="connsiteY11" fmla="*/ 2176114 h 2197291"/>
                  <a:gd name="connsiteX12" fmla="*/ 415172 w 429206"/>
                  <a:gd name="connsiteY12" fmla="*/ 2196974 h 2197291"/>
                  <a:gd name="connsiteX13" fmla="*/ 394407 w 429206"/>
                  <a:gd name="connsiteY13" fmla="*/ 2183163 h 2197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29206" h="2197291">
                    <a:moveTo>
                      <a:pt x="394312" y="2183068"/>
                    </a:moveTo>
                    <a:cubicBezTo>
                      <a:pt x="333352" y="1773969"/>
                      <a:pt x="277536" y="1363441"/>
                      <a:pt x="178095" y="961486"/>
                    </a:cubicBezTo>
                    <a:cubicBezTo>
                      <a:pt x="135899" y="781845"/>
                      <a:pt x="108372" y="599441"/>
                      <a:pt x="75606" y="417990"/>
                    </a:cubicBezTo>
                    <a:cubicBezTo>
                      <a:pt x="57222" y="312548"/>
                      <a:pt x="31886" y="208345"/>
                      <a:pt x="14550" y="102712"/>
                    </a:cubicBezTo>
                    <a:cubicBezTo>
                      <a:pt x="13598" y="95473"/>
                      <a:pt x="-2214" y="10034"/>
                      <a:pt x="263" y="2890"/>
                    </a:cubicBezTo>
                    <a:cubicBezTo>
                      <a:pt x="6168" y="-14921"/>
                      <a:pt x="40363" y="54611"/>
                      <a:pt x="41601" y="74423"/>
                    </a:cubicBezTo>
                    <a:cubicBezTo>
                      <a:pt x="51984" y="125477"/>
                      <a:pt x="66938" y="182913"/>
                      <a:pt x="75415" y="232443"/>
                    </a:cubicBezTo>
                    <a:cubicBezTo>
                      <a:pt x="75796" y="233491"/>
                      <a:pt x="76558" y="237015"/>
                      <a:pt x="103133" y="372651"/>
                    </a:cubicBezTo>
                    <a:cubicBezTo>
                      <a:pt x="128755" y="508192"/>
                      <a:pt x="149424" y="644590"/>
                      <a:pt x="175713" y="779940"/>
                    </a:cubicBezTo>
                    <a:cubicBezTo>
                      <a:pt x="201431" y="913861"/>
                      <a:pt x="234483" y="1046164"/>
                      <a:pt x="263820" y="1179323"/>
                    </a:cubicBezTo>
                    <a:cubicBezTo>
                      <a:pt x="323065" y="1450976"/>
                      <a:pt x="361356" y="1726725"/>
                      <a:pt x="403170" y="2001521"/>
                    </a:cubicBezTo>
                    <a:cubicBezTo>
                      <a:pt x="411648" y="2059719"/>
                      <a:pt x="420030" y="2118012"/>
                      <a:pt x="428983" y="2176114"/>
                    </a:cubicBezTo>
                    <a:cubicBezTo>
                      <a:pt x="430412" y="2185639"/>
                      <a:pt x="424887" y="2194974"/>
                      <a:pt x="415172" y="2196974"/>
                    </a:cubicBezTo>
                    <a:cubicBezTo>
                      <a:pt x="406028" y="2198784"/>
                      <a:pt x="395836" y="2192688"/>
                      <a:pt x="394407" y="2183163"/>
                    </a:cubicBezTo>
                    <a:close/>
                  </a:path>
                </a:pathLst>
              </a:custGeom>
              <a:solidFill>
                <a:srgbClr val="AA673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="" xmlns:a16="http://schemas.microsoft.com/office/drawing/2014/main" id="{35D2B626-A33A-968C-3282-0B0B2C32AD89}"/>
                  </a:ext>
                </a:extLst>
              </p:cNvPr>
              <p:cNvSpPr/>
              <p:nvPr/>
            </p:nvSpPr>
            <p:spPr>
              <a:xfrm>
                <a:off x="6066685" y="1868164"/>
                <a:ext cx="44455" cy="170315"/>
              </a:xfrm>
              <a:custGeom>
                <a:avLst/>
                <a:gdLst>
                  <a:gd name="connsiteX0" fmla="*/ 14550 w 44455"/>
                  <a:gd name="connsiteY0" fmla="*/ 119227 h 170315"/>
                  <a:gd name="connsiteX1" fmla="*/ 263 w 44455"/>
                  <a:gd name="connsiteY1" fmla="*/ 19405 h 170315"/>
                  <a:gd name="connsiteX2" fmla="*/ 41601 w 44455"/>
                  <a:gd name="connsiteY2" fmla="*/ 90937 h 170315"/>
                  <a:gd name="connsiteX3" fmla="*/ 14646 w 44455"/>
                  <a:gd name="connsiteY3" fmla="*/ 119227 h 170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455" h="170315">
                    <a:moveTo>
                      <a:pt x="14550" y="119227"/>
                    </a:moveTo>
                    <a:cubicBezTo>
                      <a:pt x="13598" y="111988"/>
                      <a:pt x="-2214" y="26548"/>
                      <a:pt x="263" y="19405"/>
                    </a:cubicBezTo>
                    <a:cubicBezTo>
                      <a:pt x="6168" y="1593"/>
                      <a:pt x="-23" y="-36317"/>
                      <a:pt x="41601" y="90937"/>
                    </a:cubicBezTo>
                    <a:cubicBezTo>
                      <a:pt x="51984" y="141991"/>
                      <a:pt x="31981" y="224859"/>
                      <a:pt x="14646" y="119227"/>
                    </a:cubicBezTo>
                    <a:close/>
                  </a:path>
                </a:pathLst>
              </a:custGeom>
              <a:solidFill>
                <a:srgbClr val="AA673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="" xmlns:a16="http://schemas.microsoft.com/office/drawing/2014/main" id="{F459AFFA-B44F-7343-1D1F-59AAC2E9CFEC}"/>
                  </a:ext>
                </a:extLst>
              </p:cNvPr>
              <p:cNvSpPr/>
              <p:nvPr/>
            </p:nvSpPr>
            <p:spPr>
              <a:xfrm>
                <a:off x="6066776" y="1862513"/>
                <a:ext cx="42740" cy="109576"/>
              </a:xfrm>
              <a:custGeom>
                <a:avLst/>
                <a:gdLst>
                  <a:gd name="connsiteX0" fmla="*/ 76 w 42740"/>
                  <a:gd name="connsiteY0" fmla="*/ 25055 h 109576"/>
                  <a:gd name="connsiteX1" fmla="*/ 41415 w 42740"/>
                  <a:gd name="connsiteY1" fmla="*/ 96588 h 109576"/>
                  <a:gd name="connsiteX2" fmla="*/ 76 w 42740"/>
                  <a:gd name="connsiteY2" fmla="*/ 25055 h 10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740" h="109576">
                    <a:moveTo>
                      <a:pt x="76" y="25055"/>
                    </a:moveTo>
                    <a:cubicBezTo>
                      <a:pt x="5982" y="7243"/>
                      <a:pt x="7315" y="-47335"/>
                      <a:pt x="41415" y="96588"/>
                    </a:cubicBezTo>
                    <a:cubicBezTo>
                      <a:pt x="51797" y="147642"/>
                      <a:pt x="-2305" y="32199"/>
                      <a:pt x="76" y="25055"/>
                    </a:cubicBezTo>
                    <a:close/>
                  </a:path>
                </a:pathLst>
              </a:custGeom>
              <a:solidFill>
                <a:srgbClr val="AA6733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439" name="Freeform: Shape 1438">
              <a:extLst>
                <a:ext uri="{FF2B5EF4-FFF2-40B4-BE49-F238E27FC236}">
                  <a16:creationId xmlns="" xmlns:a16="http://schemas.microsoft.com/office/drawing/2014/main" id="{85E7F907-2284-D98F-EF28-8FDD433D60DB}"/>
                </a:ext>
              </a:extLst>
            </p:cNvPr>
            <p:cNvSpPr/>
            <p:nvPr/>
          </p:nvSpPr>
          <p:spPr>
            <a:xfrm>
              <a:off x="6156205" y="3727375"/>
              <a:ext cx="887151" cy="249216"/>
            </a:xfrm>
            <a:custGeom>
              <a:avLst/>
              <a:gdLst>
                <a:gd name="connsiteX0" fmla="*/ 886388 w 887151"/>
                <a:gd name="connsiteY0" fmla="*/ 63288 h 249216"/>
                <a:gd name="connsiteX1" fmla="*/ 806664 w 887151"/>
                <a:gd name="connsiteY1" fmla="*/ 145298 h 249216"/>
                <a:gd name="connsiteX2" fmla="*/ 307459 w 887151"/>
                <a:gd name="connsiteY2" fmla="*/ 249216 h 249216"/>
                <a:gd name="connsiteX3" fmla="*/ 75144 w 887151"/>
                <a:gd name="connsiteY3" fmla="*/ 218069 h 249216"/>
                <a:gd name="connsiteX4" fmla="*/ 849 w 887151"/>
                <a:gd name="connsiteY4" fmla="*/ 162062 h 249216"/>
                <a:gd name="connsiteX5" fmla="*/ 5421 w 887151"/>
                <a:gd name="connsiteY5" fmla="*/ 152823 h 249216"/>
                <a:gd name="connsiteX6" fmla="*/ 55332 w 887151"/>
                <a:gd name="connsiteY6" fmla="*/ 111485 h 249216"/>
                <a:gd name="connsiteX7" fmla="*/ 370895 w 887151"/>
                <a:gd name="connsiteY7" fmla="*/ 233 h 249216"/>
                <a:gd name="connsiteX8" fmla="*/ 661217 w 887151"/>
                <a:gd name="connsiteY8" fmla="*/ 61288 h 249216"/>
                <a:gd name="connsiteX9" fmla="*/ 797044 w 887151"/>
                <a:gd name="connsiteY9" fmla="*/ 68622 h 249216"/>
                <a:gd name="connsiteX10" fmla="*/ 874958 w 887151"/>
                <a:gd name="connsiteY10" fmla="*/ 59097 h 249216"/>
                <a:gd name="connsiteX11" fmla="*/ 886484 w 887151"/>
                <a:gd name="connsiteY11" fmla="*/ 63193 h 249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87151" h="249216">
                  <a:moveTo>
                    <a:pt x="886388" y="63288"/>
                  </a:moveTo>
                  <a:cubicBezTo>
                    <a:pt x="895342" y="83481"/>
                    <a:pt x="822857" y="133583"/>
                    <a:pt x="806664" y="145298"/>
                  </a:cubicBezTo>
                  <a:cubicBezTo>
                    <a:pt x="663313" y="249692"/>
                    <a:pt x="477194" y="247407"/>
                    <a:pt x="307459" y="249216"/>
                  </a:cubicBezTo>
                  <a:cubicBezTo>
                    <a:pt x="229068" y="248740"/>
                    <a:pt x="150392" y="240929"/>
                    <a:pt x="75144" y="218069"/>
                  </a:cubicBezTo>
                  <a:cubicBezTo>
                    <a:pt x="45712" y="208640"/>
                    <a:pt x="-7342" y="205401"/>
                    <a:pt x="849" y="162062"/>
                  </a:cubicBezTo>
                  <a:cubicBezTo>
                    <a:pt x="-8" y="158157"/>
                    <a:pt x="2659" y="155109"/>
                    <a:pt x="5421" y="152823"/>
                  </a:cubicBezTo>
                  <a:cubicBezTo>
                    <a:pt x="21423" y="138060"/>
                    <a:pt x="37996" y="124439"/>
                    <a:pt x="55332" y="111485"/>
                  </a:cubicBezTo>
                  <a:cubicBezTo>
                    <a:pt x="145819" y="43571"/>
                    <a:pt x="256976" y="137"/>
                    <a:pt x="370895" y="233"/>
                  </a:cubicBezTo>
                  <a:cubicBezTo>
                    <a:pt x="471384" y="-3768"/>
                    <a:pt x="563967" y="44905"/>
                    <a:pt x="661217" y="61288"/>
                  </a:cubicBezTo>
                  <a:cubicBezTo>
                    <a:pt x="705889" y="69670"/>
                    <a:pt x="751895" y="71956"/>
                    <a:pt x="797044" y="68622"/>
                  </a:cubicBezTo>
                  <a:cubicBezTo>
                    <a:pt x="823142" y="66241"/>
                    <a:pt x="849050" y="62621"/>
                    <a:pt x="874958" y="59097"/>
                  </a:cubicBezTo>
                  <a:cubicBezTo>
                    <a:pt x="879340" y="58145"/>
                    <a:pt x="884293" y="59002"/>
                    <a:pt x="886484" y="63193"/>
                  </a:cubicBezTo>
                  <a:close/>
                </a:path>
              </a:pathLst>
            </a:custGeom>
            <a:solidFill>
              <a:srgbClr val="4A6D1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="" xmlns:a16="http://schemas.microsoft.com/office/drawing/2014/main" id="{64A77891-5A69-15B7-6BEA-7740A191B10A}"/>
                </a:ext>
              </a:extLst>
            </p:cNvPr>
            <p:cNvSpPr/>
            <p:nvPr/>
          </p:nvSpPr>
          <p:spPr>
            <a:xfrm>
              <a:off x="5196456" y="4001928"/>
              <a:ext cx="695512" cy="760609"/>
            </a:xfrm>
            <a:custGeom>
              <a:avLst/>
              <a:gdLst>
                <a:gd name="connsiteX0" fmla="*/ 689041 w 695512"/>
                <a:gd name="connsiteY0" fmla="*/ 0 h 760609"/>
                <a:gd name="connsiteX1" fmla="*/ 679135 w 695512"/>
                <a:gd name="connsiteY1" fmla="*/ 58579 h 760609"/>
                <a:gd name="connsiteX2" fmla="*/ 520734 w 695512"/>
                <a:gd name="connsiteY2" fmla="*/ 264700 h 760609"/>
                <a:gd name="connsiteX3" fmla="*/ 216315 w 695512"/>
                <a:gd name="connsiteY3" fmla="*/ 494729 h 760609"/>
                <a:gd name="connsiteX4" fmla="*/ 46865 w 695512"/>
                <a:gd name="connsiteY4" fmla="*/ 701897 h 760609"/>
                <a:gd name="connsiteX5" fmla="*/ 7146 w 695512"/>
                <a:gd name="connsiteY5" fmla="*/ 756571 h 760609"/>
                <a:gd name="connsiteX6" fmla="*/ 3431 w 695512"/>
                <a:gd name="connsiteY6" fmla="*/ 573500 h 760609"/>
                <a:gd name="connsiteX7" fmla="*/ 30577 w 695512"/>
                <a:gd name="connsiteY7" fmla="*/ 407003 h 760609"/>
                <a:gd name="connsiteX8" fmla="*/ 176500 w 695512"/>
                <a:gd name="connsiteY8" fmla="*/ 167069 h 760609"/>
                <a:gd name="connsiteX9" fmla="*/ 682468 w 695512"/>
                <a:gd name="connsiteY9" fmla="*/ 8858 h 760609"/>
                <a:gd name="connsiteX10" fmla="*/ 689041 w 695512"/>
                <a:gd name="connsiteY10" fmla="*/ 0 h 760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5512" h="760609">
                  <a:moveTo>
                    <a:pt x="689041" y="0"/>
                  </a:moveTo>
                  <a:cubicBezTo>
                    <a:pt x="706281" y="4477"/>
                    <a:pt x="684183" y="48387"/>
                    <a:pt x="679135" y="58579"/>
                  </a:cubicBezTo>
                  <a:cubicBezTo>
                    <a:pt x="640749" y="137160"/>
                    <a:pt x="589790" y="210312"/>
                    <a:pt x="520734" y="264700"/>
                  </a:cubicBezTo>
                  <a:cubicBezTo>
                    <a:pt x="426817" y="351282"/>
                    <a:pt x="314803" y="414052"/>
                    <a:pt x="216315" y="494729"/>
                  </a:cubicBezTo>
                  <a:cubicBezTo>
                    <a:pt x="144211" y="549021"/>
                    <a:pt x="90966" y="624364"/>
                    <a:pt x="46865" y="701897"/>
                  </a:cubicBezTo>
                  <a:cubicBezTo>
                    <a:pt x="38293" y="712375"/>
                    <a:pt x="22100" y="777240"/>
                    <a:pt x="7146" y="756571"/>
                  </a:cubicBezTo>
                  <a:cubicBezTo>
                    <a:pt x="-3903" y="696849"/>
                    <a:pt x="383" y="634175"/>
                    <a:pt x="3431" y="573500"/>
                  </a:cubicBezTo>
                  <a:cubicBezTo>
                    <a:pt x="7527" y="517398"/>
                    <a:pt x="14194" y="461010"/>
                    <a:pt x="30577" y="407003"/>
                  </a:cubicBezTo>
                  <a:cubicBezTo>
                    <a:pt x="55438" y="314801"/>
                    <a:pt x="110587" y="234982"/>
                    <a:pt x="176500" y="167069"/>
                  </a:cubicBezTo>
                  <a:cubicBezTo>
                    <a:pt x="301183" y="53245"/>
                    <a:pt x="514352" y="-25908"/>
                    <a:pt x="682468" y="8858"/>
                  </a:cubicBezTo>
                  <a:cubicBezTo>
                    <a:pt x="682849" y="4953"/>
                    <a:pt x="684278" y="0"/>
                    <a:pt x="689041" y="0"/>
                  </a:cubicBezTo>
                  <a:close/>
                </a:path>
              </a:pathLst>
            </a:custGeom>
            <a:solidFill>
              <a:srgbClr val="4A6D1D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="" xmlns:a16="http://schemas.microsoft.com/office/drawing/2014/main" id="{CE2132DD-C09C-453B-E1AD-A1439989636F}"/>
                </a:ext>
              </a:extLst>
            </p:cNvPr>
            <p:cNvSpPr/>
            <p:nvPr/>
          </p:nvSpPr>
          <p:spPr>
            <a:xfrm>
              <a:off x="6424842" y="3867164"/>
              <a:ext cx="670813" cy="264420"/>
            </a:xfrm>
            <a:custGeom>
              <a:avLst/>
              <a:gdLst>
                <a:gd name="connsiteX0" fmla="*/ 662710 w 670813"/>
                <a:gd name="connsiteY0" fmla="*/ 205725 h 264420"/>
                <a:gd name="connsiteX1" fmla="*/ 670711 w 670813"/>
                <a:gd name="connsiteY1" fmla="*/ 218679 h 264420"/>
                <a:gd name="connsiteX2" fmla="*/ 647755 w 670813"/>
                <a:gd name="connsiteY2" fmla="*/ 235919 h 264420"/>
                <a:gd name="connsiteX3" fmla="*/ 486116 w 670813"/>
                <a:gd name="connsiteY3" fmla="*/ 263732 h 264420"/>
                <a:gd name="connsiteX4" fmla="*/ 374864 w 670813"/>
                <a:gd name="connsiteY4" fmla="*/ 245444 h 264420"/>
                <a:gd name="connsiteX5" fmla="*/ 149883 w 670813"/>
                <a:gd name="connsiteY5" fmla="*/ 143146 h 264420"/>
                <a:gd name="connsiteX6" fmla="*/ 4341 w 670813"/>
                <a:gd name="connsiteY6" fmla="*/ 78376 h 264420"/>
                <a:gd name="connsiteX7" fmla="*/ 9009 w 670813"/>
                <a:gd name="connsiteY7" fmla="*/ 61707 h 264420"/>
                <a:gd name="connsiteX8" fmla="*/ 371530 w 670813"/>
                <a:gd name="connsiteY8" fmla="*/ 42276 h 264420"/>
                <a:gd name="connsiteX9" fmla="*/ 554886 w 670813"/>
                <a:gd name="connsiteY9" fmla="*/ 160958 h 264420"/>
                <a:gd name="connsiteX10" fmla="*/ 621657 w 670813"/>
                <a:gd name="connsiteY10" fmla="*/ 193057 h 264420"/>
                <a:gd name="connsiteX11" fmla="*/ 662710 w 670813"/>
                <a:gd name="connsiteY11" fmla="*/ 205630 h 264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0813" h="264420">
                  <a:moveTo>
                    <a:pt x="662710" y="205725"/>
                  </a:moveTo>
                  <a:cubicBezTo>
                    <a:pt x="667948" y="207535"/>
                    <a:pt x="671473" y="213155"/>
                    <a:pt x="670711" y="218679"/>
                  </a:cubicBezTo>
                  <a:cubicBezTo>
                    <a:pt x="668901" y="229538"/>
                    <a:pt x="656423" y="232300"/>
                    <a:pt x="647755" y="235919"/>
                  </a:cubicBezTo>
                  <a:cubicBezTo>
                    <a:pt x="596320" y="255827"/>
                    <a:pt x="541456" y="267447"/>
                    <a:pt x="486116" y="263732"/>
                  </a:cubicBezTo>
                  <a:cubicBezTo>
                    <a:pt x="448302" y="261446"/>
                    <a:pt x="410678" y="258017"/>
                    <a:pt x="374864" y="245444"/>
                  </a:cubicBezTo>
                  <a:cubicBezTo>
                    <a:pt x="297997" y="215441"/>
                    <a:pt x="229036" y="167720"/>
                    <a:pt x="149883" y="143146"/>
                  </a:cubicBezTo>
                  <a:cubicBezTo>
                    <a:pt x="99115" y="126858"/>
                    <a:pt x="51490" y="101998"/>
                    <a:pt x="4341" y="78376"/>
                  </a:cubicBezTo>
                  <a:cubicBezTo>
                    <a:pt x="-3755" y="75423"/>
                    <a:pt x="436" y="60278"/>
                    <a:pt x="9009" y="61707"/>
                  </a:cubicBezTo>
                  <a:cubicBezTo>
                    <a:pt x="137215" y="-13064"/>
                    <a:pt x="236370" y="-20303"/>
                    <a:pt x="371530" y="42276"/>
                  </a:cubicBezTo>
                  <a:cubicBezTo>
                    <a:pt x="437919" y="72947"/>
                    <a:pt x="491640" y="124763"/>
                    <a:pt x="554886" y="160958"/>
                  </a:cubicBezTo>
                  <a:cubicBezTo>
                    <a:pt x="575461" y="174864"/>
                    <a:pt x="597940" y="185532"/>
                    <a:pt x="621657" y="193057"/>
                  </a:cubicBezTo>
                  <a:cubicBezTo>
                    <a:pt x="635182" y="197629"/>
                    <a:pt x="649089" y="201344"/>
                    <a:pt x="662710" y="205630"/>
                  </a:cubicBezTo>
                  <a:close/>
                </a:path>
              </a:pathLst>
            </a:custGeom>
            <a:solidFill>
              <a:srgbClr val="A4D16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="" xmlns:a16="http://schemas.microsoft.com/office/drawing/2014/main" id="{132342D4-014F-73BB-C530-A20C43CB9297}"/>
                </a:ext>
              </a:extLst>
            </p:cNvPr>
            <p:cNvSpPr/>
            <p:nvPr/>
          </p:nvSpPr>
          <p:spPr>
            <a:xfrm>
              <a:off x="6007199" y="3680173"/>
              <a:ext cx="396990" cy="351797"/>
            </a:xfrm>
            <a:custGeom>
              <a:avLst/>
              <a:gdLst>
                <a:gd name="connsiteX0" fmla="*/ 3456 w 396990"/>
                <a:gd name="connsiteY0" fmla="*/ 351282 h 351797"/>
                <a:gd name="connsiteX1" fmla="*/ 408 w 396990"/>
                <a:gd name="connsiteY1" fmla="*/ 343853 h 351797"/>
                <a:gd name="connsiteX2" fmla="*/ 255773 w 396990"/>
                <a:gd name="connsiteY2" fmla="*/ 90773 h 351797"/>
                <a:gd name="connsiteX3" fmla="*/ 388743 w 396990"/>
                <a:gd name="connsiteY3" fmla="*/ 3429 h 351797"/>
                <a:gd name="connsiteX4" fmla="*/ 394553 w 396990"/>
                <a:gd name="connsiteY4" fmla="*/ 0 h 351797"/>
                <a:gd name="connsiteX5" fmla="*/ 394839 w 396990"/>
                <a:gd name="connsiteY5" fmla="*/ 5048 h 351797"/>
                <a:gd name="connsiteX6" fmla="*/ 61368 w 396990"/>
                <a:gd name="connsiteY6" fmla="*/ 268319 h 351797"/>
                <a:gd name="connsiteX7" fmla="*/ 10695 w 396990"/>
                <a:gd name="connsiteY7" fmla="*/ 348996 h 351797"/>
                <a:gd name="connsiteX8" fmla="*/ 3551 w 396990"/>
                <a:gd name="connsiteY8" fmla="*/ 351377 h 351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6990" h="351797">
                  <a:moveTo>
                    <a:pt x="3456" y="351282"/>
                  </a:moveTo>
                  <a:cubicBezTo>
                    <a:pt x="599" y="350044"/>
                    <a:pt x="-735" y="346710"/>
                    <a:pt x="408" y="343853"/>
                  </a:cubicBezTo>
                  <a:cubicBezTo>
                    <a:pt x="43175" y="225743"/>
                    <a:pt x="156142" y="157163"/>
                    <a:pt x="255773" y="90773"/>
                  </a:cubicBezTo>
                  <a:cubicBezTo>
                    <a:pt x="300160" y="61913"/>
                    <a:pt x="347404" y="36767"/>
                    <a:pt x="388743" y="3429"/>
                  </a:cubicBezTo>
                  <a:cubicBezTo>
                    <a:pt x="390457" y="2000"/>
                    <a:pt x="392172" y="0"/>
                    <a:pt x="394553" y="0"/>
                  </a:cubicBezTo>
                  <a:cubicBezTo>
                    <a:pt x="397506" y="0"/>
                    <a:pt x="397982" y="4667"/>
                    <a:pt x="394839" y="5048"/>
                  </a:cubicBezTo>
                  <a:cubicBezTo>
                    <a:pt x="286825" y="96583"/>
                    <a:pt x="150236" y="155353"/>
                    <a:pt x="61368" y="268319"/>
                  </a:cubicBezTo>
                  <a:cubicBezTo>
                    <a:pt x="42128" y="293656"/>
                    <a:pt x="26983" y="321755"/>
                    <a:pt x="10695" y="348996"/>
                  </a:cubicBezTo>
                  <a:cubicBezTo>
                    <a:pt x="9362" y="351473"/>
                    <a:pt x="6123" y="352425"/>
                    <a:pt x="3551" y="351377"/>
                  </a:cubicBezTo>
                  <a:close/>
                </a:path>
              </a:pathLst>
            </a:custGeom>
            <a:solidFill>
              <a:srgbClr val="23380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="" xmlns:a16="http://schemas.microsoft.com/office/drawing/2014/main" id="{7C2A81B2-0EDB-F709-66AD-14E1599EC021}"/>
                </a:ext>
              </a:extLst>
            </p:cNvPr>
            <p:cNvSpPr/>
            <p:nvPr/>
          </p:nvSpPr>
          <p:spPr>
            <a:xfrm>
              <a:off x="5366283" y="4108090"/>
              <a:ext cx="357422" cy="255633"/>
            </a:xfrm>
            <a:custGeom>
              <a:avLst/>
              <a:gdLst>
                <a:gd name="connsiteX0" fmla="*/ 387 w 357422"/>
                <a:gd name="connsiteY0" fmla="*/ 252073 h 255633"/>
                <a:gd name="connsiteX1" fmla="*/ 140214 w 357422"/>
                <a:gd name="connsiteY1" fmla="*/ 96625 h 255633"/>
                <a:gd name="connsiteX2" fmla="*/ 349954 w 357422"/>
                <a:gd name="connsiteY2" fmla="*/ 136 h 255633"/>
                <a:gd name="connsiteX3" fmla="*/ 353098 w 357422"/>
                <a:gd name="connsiteY3" fmla="*/ 12519 h 255633"/>
                <a:gd name="connsiteX4" fmla="*/ 192601 w 357422"/>
                <a:gd name="connsiteY4" fmla="*/ 80051 h 255633"/>
                <a:gd name="connsiteX5" fmla="*/ 7054 w 357422"/>
                <a:gd name="connsiteY5" fmla="*/ 249977 h 255633"/>
                <a:gd name="connsiteX6" fmla="*/ 4864 w 357422"/>
                <a:gd name="connsiteY6" fmla="*/ 254454 h 255633"/>
                <a:gd name="connsiteX7" fmla="*/ 292 w 357422"/>
                <a:gd name="connsiteY7" fmla="*/ 251977 h 255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7422" h="255633">
                  <a:moveTo>
                    <a:pt x="387" y="252073"/>
                  </a:moveTo>
                  <a:cubicBezTo>
                    <a:pt x="31248" y="188350"/>
                    <a:pt x="86112" y="140535"/>
                    <a:pt x="140214" y="96625"/>
                  </a:cubicBezTo>
                  <a:cubicBezTo>
                    <a:pt x="201079" y="47190"/>
                    <a:pt x="273088" y="14710"/>
                    <a:pt x="349954" y="136"/>
                  </a:cubicBezTo>
                  <a:cubicBezTo>
                    <a:pt x="357384" y="-1388"/>
                    <a:pt x="360718" y="10328"/>
                    <a:pt x="353098" y="12519"/>
                  </a:cubicBezTo>
                  <a:cubicBezTo>
                    <a:pt x="298710" y="33283"/>
                    <a:pt x="243179" y="51000"/>
                    <a:pt x="192601" y="80051"/>
                  </a:cubicBezTo>
                  <a:cubicBezTo>
                    <a:pt x="121735" y="125104"/>
                    <a:pt x="54584" y="180254"/>
                    <a:pt x="7054" y="249977"/>
                  </a:cubicBezTo>
                  <a:cubicBezTo>
                    <a:pt x="8388" y="251787"/>
                    <a:pt x="6388" y="253597"/>
                    <a:pt x="4864" y="254454"/>
                  </a:cubicBezTo>
                  <a:cubicBezTo>
                    <a:pt x="3054" y="257026"/>
                    <a:pt x="-1137" y="255025"/>
                    <a:pt x="292" y="251977"/>
                  </a:cubicBezTo>
                  <a:close/>
                </a:path>
              </a:pathLst>
            </a:custGeom>
            <a:solidFill>
              <a:srgbClr val="23380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="" xmlns:a16="http://schemas.microsoft.com/office/drawing/2014/main" id="{7D29BE00-CB31-2292-1691-1902446F7E25}"/>
                </a:ext>
              </a:extLst>
            </p:cNvPr>
            <p:cNvSpPr/>
            <p:nvPr/>
          </p:nvSpPr>
          <p:spPr>
            <a:xfrm>
              <a:off x="6394707" y="3909530"/>
              <a:ext cx="368990" cy="75303"/>
            </a:xfrm>
            <a:custGeom>
              <a:avLst/>
              <a:gdLst>
                <a:gd name="connsiteX0" fmla="*/ 364327 w 368990"/>
                <a:gd name="connsiteY0" fmla="*/ 73157 h 75303"/>
                <a:gd name="connsiteX1" fmla="*/ 144966 w 368990"/>
                <a:gd name="connsiteY1" fmla="*/ 11435 h 75303"/>
                <a:gd name="connsiteX2" fmla="*/ 15045 w 368990"/>
                <a:gd name="connsiteY2" fmla="*/ 29247 h 75303"/>
                <a:gd name="connsiteX3" fmla="*/ 91 w 368990"/>
                <a:gd name="connsiteY3" fmla="*/ 30294 h 75303"/>
                <a:gd name="connsiteX4" fmla="*/ 1901 w 368990"/>
                <a:gd name="connsiteY4" fmla="*/ 26865 h 75303"/>
                <a:gd name="connsiteX5" fmla="*/ 274506 w 368990"/>
                <a:gd name="connsiteY5" fmla="*/ 24198 h 75303"/>
                <a:gd name="connsiteX6" fmla="*/ 368137 w 368990"/>
                <a:gd name="connsiteY6" fmla="*/ 75062 h 75303"/>
                <a:gd name="connsiteX7" fmla="*/ 364232 w 368990"/>
                <a:gd name="connsiteY7" fmla="*/ 73062 h 75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8990" h="75303">
                  <a:moveTo>
                    <a:pt x="364327" y="73157"/>
                  </a:moveTo>
                  <a:cubicBezTo>
                    <a:pt x="298509" y="34200"/>
                    <a:pt x="221261" y="13530"/>
                    <a:pt x="144966" y="11435"/>
                  </a:cubicBezTo>
                  <a:cubicBezTo>
                    <a:pt x="101151" y="11149"/>
                    <a:pt x="57812" y="20579"/>
                    <a:pt x="15045" y="29247"/>
                  </a:cubicBezTo>
                  <a:cubicBezTo>
                    <a:pt x="10378" y="29247"/>
                    <a:pt x="3234" y="34962"/>
                    <a:pt x="91" y="30294"/>
                  </a:cubicBezTo>
                  <a:cubicBezTo>
                    <a:pt x="-290" y="28866"/>
                    <a:pt x="567" y="27342"/>
                    <a:pt x="1901" y="26865"/>
                  </a:cubicBezTo>
                  <a:cubicBezTo>
                    <a:pt x="97913" y="-7520"/>
                    <a:pt x="177637" y="-9425"/>
                    <a:pt x="274506" y="24198"/>
                  </a:cubicBezTo>
                  <a:cubicBezTo>
                    <a:pt x="286127" y="28104"/>
                    <a:pt x="378805" y="64299"/>
                    <a:pt x="368137" y="75062"/>
                  </a:cubicBezTo>
                  <a:cubicBezTo>
                    <a:pt x="366518" y="75824"/>
                    <a:pt x="364613" y="74681"/>
                    <a:pt x="364232" y="73062"/>
                  </a:cubicBezTo>
                  <a:close/>
                </a:path>
              </a:pathLst>
            </a:custGeom>
            <a:solidFill>
              <a:srgbClr val="23380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="" xmlns:a16="http://schemas.microsoft.com/office/drawing/2014/main" id="{C1F3D439-8F3F-3AD1-A4BA-90D1A2F7551D}"/>
                </a:ext>
              </a:extLst>
            </p:cNvPr>
            <p:cNvSpPr/>
            <p:nvPr/>
          </p:nvSpPr>
          <p:spPr>
            <a:xfrm>
              <a:off x="6349332" y="3807806"/>
              <a:ext cx="333545" cy="90616"/>
            </a:xfrm>
            <a:custGeom>
              <a:avLst/>
              <a:gdLst>
                <a:gd name="connsiteX0" fmla="*/ 222 w 333545"/>
                <a:gd name="connsiteY0" fmla="*/ 89156 h 90616"/>
                <a:gd name="connsiteX1" fmla="*/ 1461 w 333545"/>
                <a:gd name="connsiteY1" fmla="*/ 85822 h 90616"/>
                <a:gd name="connsiteX2" fmla="*/ 91567 w 333545"/>
                <a:gd name="connsiteY2" fmla="*/ 39721 h 90616"/>
                <a:gd name="connsiteX3" fmla="*/ 332740 w 333545"/>
                <a:gd name="connsiteY3" fmla="*/ 12766 h 90616"/>
                <a:gd name="connsiteX4" fmla="*/ 329311 w 333545"/>
                <a:gd name="connsiteY4" fmla="*/ 16480 h 90616"/>
                <a:gd name="connsiteX5" fmla="*/ 327120 w 333545"/>
                <a:gd name="connsiteY5" fmla="*/ 15052 h 90616"/>
                <a:gd name="connsiteX6" fmla="*/ 96234 w 333545"/>
                <a:gd name="connsiteY6" fmla="*/ 50580 h 90616"/>
                <a:gd name="connsiteX7" fmla="*/ 3556 w 333545"/>
                <a:gd name="connsiteY7" fmla="*/ 90394 h 90616"/>
                <a:gd name="connsiteX8" fmla="*/ 222 w 333545"/>
                <a:gd name="connsiteY8" fmla="*/ 89156 h 90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3545" h="90616">
                  <a:moveTo>
                    <a:pt x="222" y="89156"/>
                  </a:moveTo>
                  <a:cubicBezTo>
                    <a:pt x="-349" y="87823"/>
                    <a:pt x="222" y="86394"/>
                    <a:pt x="1461" y="85822"/>
                  </a:cubicBezTo>
                  <a:cubicBezTo>
                    <a:pt x="32417" y="71535"/>
                    <a:pt x="60706" y="53723"/>
                    <a:pt x="91567" y="39721"/>
                  </a:cubicBezTo>
                  <a:cubicBezTo>
                    <a:pt x="166053" y="9432"/>
                    <a:pt x="254445" y="-16381"/>
                    <a:pt x="332740" y="12766"/>
                  </a:cubicBezTo>
                  <a:cubicBezTo>
                    <a:pt x="335121" y="14956"/>
                    <a:pt x="331692" y="18671"/>
                    <a:pt x="329311" y="16480"/>
                  </a:cubicBezTo>
                  <a:cubicBezTo>
                    <a:pt x="329025" y="15909"/>
                    <a:pt x="327501" y="15337"/>
                    <a:pt x="327120" y="15052"/>
                  </a:cubicBezTo>
                  <a:cubicBezTo>
                    <a:pt x="249016" y="-4284"/>
                    <a:pt x="168815" y="23719"/>
                    <a:pt x="96234" y="50580"/>
                  </a:cubicBezTo>
                  <a:cubicBezTo>
                    <a:pt x="65088" y="63248"/>
                    <a:pt x="33370" y="74869"/>
                    <a:pt x="3556" y="90394"/>
                  </a:cubicBezTo>
                  <a:cubicBezTo>
                    <a:pt x="2318" y="90966"/>
                    <a:pt x="794" y="90394"/>
                    <a:pt x="222" y="89156"/>
                  </a:cubicBezTo>
                  <a:close/>
                </a:path>
              </a:pathLst>
            </a:custGeom>
            <a:solidFill>
              <a:srgbClr val="23380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="" xmlns:a16="http://schemas.microsoft.com/office/drawing/2014/main" id="{D4EFBCC8-4E4D-83F7-BD2A-35633D3BCEBB}"/>
                </a:ext>
              </a:extLst>
            </p:cNvPr>
            <p:cNvSpPr/>
            <p:nvPr/>
          </p:nvSpPr>
          <p:spPr>
            <a:xfrm>
              <a:off x="5100578" y="3451153"/>
              <a:ext cx="1708677" cy="773154"/>
            </a:xfrm>
            <a:custGeom>
              <a:avLst/>
              <a:gdLst>
                <a:gd name="connsiteX0" fmla="*/ 1699985 w 1708677"/>
                <a:gd name="connsiteY0" fmla="*/ 39 h 773154"/>
                <a:gd name="connsiteX1" fmla="*/ 1707605 w 1708677"/>
                <a:gd name="connsiteY1" fmla="*/ 16137 h 773154"/>
                <a:gd name="connsiteX2" fmla="*/ 1616927 w 1708677"/>
                <a:gd name="connsiteY2" fmla="*/ 209875 h 773154"/>
                <a:gd name="connsiteX3" fmla="*/ 1529202 w 1708677"/>
                <a:gd name="connsiteY3" fmla="*/ 307983 h 773154"/>
                <a:gd name="connsiteX4" fmla="*/ 1270217 w 1708677"/>
                <a:gd name="connsiteY4" fmla="*/ 457906 h 773154"/>
                <a:gd name="connsiteX5" fmla="*/ 944748 w 1708677"/>
                <a:gd name="connsiteY5" fmla="*/ 537059 h 773154"/>
                <a:gd name="connsiteX6" fmla="*/ 923793 w 1708677"/>
                <a:gd name="connsiteY6" fmla="*/ 548965 h 773154"/>
                <a:gd name="connsiteX7" fmla="*/ 923793 w 1708677"/>
                <a:gd name="connsiteY7" fmla="*/ 548965 h 773154"/>
                <a:gd name="connsiteX8" fmla="*/ 920936 w 1708677"/>
                <a:gd name="connsiteY8" fmla="*/ 551727 h 773154"/>
                <a:gd name="connsiteX9" fmla="*/ 685954 w 1708677"/>
                <a:gd name="connsiteY9" fmla="*/ 737179 h 773154"/>
                <a:gd name="connsiteX10" fmla="*/ 490977 w 1708677"/>
                <a:gd name="connsiteY10" fmla="*/ 705747 h 773154"/>
                <a:gd name="connsiteX11" fmla="*/ 278855 w 1708677"/>
                <a:gd name="connsiteY11" fmla="*/ 688887 h 773154"/>
                <a:gd name="connsiteX12" fmla="*/ 82736 w 1708677"/>
                <a:gd name="connsiteY12" fmla="*/ 735465 h 773154"/>
                <a:gd name="connsiteX13" fmla="*/ 24252 w 1708677"/>
                <a:gd name="connsiteY13" fmla="*/ 766230 h 773154"/>
                <a:gd name="connsiteX14" fmla="*/ 2154 w 1708677"/>
                <a:gd name="connsiteY14" fmla="*/ 770326 h 773154"/>
                <a:gd name="connsiteX15" fmla="*/ 6250 w 1708677"/>
                <a:gd name="connsiteY15" fmla="*/ 748419 h 773154"/>
                <a:gd name="connsiteX16" fmla="*/ 23014 w 1708677"/>
                <a:gd name="connsiteY16" fmla="*/ 719748 h 773154"/>
                <a:gd name="connsiteX17" fmla="*/ 117692 w 1708677"/>
                <a:gd name="connsiteY17" fmla="*/ 586113 h 773154"/>
                <a:gd name="connsiteX18" fmla="*/ 224182 w 1708677"/>
                <a:gd name="connsiteY18" fmla="*/ 490196 h 773154"/>
                <a:gd name="connsiteX19" fmla="*/ 457925 w 1708677"/>
                <a:gd name="connsiteY19" fmla="*/ 420473 h 773154"/>
                <a:gd name="connsiteX20" fmla="*/ 739484 w 1708677"/>
                <a:gd name="connsiteY20" fmla="*/ 438285 h 773154"/>
                <a:gd name="connsiteX21" fmla="*/ 908744 w 1708677"/>
                <a:gd name="connsiteY21" fmla="*/ 529820 h 773154"/>
                <a:gd name="connsiteX22" fmla="*/ 950749 w 1708677"/>
                <a:gd name="connsiteY22" fmla="*/ 381706 h 773154"/>
                <a:gd name="connsiteX23" fmla="*/ 1072383 w 1708677"/>
                <a:gd name="connsiteY23" fmla="*/ 251595 h 773154"/>
                <a:gd name="connsiteX24" fmla="*/ 1429190 w 1708677"/>
                <a:gd name="connsiteY24" fmla="*/ 72239 h 773154"/>
                <a:gd name="connsiteX25" fmla="*/ 1635692 w 1708677"/>
                <a:gd name="connsiteY25" fmla="*/ 24900 h 773154"/>
                <a:gd name="connsiteX26" fmla="*/ 1699795 w 1708677"/>
                <a:gd name="connsiteY26" fmla="*/ 39 h 7731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708677" h="773154">
                  <a:moveTo>
                    <a:pt x="1699985" y="39"/>
                  </a:moveTo>
                  <a:cubicBezTo>
                    <a:pt x="1708558" y="-723"/>
                    <a:pt x="1710082" y="9755"/>
                    <a:pt x="1707605" y="16137"/>
                  </a:cubicBezTo>
                  <a:cubicBezTo>
                    <a:pt x="1688174" y="85098"/>
                    <a:pt x="1662647" y="153678"/>
                    <a:pt x="1616927" y="209875"/>
                  </a:cubicBezTo>
                  <a:cubicBezTo>
                    <a:pt x="1590734" y="245022"/>
                    <a:pt x="1564635" y="281313"/>
                    <a:pt x="1529202" y="307983"/>
                  </a:cubicBezTo>
                  <a:cubicBezTo>
                    <a:pt x="1449192" y="367133"/>
                    <a:pt x="1364515" y="424664"/>
                    <a:pt x="1270217" y="457906"/>
                  </a:cubicBezTo>
                  <a:cubicBezTo>
                    <a:pt x="1164014" y="492387"/>
                    <a:pt x="1049714" y="499054"/>
                    <a:pt x="944748" y="537059"/>
                  </a:cubicBezTo>
                  <a:cubicBezTo>
                    <a:pt x="937033" y="539916"/>
                    <a:pt x="930556" y="544679"/>
                    <a:pt x="923793" y="548965"/>
                  </a:cubicBezTo>
                  <a:cubicBezTo>
                    <a:pt x="923793" y="548965"/>
                    <a:pt x="923793" y="548965"/>
                    <a:pt x="923793" y="548965"/>
                  </a:cubicBezTo>
                  <a:cubicBezTo>
                    <a:pt x="923126" y="550108"/>
                    <a:pt x="922174" y="551156"/>
                    <a:pt x="920936" y="551727"/>
                  </a:cubicBezTo>
                  <a:cubicBezTo>
                    <a:pt x="895694" y="656217"/>
                    <a:pt x="793015" y="735560"/>
                    <a:pt x="685954" y="737179"/>
                  </a:cubicBezTo>
                  <a:cubicBezTo>
                    <a:pt x="619565" y="739370"/>
                    <a:pt x="555271" y="719082"/>
                    <a:pt x="490977" y="705747"/>
                  </a:cubicBezTo>
                  <a:cubicBezTo>
                    <a:pt x="421445" y="690030"/>
                    <a:pt x="350007" y="682887"/>
                    <a:pt x="278855" y="688887"/>
                  </a:cubicBezTo>
                  <a:cubicBezTo>
                    <a:pt x="211323" y="692983"/>
                    <a:pt x="144458" y="707461"/>
                    <a:pt x="82736" y="735465"/>
                  </a:cubicBezTo>
                  <a:cubicBezTo>
                    <a:pt x="62733" y="744894"/>
                    <a:pt x="43588" y="755658"/>
                    <a:pt x="24252" y="766230"/>
                  </a:cubicBezTo>
                  <a:cubicBezTo>
                    <a:pt x="17585" y="769183"/>
                    <a:pt x="8631" y="777470"/>
                    <a:pt x="2154" y="770326"/>
                  </a:cubicBezTo>
                  <a:cubicBezTo>
                    <a:pt x="-3180" y="763182"/>
                    <a:pt x="2630" y="754991"/>
                    <a:pt x="6250" y="748419"/>
                  </a:cubicBezTo>
                  <a:cubicBezTo>
                    <a:pt x="11679" y="738798"/>
                    <a:pt x="17299" y="729273"/>
                    <a:pt x="23014" y="719748"/>
                  </a:cubicBezTo>
                  <a:cubicBezTo>
                    <a:pt x="50351" y="672409"/>
                    <a:pt x="82450" y="627927"/>
                    <a:pt x="117692" y="586113"/>
                  </a:cubicBezTo>
                  <a:cubicBezTo>
                    <a:pt x="148077" y="548965"/>
                    <a:pt x="181986" y="513913"/>
                    <a:pt x="224182" y="490196"/>
                  </a:cubicBezTo>
                  <a:cubicBezTo>
                    <a:pt x="294286" y="446095"/>
                    <a:pt x="378011" y="435522"/>
                    <a:pt x="457925" y="420473"/>
                  </a:cubicBezTo>
                  <a:cubicBezTo>
                    <a:pt x="551651" y="402471"/>
                    <a:pt x="649283" y="405423"/>
                    <a:pt x="739484" y="438285"/>
                  </a:cubicBezTo>
                  <a:cubicBezTo>
                    <a:pt x="799492" y="460573"/>
                    <a:pt x="860452" y="486862"/>
                    <a:pt x="908744" y="529820"/>
                  </a:cubicBezTo>
                  <a:cubicBezTo>
                    <a:pt x="906077" y="477909"/>
                    <a:pt x="927698" y="427331"/>
                    <a:pt x="950749" y="381706"/>
                  </a:cubicBezTo>
                  <a:cubicBezTo>
                    <a:pt x="981705" y="330843"/>
                    <a:pt x="1028568" y="291219"/>
                    <a:pt x="1072383" y="251595"/>
                  </a:cubicBezTo>
                  <a:cubicBezTo>
                    <a:pt x="1175920" y="165489"/>
                    <a:pt x="1296792" y="99957"/>
                    <a:pt x="1429190" y="72239"/>
                  </a:cubicBezTo>
                  <a:cubicBezTo>
                    <a:pt x="1497960" y="56332"/>
                    <a:pt x="1568159" y="45664"/>
                    <a:pt x="1635692" y="24900"/>
                  </a:cubicBezTo>
                  <a:cubicBezTo>
                    <a:pt x="1657504" y="17661"/>
                    <a:pt x="1678554" y="8421"/>
                    <a:pt x="1699795" y="39"/>
                  </a:cubicBezTo>
                  <a:close/>
                </a:path>
              </a:pathLst>
            </a:custGeom>
            <a:solidFill>
              <a:srgbClr val="A4D16E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="" xmlns:a16="http://schemas.microsoft.com/office/drawing/2014/main" id="{B6DE7CB5-0254-14EE-FF7B-DECE3ADE7493}"/>
                </a:ext>
              </a:extLst>
            </p:cNvPr>
            <p:cNvSpPr/>
            <p:nvPr/>
          </p:nvSpPr>
          <p:spPr>
            <a:xfrm>
              <a:off x="5559689" y="3973902"/>
              <a:ext cx="451825" cy="27467"/>
            </a:xfrm>
            <a:custGeom>
              <a:avLst/>
              <a:gdLst>
                <a:gd name="connsiteX0" fmla="*/ 114257 w 451825"/>
                <a:gd name="connsiteY0" fmla="*/ 26312 h 27467"/>
                <a:gd name="connsiteX1" fmla="*/ 14530 w 451825"/>
                <a:gd name="connsiteY1" fmla="*/ 11262 h 27467"/>
                <a:gd name="connsiteX2" fmla="*/ 1481 w 451825"/>
                <a:gd name="connsiteY2" fmla="*/ 2690 h 27467"/>
                <a:gd name="connsiteX3" fmla="*/ 329236 w 451825"/>
                <a:gd name="connsiteY3" fmla="*/ 118 h 27467"/>
                <a:gd name="connsiteX4" fmla="*/ 446584 w 451825"/>
                <a:gd name="connsiteY4" fmla="*/ 12119 h 27467"/>
                <a:gd name="connsiteX5" fmla="*/ 444203 w 451825"/>
                <a:gd name="connsiteY5" fmla="*/ 25073 h 27467"/>
                <a:gd name="connsiteX6" fmla="*/ 314663 w 451825"/>
                <a:gd name="connsiteY6" fmla="*/ 15548 h 27467"/>
                <a:gd name="connsiteX7" fmla="*/ 114257 w 451825"/>
                <a:gd name="connsiteY7" fmla="*/ 26312 h 27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1825" h="27467">
                  <a:moveTo>
                    <a:pt x="114257" y="26312"/>
                  </a:moveTo>
                  <a:cubicBezTo>
                    <a:pt x="80634" y="24216"/>
                    <a:pt x="46820" y="21835"/>
                    <a:pt x="14530" y="11262"/>
                  </a:cubicBezTo>
                  <a:cubicBezTo>
                    <a:pt x="10244" y="9548"/>
                    <a:pt x="-4710" y="8690"/>
                    <a:pt x="1481" y="2690"/>
                  </a:cubicBezTo>
                  <a:cubicBezTo>
                    <a:pt x="108923" y="29741"/>
                    <a:pt x="220461" y="4499"/>
                    <a:pt x="329236" y="118"/>
                  </a:cubicBezTo>
                  <a:cubicBezTo>
                    <a:pt x="368860" y="-930"/>
                    <a:pt x="407817" y="5166"/>
                    <a:pt x="446584" y="12119"/>
                  </a:cubicBezTo>
                  <a:cubicBezTo>
                    <a:pt x="454871" y="13548"/>
                    <a:pt x="452775" y="26693"/>
                    <a:pt x="444203" y="25073"/>
                  </a:cubicBezTo>
                  <a:cubicBezTo>
                    <a:pt x="401245" y="19930"/>
                    <a:pt x="357811" y="14501"/>
                    <a:pt x="314663" y="15548"/>
                  </a:cubicBezTo>
                  <a:cubicBezTo>
                    <a:pt x="247893" y="18406"/>
                    <a:pt x="181313" y="31360"/>
                    <a:pt x="114257" y="26312"/>
                  </a:cubicBezTo>
                  <a:close/>
                </a:path>
              </a:pathLst>
            </a:custGeom>
            <a:solidFill>
              <a:srgbClr val="23380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="" xmlns:a16="http://schemas.microsoft.com/office/drawing/2014/main" id="{697ADBFD-C5A7-62E7-C5B8-CBB79E8A7CE3}"/>
                </a:ext>
              </a:extLst>
            </p:cNvPr>
            <p:cNvSpPr/>
            <p:nvPr/>
          </p:nvSpPr>
          <p:spPr>
            <a:xfrm>
              <a:off x="6005491" y="3659980"/>
              <a:ext cx="467723" cy="333145"/>
            </a:xfrm>
            <a:custGeom>
              <a:avLst/>
              <a:gdLst>
                <a:gd name="connsiteX0" fmla="*/ 464555 w 467723"/>
                <a:gd name="connsiteY0" fmla="*/ 0 h 333145"/>
                <a:gd name="connsiteX1" fmla="*/ 355494 w 467723"/>
                <a:gd name="connsiteY1" fmla="*/ 33052 h 333145"/>
                <a:gd name="connsiteX2" fmla="*/ 253195 w 467723"/>
                <a:gd name="connsiteY2" fmla="*/ 86773 h 333145"/>
                <a:gd name="connsiteX3" fmla="*/ 203761 w 467723"/>
                <a:gd name="connsiteY3" fmla="*/ 116776 h 333145"/>
                <a:gd name="connsiteX4" fmla="*/ 153183 w 467723"/>
                <a:gd name="connsiteY4" fmla="*/ 149828 h 333145"/>
                <a:gd name="connsiteX5" fmla="*/ 74030 w 467723"/>
                <a:gd name="connsiteY5" fmla="*/ 225266 h 333145"/>
                <a:gd name="connsiteX6" fmla="*/ 783 w 467723"/>
                <a:gd name="connsiteY6" fmla="*/ 326231 h 333145"/>
                <a:gd name="connsiteX7" fmla="*/ 8879 w 467723"/>
                <a:gd name="connsiteY7" fmla="*/ 330994 h 333145"/>
                <a:gd name="connsiteX8" fmla="*/ 148897 w 467723"/>
                <a:gd name="connsiteY8" fmla="*/ 164783 h 333145"/>
                <a:gd name="connsiteX9" fmla="*/ 246528 w 467723"/>
                <a:gd name="connsiteY9" fmla="*/ 101346 h 333145"/>
                <a:gd name="connsiteX10" fmla="*/ 345969 w 467723"/>
                <a:gd name="connsiteY10" fmla="*/ 46672 h 333145"/>
                <a:gd name="connsiteX11" fmla="*/ 465889 w 467723"/>
                <a:gd name="connsiteY11" fmla="*/ 4953 h 333145"/>
                <a:gd name="connsiteX12" fmla="*/ 464555 w 467723"/>
                <a:gd name="connsiteY12" fmla="*/ 95 h 333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67723" h="333145">
                  <a:moveTo>
                    <a:pt x="464555" y="0"/>
                  </a:moveTo>
                  <a:cubicBezTo>
                    <a:pt x="426741" y="5143"/>
                    <a:pt x="390355" y="17812"/>
                    <a:pt x="355494" y="33052"/>
                  </a:cubicBezTo>
                  <a:cubicBezTo>
                    <a:pt x="320156" y="48482"/>
                    <a:pt x="286342" y="67151"/>
                    <a:pt x="253195" y="86773"/>
                  </a:cubicBezTo>
                  <a:cubicBezTo>
                    <a:pt x="236622" y="96583"/>
                    <a:pt x="220144" y="106680"/>
                    <a:pt x="203761" y="116776"/>
                  </a:cubicBezTo>
                  <a:cubicBezTo>
                    <a:pt x="186616" y="127349"/>
                    <a:pt x="169471" y="137827"/>
                    <a:pt x="153183" y="149828"/>
                  </a:cubicBezTo>
                  <a:cubicBezTo>
                    <a:pt x="123751" y="171545"/>
                    <a:pt x="97652" y="197358"/>
                    <a:pt x="74030" y="225266"/>
                  </a:cubicBezTo>
                  <a:cubicBezTo>
                    <a:pt x="47170" y="257080"/>
                    <a:pt x="23548" y="291370"/>
                    <a:pt x="783" y="326231"/>
                  </a:cubicBezTo>
                  <a:cubicBezTo>
                    <a:pt x="-2551" y="331280"/>
                    <a:pt x="5641" y="336042"/>
                    <a:pt x="8879" y="330994"/>
                  </a:cubicBezTo>
                  <a:cubicBezTo>
                    <a:pt x="48503" y="270320"/>
                    <a:pt x="91556" y="210121"/>
                    <a:pt x="148897" y="164783"/>
                  </a:cubicBezTo>
                  <a:cubicBezTo>
                    <a:pt x="179281" y="140779"/>
                    <a:pt x="213476" y="121349"/>
                    <a:pt x="246528" y="101346"/>
                  </a:cubicBezTo>
                  <a:cubicBezTo>
                    <a:pt x="278913" y="81725"/>
                    <a:pt x="311774" y="62865"/>
                    <a:pt x="345969" y="46672"/>
                  </a:cubicBezTo>
                  <a:cubicBezTo>
                    <a:pt x="384355" y="28384"/>
                    <a:pt x="424455" y="14573"/>
                    <a:pt x="465889" y="4953"/>
                  </a:cubicBezTo>
                  <a:cubicBezTo>
                    <a:pt x="469127" y="4191"/>
                    <a:pt x="467698" y="-381"/>
                    <a:pt x="464555" y="95"/>
                  </a:cubicBezTo>
                  <a:close/>
                </a:path>
              </a:pathLst>
            </a:custGeom>
            <a:solidFill>
              <a:srgbClr val="23380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="" xmlns:a16="http://schemas.microsoft.com/office/drawing/2014/main" id="{B424DF82-9910-09DD-3764-7C0722E75375}"/>
                </a:ext>
              </a:extLst>
            </p:cNvPr>
            <p:cNvSpPr/>
            <p:nvPr/>
          </p:nvSpPr>
          <p:spPr>
            <a:xfrm>
              <a:off x="5353682" y="3686359"/>
              <a:ext cx="1382670" cy="1311813"/>
            </a:xfrm>
            <a:custGeom>
              <a:avLst/>
              <a:gdLst>
                <a:gd name="connsiteX0" fmla="*/ 1382016 w 1382670"/>
                <a:gd name="connsiteY0" fmla="*/ 922406 h 1311813"/>
                <a:gd name="connsiteX1" fmla="*/ 1371729 w 1382670"/>
                <a:gd name="connsiteY1" fmla="*/ 934979 h 1311813"/>
                <a:gd name="connsiteX2" fmla="*/ 1130175 w 1382670"/>
                <a:gd name="connsiteY2" fmla="*/ 851064 h 1311813"/>
                <a:gd name="connsiteX3" fmla="*/ 1014637 w 1382670"/>
                <a:gd name="connsiteY3" fmla="*/ 777817 h 1311813"/>
                <a:gd name="connsiteX4" fmla="*/ 873952 w 1382670"/>
                <a:gd name="connsiteY4" fmla="*/ 556742 h 1311813"/>
                <a:gd name="connsiteX5" fmla="*/ 720409 w 1382670"/>
                <a:gd name="connsiteY5" fmla="*/ 411200 h 1311813"/>
                <a:gd name="connsiteX6" fmla="*/ 671737 w 1382670"/>
                <a:gd name="connsiteY6" fmla="*/ 348334 h 1311813"/>
                <a:gd name="connsiteX7" fmla="*/ 672689 w 1382670"/>
                <a:gd name="connsiteY7" fmla="*/ 361479 h 1311813"/>
                <a:gd name="connsiteX8" fmla="*/ 678023 w 1382670"/>
                <a:gd name="connsiteY8" fmla="*/ 526166 h 1311813"/>
                <a:gd name="connsiteX9" fmla="*/ 304072 w 1382670"/>
                <a:gd name="connsiteY9" fmla="*/ 950410 h 1311813"/>
                <a:gd name="connsiteX10" fmla="*/ 220061 w 1382670"/>
                <a:gd name="connsiteY10" fmla="*/ 1238255 h 1311813"/>
                <a:gd name="connsiteX11" fmla="*/ 218918 w 1382670"/>
                <a:gd name="connsiteY11" fmla="*/ 1298263 h 1311813"/>
                <a:gd name="connsiteX12" fmla="*/ 204916 w 1382670"/>
                <a:gd name="connsiteY12" fmla="*/ 1310931 h 1311813"/>
                <a:gd name="connsiteX13" fmla="*/ 113667 w 1382670"/>
                <a:gd name="connsiteY13" fmla="*/ 1172628 h 1311813"/>
                <a:gd name="connsiteX14" fmla="*/ 88902 w 1382670"/>
                <a:gd name="connsiteY14" fmla="*/ 975842 h 1311813"/>
                <a:gd name="connsiteX15" fmla="*/ 137575 w 1382670"/>
                <a:gd name="connsiteY15" fmla="*/ 818298 h 1311813"/>
                <a:gd name="connsiteX16" fmla="*/ 184628 w 1382670"/>
                <a:gd name="connsiteY16" fmla="*/ 722858 h 1311813"/>
                <a:gd name="connsiteX17" fmla="*/ 253018 w 1382670"/>
                <a:gd name="connsiteY17" fmla="*/ 561790 h 1311813"/>
                <a:gd name="connsiteX18" fmla="*/ 606586 w 1382670"/>
                <a:gd name="connsiteY18" fmla="*/ 306996 h 1311813"/>
                <a:gd name="connsiteX19" fmla="*/ 541435 w 1382670"/>
                <a:gd name="connsiteY19" fmla="*/ 291089 h 1311813"/>
                <a:gd name="connsiteX20" fmla="*/ 435040 w 1382670"/>
                <a:gd name="connsiteY20" fmla="*/ 228986 h 1311813"/>
                <a:gd name="connsiteX21" fmla="*/ 32704 w 1382670"/>
                <a:gd name="connsiteY21" fmla="*/ 167455 h 1311813"/>
                <a:gd name="connsiteX22" fmla="*/ 3939 w 1382670"/>
                <a:gd name="connsiteY22" fmla="*/ 177551 h 1311813"/>
                <a:gd name="connsiteX23" fmla="*/ 4320 w 1382670"/>
                <a:gd name="connsiteY23" fmla="*/ 159168 h 1311813"/>
                <a:gd name="connsiteX24" fmla="*/ 171960 w 1382670"/>
                <a:gd name="connsiteY24" fmla="*/ 16483 h 1311813"/>
                <a:gd name="connsiteX25" fmla="*/ 301119 w 1382670"/>
                <a:gd name="connsiteY25" fmla="*/ 1529 h 1311813"/>
                <a:gd name="connsiteX26" fmla="*/ 465520 w 1382670"/>
                <a:gd name="connsiteY26" fmla="*/ 14293 h 1311813"/>
                <a:gd name="connsiteX27" fmla="*/ 590012 w 1382670"/>
                <a:gd name="connsiteY27" fmla="*/ 115067 h 1311813"/>
                <a:gd name="connsiteX28" fmla="*/ 664498 w 1382670"/>
                <a:gd name="connsiteY28" fmla="*/ 293661 h 1311813"/>
                <a:gd name="connsiteX29" fmla="*/ 666879 w 1382670"/>
                <a:gd name="connsiteY29" fmla="*/ 293756 h 1311813"/>
                <a:gd name="connsiteX30" fmla="*/ 894336 w 1382670"/>
                <a:gd name="connsiteY30" fmla="*/ 200888 h 1311813"/>
                <a:gd name="connsiteX31" fmla="*/ 992824 w 1382670"/>
                <a:gd name="connsiteY31" fmla="*/ 186219 h 1311813"/>
                <a:gd name="connsiteX32" fmla="*/ 1127413 w 1382670"/>
                <a:gd name="connsiteY32" fmla="*/ 244131 h 1311813"/>
                <a:gd name="connsiteX33" fmla="*/ 1214376 w 1382670"/>
                <a:gd name="connsiteY33" fmla="*/ 454824 h 1311813"/>
                <a:gd name="connsiteX34" fmla="*/ 1226187 w 1382670"/>
                <a:gd name="connsiteY34" fmla="*/ 647610 h 1311813"/>
                <a:gd name="connsiteX35" fmla="*/ 1257143 w 1382670"/>
                <a:gd name="connsiteY35" fmla="*/ 735050 h 1311813"/>
                <a:gd name="connsiteX36" fmla="*/ 1366014 w 1382670"/>
                <a:gd name="connsiteY36" fmla="*/ 904309 h 1311813"/>
                <a:gd name="connsiteX37" fmla="*/ 1382111 w 1382670"/>
                <a:gd name="connsiteY37" fmla="*/ 922692 h 1311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382670" h="1311813">
                  <a:moveTo>
                    <a:pt x="1382016" y="922406"/>
                  </a:moveTo>
                  <a:cubicBezTo>
                    <a:pt x="1384588" y="928883"/>
                    <a:pt x="1379254" y="937075"/>
                    <a:pt x="1371729" y="934979"/>
                  </a:cubicBezTo>
                  <a:cubicBezTo>
                    <a:pt x="1286671" y="921359"/>
                    <a:pt x="1206375" y="890783"/>
                    <a:pt x="1130175" y="851064"/>
                  </a:cubicBezTo>
                  <a:cubicBezTo>
                    <a:pt x="1089027" y="831157"/>
                    <a:pt x="1047212" y="810392"/>
                    <a:pt x="1014637" y="777817"/>
                  </a:cubicBezTo>
                  <a:cubicBezTo>
                    <a:pt x="948057" y="717809"/>
                    <a:pt x="925102" y="627608"/>
                    <a:pt x="873952" y="556742"/>
                  </a:cubicBezTo>
                  <a:cubicBezTo>
                    <a:pt x="832614" y="498353"/>
                    <a:pt x="774988" y="455967"/>
                    <a:pt x="720409" y="411200"/>
                  </a:cubicBezTo>
                  <a:cubicBezTo>
                    <a:pt x="701074" y="392721"/>
                    <a:pt x="685738" y="371004"/>
                    <a:pt x="671737" y="348334"/>
                  </a:cubicBezTo>
                  <a:cubicBezTo>
                    <a:pt x="671927" y="354430"/>
                    <a:pt x="672118" y="359193"/>
                    <a:pt x="672689" y="361479"/>
                  </a:cubicBezTo>
                  <a:cubicBezTo>
                    <a:pt x="676023" y="416248"/>
                    <a:pt x="683929" y="471302"/>
                    <a:pt x="678023" y="526166"/>
                  </a:cubicBezTo>
                  <a:cubicBezTo>
                    <a:pt x="657259" y="751242"/>
                    <a:pt x="431421" y="804487"/>
                    <a:pt x="304072" y="950410"/>
                  </a:cubicBezTo>
                  <a:cubicBezTo>
                    <a:pt x="233872" y="1028229"/>
                    <a:pt x="224062" y="1138052"/>
                    <a:pt x="220061" y="1238255"/>
                  </a:cubicBezTo>
                  <a:cubicBezTo>
                    <a:pt x="219490" y="1258258"/>
                    <a:pt x="220252" y="1278356"/>
                    <a:pt x="218918" y="1298263"/>
                  </a:cubicBezTo>
                  <a:cubicBezTo>
                    <a:pt x="218918" y="1305407"/>
                    <a:pt x="213108" y="1314741"/>
                    <a:pt x="204916" y="1310931"/>
                  </a:cubicBezTo>
                  <a:cubicBezTo>
                    <a:pt x="166626" y="1271593"/>
                    <a:pt x="132622" y="1224635"/>
                    <a:pt x="113667" y="1172628"/>
                  </a:cubicBezTo>
                  <a:cubicBezTo>
                    <a:pt x="92331" y="1109668"/>
                    <a:pt x="77281" y="1042326"/>
                    <a:pt x="88902" y="975842"/>
                  </a:cubicBezTo>
                  <a:cubicBezTo>
                    <a:pt x="96998" y="921359"/>
                    <a:pt x="113381" y="867828"/>
                    <a:pt x="137575" y="818298"/>
                  </a:cubicBezTo>
                  <a:cubicBezTo>
                    <a:pt x="153291" y="786484"/>
                    <a:pt x="171865" y="756100"/>
                    <a:pt x="184628" y="722858"/>
                  </a:cubicBezTo>
                  <a:cubicBezTo>
                    <a:pt x="205774" y="668565"/>
                    <a:pt x="222538" y="611891"/>
                    <a:pt x="253018" y="561790"/>
                  </a:cubicBezTo>
                  <a:cubicBezTo>
                    <a:pt x="335885" y="432535"/>
                    <a:pt x="455805" y="333571"/>
                    <a:pt x="606586" y="306996"/>
                  </a:cubicBezTo>
                  <a:cubicBezTo>
                    <a:pt x="584392" y="303472"/>
                    <a:pt x="562485" y="298424"/>
                    <a:pt x="541435" y="291089"/>
                  </a:cubicBezTo>
                  <a:cubicBezTo>
                    <a:pt x="502668" y="276516"/>
                    <a:pt x="468854" y="252227"/>
                    <a:pt x="435040" y="228986"/>
                  </a:cubicBezTo>
                  <a:cubicBezTo>
                    <a:pt x="307120" y="145166"/>
                    <a:pt x="179866" y="103256"/>
                    <a:pt x="32704" y="167455"/>
                  </a:cubicBezTo>
                  <a:cubicBezTo>
                    <a:pt x="23370" y="170122"/>
                    <a:pt x="13845" y="180790"/>
                    <a:pt x="3939" y="177551"/>
                  </a:cubicBezTo>
                  <a:cubicBezTo>
                    <a:pt x="-2729" y="173265"/>
                    <a:pt x="224" y="164312"/>
                    <a:pt x="4320" y="159168"/>
                  </a:cubicBezTo>
                  <a:cubicBezTo>
                    <a:pt x="47754" y="100304"/>
                    <a:pt x="100237" y="39248"/>
                    <a:pt x="171960" y="16483"/>
                  </a:cubicBezTo>
                  <a:cubicBezTo>
                    <a:pt x="213870" y="4387"/>
                    <a:pt x="257875" y="3529"/>
                    <a:pt x="301119" y="1529"/>
                  </a:cubicBezTo>
                  <a:cubicBezTo>
                    <a:pt x="355983" y="-1328"/>
                    <a:pt x="412371" y="-1709"/>
                    <a:pt x="465520" y="14293"/>
                  </a:cubicBezTo>
                  <a:cubicBezTo>
                    <a:pt x="516670" y="32200"/>
                    <a:pt x="563628" y="67252"/>
                    <a:pt x="590012" y="115067"/>
                  </a:cubicBezTo>
                  <a:cubicBezTo>
                    <a:pt x="618111" y="173075"/>
                    <a:pt x="644209" y="232415"/>
                    <a:pt x="664498" y="293661"/>
                  </a:cubicBezTo>
                  <a:cubicBezTo>
                    <a:pt x="665355" y="293661"/>
                    <a:pt x="666117" y="293661"/>
                    <a:pt x="666879" y="293756"/>
                  </a:cubicBezTo>
                  <a:cubicBezTo>
                    <a:pt x="738602" y="253846"/>
                    <a:pt x="814707" y="221080"/>
                    <a:pt x="894336" y="200888"/>
                  </a:cubicBezTo>
                  <a:cubicBezTo>
                    <a:pt x="926530" y="192887"/>
                    <a:pt x="959392" y="184314"/>
                    <a:pt x="992824" y="186219"/>
                  </a:cubicBezTo>
                  <a:cubicBezTo>
                    <a:pt x="1042735" y="188505"/>
                    <a:pt x="1093504" y="206126"/>
                    <a:pt x="1127413" y="244131"/>
                  </a:cubicBezTo>
                  <a:cubicBezTo>
                    <a:pt x="1177705" y="302138"/>
                    <a:pt x="1206375" y="378910"/>
                    <a:pt x="1214376" y="454824"/>
                  </a:cubicBezTo>
                  <a:cubicBezTo>
                    <a:pt x="1218662" y="519022"/>
                    <a:pt x="1213709" y="584174"/>
                    <a:pt x="1226187" y="647610"/>
                  </a:cubicBezTo>
                  <a:cubicBezTo>
                    <a:pt x="1231807" y="678376"/>
                    <a:pt x="1243904" y="707046"/>
                    <a:pt x="1257143" y="735050"/>
                  </a:cubicBezTo>
                  <a:cubicBezTo>
                    <a:pt x="1286099" y="796009"/>
                    <a:pt x="1320104" y="854779"/>
                    <a:pt x="1366014" y="904309"/>
                  </a:cubicBezTo>
                  <a:cubicBezTo>
                    <a:pt x="1371253" y="910500"/>
                    <a:pt x="1379063" y="915072"/>
                    <a:pt x="1382111" y="922692"/>
                  </a:cubicBezTo>
                  <a:close/>
                </a:path>
              </a:pathLst>
            </a:custGeom>
            <a:solidFill>
              <a:srgbClr val="648E33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="" xmlns:a16="http://schemas.microsoft.com/office/drawing/2014/main" id="{040CCF6C-8FD8-FA01-57F7-2F0312D19BC3}"/>
                </a:ext>
              </a:extLst>
            </p:cNvPr>
            <p:cNvSpPr/>
            <p:nvPr/>
          </p:nvSpPr>
          <p:spPr>
            <a:xfrm>
              <a:off x="5662421" y="3760087"/>
              <a:ext cx="813835" cy="712448"/>
            </a:xfrm>
            <a:custGeom>
              <a:avLst/>
              <a:gdLst>
                <a:gd name="connsiteX0" fmla="*/ 808673 w 813835"/>
                <a:gd name="connsiteY0" fmla="*/ 437389 h 712448"/>
                <a:gd name="connsiteX1" fmla="*/ 799148 w 813835"/>
                <a:gd name="connsiteY1" fmla="*/ 406624 h 712448"/>
                <a:gd name="connsiteX2" fmla="*/ 774954 w 813835"/>
                <a:gd name="connsiteY2" fmla="*/ 348997 h 712448"/>
                <a:gd name="connsiteX3" fmla="*/ 700659 w 813835"/>
                <a:gd name="connsiteY3" fmla="*/ 268987 h 712448"/>
                <a:gd name="connsiteX4" fmla="*/ 600837 w 813835"/>
                <a:gd name="connsiteY4" fmla="*/ 214219 h 712448"/>
                <a:gd name="connsiteX5" fmla="*/ 541020 w 813835"/>
                <a:gd name="connsiteY5" fmla="*/ 197074 h 712448"/>
                <a:gd name="connsiteX6" fmla="*/ 474726 w 813835"/>
                <a:gd name="connsiteY6" fmla="*/ 198312 h 712448"/>
                <a:gd name="connsiteX7" fmla="*/ 349853 w 813835"/>
                <a:gd name="connsiteY7" fmla="*/ 229840 h 712448"/>
                <a:gd name="connsiteX8" fmla="*/ 349091 w 813835"/>
                <a:gd name="connsiteY8" fmla="*/ 227363 h 712448"/>
                <a:gd name="connsiteX9" fmla="*/ 344805 w 813835"/>
                <a:gd name="connsiteY9" fmla="*/ 217648 h 712448"/>
                <a:gd name="connsiteX10" fmla="*/ 341662 w 813835"/>
                <a:gd name="connsiteY10" fmla="*/ 210599 h 712448"/>
                <a:gd name="connsiteX11" fmla="*/ 305086 w 813835"/>
                <a:gd name="connsiteY11" fmla="*/ 150211 h 712448"/>
                <a:gd name="connsiteX12" fmla="*/ 255556 w 813835"/>
                <a:gd name="connsiteY12" fmla="*/ 92870 h 712448"/>
                <a:gd name="connsiteX13" fmla="*/ 129349 w 813835"/>
                <a:gd name="connsiteY13" fmla="*/ 5907 h 712448"/>
                <a:gd name="connsiteX14" fmla="*/ 114395 w 813835"/>
                <a:gd name="connsiteY14" fmla="*/ 1 h 712448"/>
                <a:gd name="connsiteX15" fmla="*/ 120587 w 813835"/>
                <a:gd name="connsiteY15" fmla="*/ 7812 h 712448"/>
                <a:gd name="connsiteX16" fmla="*/ 341566 w 813835"/>
                <a:gd name="connsiteY16" fmla="*/ 232411 h 712448"/>
                <a:gd name="connsiteX17" fmla="*/ 342043 w 813835"/>
                <a:gd name="connsiteY17" fmla="*/ 233173 h 712448"/>
                <a:gd name="connsiteX18" fmla="*/ 339471 w 813835"/>
                <a:gd name="connsiteY18" fmla="*/ 234126 h 712448"/>
                <a:gd name="connsiteX19" fmla="*/ 115919 w 813835"/>
                <a:gd name="connsiteY19" fmla="*/ 523972 h 712448"/>
                <a:gd name="connsiteX20" fmla="*/ 40386 w 813835"/>
                <a:gd name="connsiteY20" fmla="*/ 635986 h 712448"/>
                <a:gd name="connsiteX21" fmla="*/ 0 w 813835"/>
                <a:gd name="connsiteY21" fmla="*/ 711328 h 712448"/>
                <a:gd name="connsiteX22" fmla="*/ 4763 w 813835"/>
                <a:gd name="connsiteY22" fmla="*/ 708566 h 712448"/>
                <a:gd name="connsiteX23" fmla="*/ 128873 w 813835"/>
                <a:gd name="connsiteY23" fmla="*/ 528544 h 712448"/>
                <a:gd name="connsiteX24" fmla="*/ 346234 w 813835"/>
                <a:gd name="connsiteY24" fmla="*/ 244222 h 712448"/>
                <a:gd name="connsiteX25" fmla="*/ 348139 w 813835"/>
                <a:gd name="connsiteY25" fmla="*/ 242222 h 712448"/>
                <a:gd name="connsiteX26" fmla="*/ 348139 w 813835"/>
                <a:gd name="connsiteY26" fmla="*/ 242222 h 712448"/>
                <a:gd name="connsiteX27" fmla="*/ 460915 w 813835"/>
                <a:gd name="connsiteY27" fmla="*/ 210409 h 712448"/>
                <a:gd name="connsiteX28" fmla="*/ 523494 w 813835"/>
                <a:gd name="connsiteY28" fmla="*/ 206122 h 712448"/>
                <a:gd name="connsiteX29" fmla="*/ 584073 w 813835"/>
                <a:gd name="connsiteY29" fmla="*/ 218791 h 712448"/>
                <a:gd name="connsiteX30" fmla="*/ 637127 w 813835"/>
                <a:gd name="connsiteY30" fmla="*/ 243175 h 712448"/>
                <a:gd name="connsiteX31" fmla="*/ 683228 w 813835"/>
                <a:gd name="connsiteY31" fmla="*/ 269845 h 712448"/>
                <a:gd name="connsiteX32" fmla="*/ 759333 w 813835"/>
                <a:gd name="connsiteY32" fmla="*/ 342330 h 712448"/>
                <a:gd name="connsiteX33" fmla="*/ 788099 w 813835"/>
                <a:gd name="connsiteY33" fmla="*/ 403195 h 712448"/>
                <a:gd name="connsiteX34" fmla="*/ 799243 w 813835"/>
                <a:gd name="connsiteY34" fmla="*/ 436723 h 712448"/>
                <a:gd name="connsiteX35" fmla="*/ 810101 w 813835"/>
                <a:gd name="connsiteY35" fmla="*/ 469298 h 712448"/>
                <a:gd name="connsiteX36" fmla="*/ 813816 w 813835"/>
                <a:gd name="connsiteY36" fmla="*/ 468250 h 712448"/>
                <a:gd name="connsiteX37" fmla="*/ 808387 w 813835"/>
                <a:gd name="connsiteY37" fmla="*/ 437389 h 71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813835" h="712448">
                  <a:moveTo>
                    <a:pt x="808673" y="437389"/>
                  </a:moveTo>
                  <a:cubicBezTo>
                    <a:pt x="805815" y="427007"/>
                    <a:pt x="802672" y="416720"/>
                    <a:pt x="799148" y="406624"/>
                  </a:cubicBezTo>
                  <a:cubicBezTo>
                    <a:pt x="792480" y="386907"/>
                    <a:pt x="784955" y="367285"/>
                    <a:pt x="774954" y="348997"/>
                  </a:cubicBezTo>
                  <a:cubicBezTo>
                    <a:pt x="757142" y="316612"/>
                    <a:pt x="730472" y="290323"/>
                    <a:pt x="700659" y="268987"/>
                  </a:cubicBezTo>
                  <a:cubicBezTo>
                    <a:pt x="669893" y="247080"/>
                    <a:pt x="635508" y="228887"/>
                    <a:pt x="600837" y="214219"/>
                  </a:cubicBezTo>
                  <a:cubicBezTo>
                    <a:pt x="581597" y="206027"/>
                    <a:pt x="561785" y="199645"/>
                    <a:pt x="541020" y="197074"/>
                  </a:cubicBezTo>
                  <a:cubicBezTo>
                    <a:pt x="519017" y="194311"/>
                    <a:pt x="496729" y="195835"/>
                    <a:pt x="474726" y="198312"/>
                  </a:cubicBezTo>
                  <a:cubicBezTo>
                    <a:pt x="432054" y="203170"/>
                    <a:pt x="388620" y="210504"/>
                    <a:pt x="349853" y="229840"/>
                  </a:cubicBezTo>
                  <a:cubicBezTo>
                    <a:pt x="349663" y="229078"/>
                    <a:pt x="349472" y="228220"/>
                    <a:pt x="349091" y="227363"/>
                  </a:cubicBezTo>
                  <a:cubicBezTo>
                    <a:pt x="346805" y="222886"/>
                    <a:pt x="347186" y="222315"/>
                    <a:pt x="344805" y="217648"/>
                  </a:cubicBezTo>
                  <a:cubicBezTo>
                    <a:pt x="343757" y="215266"/>
                    <a:pt x="342710" y="212980"/>
                    <a:pt x="341662" y="210599"/>
                  </a:cubicBezTo>
                  <a:cubicBezTo>
                    <a:pt x="331756" y="189168"/>
                    <a:pt x="319278" y="169070"/>
                    <a:pt x="305086" y="150211"/>
                  </a:cubicBezTo>
                  <a:cubicBezTo>
                    <a:pt x="289941" y="130018"/>
                    <a:pt x="274225" y="109920"/>
                    <a:pt x="255556" y="92870"/>
                  </a:cubicBezTo>
                  <a:cubicBezTo>
                    <a:pt x="218027" y="58580"/>
                    <a:pt x="177832" y="23528"/>
                    <a:pt x="129349" y="5907"/>
                  </a:cubicBezTo>
                  <a:cubicBezTo>
                    <a:pt x="125063" y="5050"/>
                    <a:pt x="116967" y="-94"/>
                    <a:pt x="114395" y="1"/>
                  </a:cubicBezTo>
                  <a:cubicBezTo>
                    <a:pt x="110014" y="3526"/>
                    <a:pt x="117824" y="6193"/>
                    <a:pt x="120587" y="7812"/>
                  </a:cubicBezTo>
                  <a:cubicBezTo>
                    <a:pt x="218789" y="54008"/>
                    <a:pt x="290703" y="139162"/>
                    <a:pt x="341566" y="232411"/>
                  </a:cubicBezTo>
                  <a:cubicBezTo>
                    <a:pt x="341757" y="232697"/>
                    <a:pt x="341947" y="232888"/>
                    <a:pt x="342043" y="233173"/>
                  </a:cubicBezTo>
                  <a:cubicBezTo>
                    <a:pt x="341186" y="233269"/>
                    <a:pt x="340328" y="233554"/>
                    <a:pt x="339471" y="234126"/>
                  </a:cubicBezTo>
                  <a:cubicBezTo>
                    <a:pt x="233839" y="301372"/>
                    <a:pt x="177070" y="419006"/>
                    <a:pt x="115919" y="523972"/>
                  </a:cubicBezTo>
                  <a:cubicBezTo>
                    <a:pt x="93440" y="563119"/>
                    <a:pt x="66199" y="599124"/>
                    <a:pt x="40386" y="635986"/>
                  </a:cubicBezTo>
                  <a:cubicBezTo>
                    <a:pt x="25813" y="659703"/>
                    <a:pt x="4667" y="683706"/>
                    <a:pt x="0" y="711328"/>
                  </a:cubicBezTo>
                  <a:cubicBezTo>
                    <a:pt x="1810" y="713995"/>
                    <a:pt x="6286" y="711424"/>
                    <a:pt x="4763" y="708566"/>
                  </a:cubicBezTo>
                  <a:cubicBezTo>
                    <a:pt x="37338" y="643320"/>
                    <a:pt x="93250" y="592361"/>
                    <a:pt x="128873" y="528544"/>
                  </a:cubicBezTo>
                  <a:cubicBezTo>
                    <a:pt x="188500" y="424721"/>
                    <a:pt x="249841" y="318517"/>
                    <a:pt x="346234" y="244222"/>
                  </a:cubicBezTo>
                  <a:cubicBezTo>
                    <a:pt x="347091" y="243651"/>
                    <a:pt x="347758" y="242889"/>
                    <a:pt x="348139" y="242222"/>
                  </a:cubicBezTo>
                  <a:cubicBezTo>
                    <a:pt x="348139" y="242222"/>
                    <a:pt x="348139" y="242222"/>
                    <a:pt x="348139" y="242222"/>
                  </a:cubicBezTo>
                  <a:cubicBezTo>
                    <a:pt x="382810" y="223267"/>
                    <a:pt x="422148" y="215457"/>
                    <a:pt x="460915" y="210409"/>
                  </a:cubicBezTo>
                  <a:cubicBezTo>
                    <a:pt x="481584" y="207742"/>
                    <a:pt x="502539" y="205360"/>
                    <a:pt x="523494" y="206122"/>
                  </a:cubicBezTo>
                  <a:cubicBezTo>
                    <a:pt x="544354" y="206789"/>
                    <a:pt x="564547" y="211456"/>
                    <a:pt x="584073" y="218791"/>
                  </a:cubicBezTo>
                  <a:cubicBezTo>
                    <a:pt x="602266" y="225553"/>
                    <a:pt x="619792" y="234221"/>
                    <a:pt x="637127" y="243175"/>
                  </a:cubicBezTo>
                  <a:cubicBezTo>
                    <a:pt x="652939" y="251366"/>
                    <a:pt x="668369" y="260129"/>
                    <a:pt x="683228" y="269845"/>
                  </a:cubicBezTo>
                  <a:cubicBezTo>
                    <a:pt x="712661" y="289180"/>
                    <a:pt x="739997" y="312612"/>
                    <a:pt x="759333" y="342330"/>
                  </a:cubicBezTo>
                  <a:cubicBezTo>
                    <a:pt x="771620" y="361189"/>
                    <a:pt x="780383" y="382144"/>
                    <a:pt x="788099" y="403195"/>
                  </a:cubicBezTo>
                  <a:cubicBezTo>
                    <a:pt x="792194" y="414244"/>
                    <a:pt x="795814" y="425388"/>
                    <a:pt x="799243" y="436723"/>
                  </a:cubicBezTo>
                  <a:cubicBezTo>
                    <a:pt x="802481" y="447676"/>
                    <a:pt x="804862" y="459106"/>
                    <a:pt x="810101" y="469298"/>
                  </a:cubicBezTo>
                  <a:cubicBezTo>
                    <a:pt x="811054" y="471108"/>
                    <a:pt x="813721" y="470155"/>
                    <a:pt x="813816" y="468250"/>
                  </a:cubicBezTo>
                  <a:cubicBezTo>
                    <a:pt x="814102" y="457678"/>
                    <a:pt x="811149" y="447486"/>
                    <a:pt x="808387" y="437389"/>
                  </a:cubicBezTo>
                  <a:close/>
                </a:path>
              </a:pathLst>
            </a:custGeom>
            <a:solidFill>
              <a:srgbClr val="23380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="" xmlns:p14="http://schemas.microsoft.com/office/powerpoint/2010/main" val="1771273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="" xmlns:a16="http://schemas.microsoft.com/office/drawing/2014/main" id="{7ABDD450-90B7-2938-4BF4-909BA939C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459" y="547179"/>
            <a:ext cx="8652159" cy="770400"/>
          </a:xfrm>
        </p:spPr>
        <p:txBody>
          <a:bodyPr/>
          <a:lstStyle/>
          <a:p>
            <a:r>
              <a:rPr lang="en-IN" sz="4000" dirty="0"/>
              <a:t>Ce </a:t>
            </a:r>
            <a:r>
              <a:rPr lang="en-IN" sz="4000" dirty="0" err="1"/>
              <a:t>este</a:t>
            </a:r>
            <a:r>
              <a:rPr lang="en-IN" sz="4000" dirty="0"/>
              <a:t> Green Growth?</a:t>
            </a:r>
            <a:endParaRPr lang="en-IN" sz="4000" dirty="0">
              <a:solidFill>
                <a:srgbClr val="3A660E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F421D2ED-99A4-40A0-0CBC-D9AEC7024B0E}"/>
              </a:ext>
            </a:extLst>
          </p:cNvPr>
          <p:cNvGrpSpPr/>
          <p:nvPr/>
        </p:nvGrpSpPr>
        <p:grpSpPr>
          <a:xfrm>
            <a:off x="924417" y="1379473"/>
            <a:ext cx="10343166" cy="4099055"/>
            <a:chOff x="937117" y="1485845"/>
            <a:chExt cx="10343166" cy="4099055"/>
          </a:xfrm>
        </p:grpSpPr>
        <p:sp>
          <p:nvSpPr>
            <p:cNvPr id="3" name="TextBox 2">
              <a:extLst>
                <a:ext uri="{FF2B5EF4-FFF2-40B4-BE49-F238E27FC236}">
                  <a16:creationId xmlns="" xmlns:a16="http://schemas.microsoft.com/office/drawing/2014/main" id="{7C6CA8B5-9E73-D9FE-DB3E-70FB5331B2D0}"/>
                </a:ext>
              </a:extLst>
            </p:cNvPr>
            <p:cNvSpPr txBox="1"/>
            <p:nvPr/>
          </p:nvSpPr>
          <p:spPr>
            <a:xfrm>
              <a:off x="2409372" y="1668217"/>
              <a:ext cx="7398656" cy="36791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pt-BR" sz="5400" b="1" dirty="0">
                  <a:solidFill>
                    <a:srgbClr val="3A660E"/>
                  </a:solidFill>
                  <a:latin typeface="Trebuchet MS" panose="020B0603020202020204" pitchFamily="34" charset="0"/>
                </a:rPr>
                <a:t>O soluție.</a:t>
              </a:r>
            </a:p>
            <a:p>
              <a:pPr algn="ctr">
                <a:lnSpc>
                  <a:spcPct val="150000"/>
                </a:lnSpc>
              </a:pPr>
              <a:r>
                <a:rPr lang="pt-BR" sz="5400" b="1" dirty="0">
                  <a:solidFill>
                    <a:srgbClr val="3A660E"/>
                  </a:solidFill>
                  <a:latin typeface="Trebuchet MS" panose="020B0603020202020204" pitchFamily="34" charset="0"/>
                </a:rPr>
                <a:t>Un ajutor.</a:t>
              </a:r>
            </a:p>
            <a:p>
              <a:pPr algn="ctr">
                <a:lnSpc>
                  <a:spcPct val="150000"/>
                </a:lnSpc>
              </a:pPr>
              <a:r>
                <a:rPr lang="pt-BR" sz="5400" b="1" dirty="0">
                  <a:solidFill>
                    <a:srgbClr val="3A660E"/>
                  </a:solidFill>
                  <a:latin typeface="Trebuchet MS" panose="020B0603020202020204" pitchFamily="34" charset="0"/>
                </a:rPr>
                <a:t>Viitorul.</a:t>
              </a:r>
              <a:endParaRPr lang="en-US" sz="5400" b="1" dirty="0">
                <a:solidFill>
                  <a:srgbClr val="3A660E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="" xmlns:a16="http://schemas.microsoft.com/office/drawing/2014/main" id="{46B3FDC9-DE89-A1D0-9D6F-AF34574E8F7F}"/>
                </a:ext>
              </a:extLst>
            </p:cNvPr>
            <p:cNvSpPr/>
            <p:nvPr/>
          </p:nvSpPr>
          <p:spPr>
            <a:xfrm>
              <a:off x="937117" y="4396171"/>
              <a:ext cx="1751130" cy="1006356"/>
            </a:xfrm>
            <a:custGeom>
              <a:avLst/>
              <a:gdLst>
                <a:gd name="connsiteX0" fmla="*/ 487299 w 1156620"/>
                <a:gd name="connsiteY0" fmla="*/ 703363 h 766226"/>
                <a:gd name="connsiteX1" fmla="*/ 0 w 1156620"/>
                <a:gd name="connsiteY1" fmla="*/ 524579 h 766226"/>
                <a:gd name="connsiteX2" fmla="*/ 79724 w 1156620"/>
                <a:gd name="connsiteY2" fmla="*/ 468096 h 766226"/>
                <a:gd name="connsiteX3" fmla="*/ 407670 w 1156620"/>
                <a:gd name="connsiteY3" fmla="*/ 467905 h 766226"/>
                <a:gd name="connsiteX4" fmla="*/ 524351 w 1156620"/>
                <a:gd name="connsiteY4" fmla="*/ 635164 h 766226"/>
                <a:gd name="connsiteX5" fmla="*/ 524351 w 1156620"/>
                <a:gd name="connsiteY5" fmla="*/ 666311 h 766226"/>
                <a:gd name="connsiteX6" fmla="*/ 535210 w 1156620"/>
                <a:gd name="connsiteY6" fmla="*/ 689933 h 766226"/>
                <a:gd name="connsiteX7" fmla="*/ 718471 w 1156620"/>
                <a:gd name="connsiteY7" fmla="*/ 239972 h 766226"/>
                <a:gd name="connsiteX8" fmla="*/ 540163 w 1156620"/>
                <a:gd name="connsiteY8" fmla="*/ 520578 h 766226"/>
                <a:gd name="connsiteX9" fmla="*/ 503206 w 1156620"/>
                <a:gd name="connsiteY9" fmla="*/ 403325 h 766226"/>
                <a:gd name="connsiteX10" fmla="*/ 503206 w 1156620"/>
                <a:gd name="connsiteY10" fmla="*/ 260831 h 766226"/>
                <a:gd name="connsiteX11" fmla="*/ 621316 w 1156620"/>
                <a:gd name="connsiteY11" fmla="*/ 88524 h 766226"/>
                <a:gd name="connsiteX12" fmla="*/ 829247 w 1156620"/>
                <a:gd name="connsiteY12" fmla="*/ 9562 h 766226"/>
                <a:gd name="connsiteX13" fmla="*/ 1137856 w 1156620"/>
                <a:gd name="connsiteY13" fmla="*/ 20516 h 766226"/>
                <a:gd name="connsiteX14" fmla="*/ 1156621 w 1156620"/>
                <a:gd name="connsiteY14" fmla="*/ 26516 h 766226"/>
                <a:gd name="connsiteX15" fmla="*/ 932783 w 1156620"/>
                <a:gd name="connsiteY15" fmla="*/ 204824 h 766226"/>
                <a:gd name="connsiteX16" fmla="*/ 946595 w 1156620"/>
                <a:gd name="connsiteY16" fmla="*/ 206920 h 766226"/>
                <a:gd name="connsiteX17" fmla="*/ 961358 w 1156620"/>
                <a:gd name="connsiteY17" fmla="*/ 206920 h 766226"/>
                <a:gd name="connsiteX18" fmla="*/ 956977 w 1156620"/>
                <a:gd name="connsiteY18" fmla="*/ 228161 h 766226"/>
                <a:gd name="connsiteX19" fmla="*/ 919258 w 1156620"/>
                <a:gd name="connsiteY19" fmla="*/ 355700 h 766226"/>
                <a:gd name="connsiteX20" fmla="*/ 895445 w 1156620"/>
                <a:gd name="connsiteY20" fmla="*/ 416375 h 766226"/>
                <a:gd name="connsiteX21" fmla="*/ 701802 w 1156620"/>
                <a:gd name="connsiteY21" fmla="*/ 561631 h 766226"/>
                <a:gd name="connsiteX22" fmla="*/ 610934 w 1156620"/>
                <a:gd name="connsiteY22" fmla="*/ 568489 h 766226"/>
                <a:gd name="connsiteX23" fmla="*/ 578644 w 1156620"/>
                <a:gd name="connsiteY23" fmla="*/ 568584 h 766226"/>
                <a:gd name="connsiteX24" fmla="*/ 559022 w 1156620"/>
                <a:gd name="connsiteY24" fmla="*/ 673931 h 766226"/>
                <a:gd name="connsiteX25" fmla="*/ 559403 w 1156620"/>
                <a:gd name="connsiteY25" fmla="*/ 749559 h 766226"/>
                <a:gd name="connsiteX26" fmla="*/ 541401 w 1156620"/>
                <a:gd name="connsiteY26" fmla="*/ 764990 h 766226"/>
                <a:gd name="connsiteX27" fmla="*/ 401955 w 1156620"/>
                <a:gd name="connsiteY27" fmla="*/ 607065 h 766226"/>
                <a:gd name="connsiteX28" fmla="*/ 477774 w 1156620"/>
                <a:gd name="connsiteY28" fmla="*/ 685646 h 766226"/>
                <a:gd name="connsiteX29" fmla="*/ 487394 w 1156620"/>
                <a:gd name="connsiteY29" fmla="*/ 703458 h 766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156620" h="766226">
                  <a:moveTo>
                    <a:pt x="487299" y="703363"/>
                  </a:moveTo>
                  <a:cubicBezTo>
                    <a:pt x="340519" y="766228"/>
                    <a:pt x="133731" y="712888"/>
                    <a:pt x="0" y="524579"/>
                  </a:cubicBezTo>
                  <a:cubicBezTo>
                    <a:pt x="22574" y="500385"/>
                    <a:pt x="50768" y="483336"/>
                    <a:pt x="79724" y="468096"/>
                  </a:cubicBezTo>
                  <a:cubicBezTo>
                    <a:pt x="188881" y="410469"/>
                    <a:pt x="298799" y="402849"/>
                    <a:pt x="407670" y="467905"/>
                  </a:cubicBezTo>
                  <a:cubicBezTo>
                    <a:pt x="471106" y="505814"/>
                    <a:pt x="513969" y="559631"/>
                    <a:pt x="524351" y="635164"/>
                  </a:cubicBezTo>
                  <a:cubicBezTo>
                    <a:pt x="525780" y="645356"/>
                    <a:pt x="525399" y="656024"/>
                    <a:pt x="524351" y="666311"/>
                  </a:cubicBezTo>
                  <a:cubicBezTo>
                    <a:pt x="523399" y="675550"/>
                    <a:pt x="524351" y="682884"/>
                    <a:pt x="535210" y="689933"/>
                  </a:cubicBezTo>
                  <a:cubicBezTo>
                    <a:pt x="549212" y="519054"/>
                    <a:pt x="612076" y="370655"/>
                    <a:pt x="718471" y="239972"/>
                  </a:cubicBezTo>
                  <a:cubicBezTo>
                    <a:pt x="637127" y="318077"/>
                    <a:pt x="579787" y="411326"/>
                    <a:pt x="540163" y="520578"/>
                  </a:cubicBezTo>
                  <a:cubicBezTo>
                    <a:pt x="521208" y="480764"/>
                    <a:pt x="510730" y="442378"/>
                    <a:pt x="503206" y="403325"/>
                  </a:cubicBezTo>
                  <a:cubicBezTo>
                    <a:pt x="493967" y="355891"/>
                    <a:pt x="492538" y="308266"/>
                    <a:pt x="503206" y="260831"/>
                  </a:cubicBezTo>
                  <a:cubicBezTo>
                    <a:pt x="519589" y="187679"/>
                    <a:pt x="560642" y="131291"/>
                    <a:pt x="621316" y="88524"/>
                  </a:cubicBezTo>
                  <a:cubicBezTo>
                    <a:pt x="683800" y="44519"/>
                    <a:pt x="754666" y="21468"/>
                    <a:pt x="829247" y="9562"/>
                  </a:cubicBezTo>
                  <a:cubicBezTo>
                    <a:pt x="932688" y="-7012"/>
                    <a:pt x="1035653" y="-1201"/>
                    <a:pt x="1137856" y="20516"/>
                  </a:cubicBezTo>
                  <a:cubicBezTo>
                    <a:pt x="1142048" y="21373"/>
                    <a:pt x="1146048" y="23087"/>
                    <a:pt x="1156621" y="26516"/>
                  </a:cubicBezTo>
                  <a:cubicBezTo>
                    <a:pt x="1061276" y="63854"/>
                    <a:pt x="983456" y="115385"/>
                    <a:pt x="932783" y="204824"/>
                  </a:cubicBezTo>
                  <a:cubicBezTo>
                    <a:pt x="939165" y="205777"/>
                    <a:pt x="942880" y="206634"/>
                    <a:pt x="946595" y="206920"/>
                  </a:cubicBezTo>
                  <a:cubicBezTo>
                    <a:pt x="950690" y="207206"/>
                    <a:pt x="954881" y="206920"/>
                    <a:pt x="961358" y="206920"/>
                  </a:cubicBezTo>
                  <a:cubicBezTo>
                    <a:pt x="959644" y="215302"/>
                    <a:pt x="958787" y="221874"/>
                    <a:pt x="956977" y="228161"/>
                  </a:cubicBezTo>
                  <a:cubicBezTo>
                    <a:pt x="944594" y="270737"/>
                    <a:pt x="932593" y="313409"/>
                    <a:pt x="919258" y="355700"/>
                  </a:cubicBezTo>
                  <a:cubicBezTo>
                    <a:pt x="912781" y="376370"/>
                    <a:pt x="904494" y="396563"/>
                    <a:pt x="895445" y="416375"/>
                  </a:cubicBezTo>
                  <a:cubicBezTo>
                    <a:pt x="857345" y="499719"/>
                    <a:pt x="791528" y="547439"/>
                    <a:pt x="701802" y="561631"/>
                  </a:cubicBezTo>
                  <a:cubicBezTo>
                    <a:pt x="671893" y="566394"/>
                    <a:pt x="641223" y="566584"/>
                    <a:pt x="610934" y="568489"/>
                  </a:cubicBezTo>
                  <a:cubicBezTo>
                    <a:pt x="600647" y="569156"/>
                    <a:pt x="590264" y="568584"/>
                    <a:pt x="578644" y="568584"/>
                  </a:cubicBezTo>
                  <a:cubicBezTo>
                    <a:pt x="567023" y="603446"/>
                    <a:pt x="561118" y="638498"/>
                    <a:pt x="559022" y="673931"/>
                  </a:cubicBezTo>
                  <a:cubicBezTo>
                    <a:pt x="557498" y="699077"/>
                    <a:pt x="558451" y="724413"/>
                    <a:pt x="559403" y="749559"/>
                  </a:cubicBezTo>
                  <a:cubicBezTo>
                    <a:pt x="559975" y="763847"/>
                    <a:pt x="554926" y="768800"/>
                    <a:pt x="541401" y="764990"/>
                  </a:cubicBezTo>
                  <a:cubicBezTo>
                    <a:pt x="520255" y="693266"/>
                    <a:pt x="455390" y="621829"/>
                    <a:pt x="401955" y="607065"/>
                  </a:cubicBezTo>
                  <a:cubicBezTo>
                    <a:pt x="425291" y="631163"/>
                    <a:pt x="451771" y="658119"/>
                    <a:pt x="477774" y="685646"/>
                  </a:cubicBezTo>
                  <a:cubicBezTo>
                    <a:pt x="482251" y="690409"/>
                    <a:pt x="484251" y="697362"/>
                    <a:pt x="487394" y="703458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>
                <a:latin typeface="Trebuchet MS" panose="020B0603020202020204" pitchFamily="34" charset="0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="" xmlns:a16="http://schemas.microsoft.com/office/drawing/2014/main" id="{FD880126-AE59-BFD8-C236-DF972DE11DAB}"/>
                </a:ext>
              </a:extLst>
            </p:cNvPr>
            <p:cNvSpPr/>
            <p:nvPr/>
          </p:nvSpPr>
          <p:spPr>
            <a:xfrm>
              <a:off x="9529153" y="2315028"/>
              <a:ext cx="1751130" cy="1006356"/>
            </a:xfrm>
            <a:custGeom>
              <a:avLst/>
              <a:gdLst>
                <a:gd name="connsiteX0" fmla="*/ 487299 w 1156620"/>
                <a:gd name="connsiteY0" fmla="*/ 703363 h 766226"/>
                <a:gd name="connsiteX1" fmla="*/ 0 w 1156620"/>
                <a:gd name="connsiteY1" fmla="*/ 524579 h 766226"/>
                <a:gd name="connsiteX2" fmla="*/ 79724 w 1156620"/>
                <a:gd name="connsiteY2" fmla="*/ 468096 h 766226"/>
                <a:gd name="connsiteX3" fmla="*/ 407670 w 1156620"/>
                <a:gd name="connsiteY3" fmla="*/ 467905 h 766226"/>
                <a:gd name="connsiteX4" fmla="*/ 524351 w 1156620"/>
                <a:gd name="connsiteY4" fmla="*/ 635164 h 766226"/>
                <a:gd name="connsiteX5" fmla="*/ 524351 w 1156620"/>
                <a:gd name="connsiteY5" fmla="*/ 666311 h 766226"/>
                <a:gd name="connsiteX6" fmla="*/ 535210 w 1156620"/>
                <a:gd name="connsiteY6" fmla="*/ 689933 h 766226"/>
                <a:gd name="connsiteX7" fmla="*/ 718471 w 1156620"/>
                <a:gd name="connsiteY7" fmla="*/ 239972 h 766226"/>
                <a:gd name="connsiteX8" fmla="*/ 540163 w 1156620"/>
                <a:gd name="connsiteY8" fmla="*/ 520578 h 766226"/>
                <a:gd name="connsiteX9" fmla="*/ 503206 w 1156620"/>
                <a:gd name="connsiteY9" fmla="*/ 403325 h 766226"/>
                <a:gd name="connsiteX10" fmla="*/ 503206 w 1156620"/>
                <a:gd name="connsiteY10" fmla="*/ 260831 h 766226"/>
                <a:gd name="connsiteX11" fmla="*/ 621316 w 1156620"/>
                <a:gd name="connsiteY11" fmla="*/ 88524 h 766226"/>
                <a:gd name="connsiteX12" fmla="*/ 829247 w 1156620"/>
                <a:gd name="connsiteY12" fmla="*/ 9562 h 766226"/>
                <a:gd name="connsiteX13" fmla="*/ 1137856 w 1156620"/>
                <a:gd name="connsiteY13" fmla="*/ 20516 h 766226"/>
                <a:gd name="connsiteX14" fmla="*/ 1156621 w 1156620"/>
                <a:gd name="connsiteY14" fmla="*/ 26516 h 766226"/>
                <a:gd name="connsiteX15" fmla="*/ 932783 w 1156620"/>
                <a:gd name="connsiteY15" fmla="*/ 204824 h 766226"/>
                <a:gd name="connsiteX16" fmla="*/ 946595 w 1156620"/>
                <a:gd name="connsiteY16" fmla="*/ 206920 h 766226"/>
                <a:gd name="connsiteX17" fmla="*/ 961358 w 1156620"/>
                <a:gd name="connsiteY17" fmla="*/ 206920 h 766226"/>
                <a:gd name="connsiteX18" fmla="*/ 956977 w 1156620"/>
                <a:gd name="connsiteY18" fmla="*/ 228161 h 766226"/>
                <a:gd name="connsiteX19" fmla="*/ 919258 w 1156620"/>
                <a:gd name="connsiteY19" fmla="*/ 355700 h 766226"/>
                <a:gd name="connsiteX20" fmla="*/ 895445 w 1156620"/>
                <a:gd name="connsiteY20" fmla="*/ 416375 h 766226"/>
                <a:gd name="connsiteX21" fmla="*/ 701802 w 1156620"/>
                <a:gd name="connsiteY21" fmla="*/ 561631 h 766226"/>
                <a:gd name="connsiteX22" fmla="*/ 610934 w 1156620"/>
                <a:gd name="connsiteY22" fmla="*/ 568489 h 766226"/>
                <a:gd name="connsiteX23" fmla="*/ 578644 w 1156620"/>
                <a:gd name="connsiteY23" fmla="*/ 568584 h 766226"/>
                <a:gd name="connsiteX24" fmla="*/ 559022 w 1156620"/>
                <a:gd name="connsiteY24" fmla="*/ 673931 h 766226"/>
                <a:gd name="connsiteX25" fmla="*/ 559403 w 1156620"/>
                <a:gd name="connsiteY25" fmla="*/ 749559 h 766226"/>
                <a:gd name="connsiteX26" fmla="*/ 541401 w 1156620"/>
                <a:gd name="connsiteY26" fmla="*/ 764990 h 766226"/>
                <a:gd name="connsiteX27" fmla="*/ 401955 w 1156620"/>
                <a:gd name="connsiteY27" fmla="*/ 607065 h 766226"/>
                <a:gd name="connsiteX28" fmla="*/ 477774 w 1156620"/>
                <a:gd name="connsiteY28" fmla="*/ 685646 h 766226"/>
                <a:gd name="connsiteX29" fmla="*/ 487394 w 1156620"/>
                <a:gd name="connsiteY29" fmla="*/ 703458 h 766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156620" h="766226">
                  <a:moveTo>
                    <a:pt x="487299" y="703363"/>
                  </a:moveTo>
                  <a:cubicBezTo>
                    <a:pt x="340519" y="766228"/>
                    <a:pt x="133731" y="712888"/>
                    <a:pt x="0" y="524579"/>
                  </a:cubicBezTo>
                  <a:cubicBezTo>
                    <a:pt x="22574" y="500385"/>
                    <a:pt x="50768" y="483336"/>
                    <a:pt x="79724" y="468096"/>
                  </a:cubicBezTo>
                  <a:cubicBezTo>
                    <a:pt x="188881" y="410469"/>
                    <a:pt x="298799" y="402849"/>
                    <a:pt x="407670" y="467905"/>
                  </a:cubicBezTo>
                  <a:cubicBezTo>
                    <a:pt x="471106" y="505814"/>
                    <a:pt x="513969" y="559631"/>
                    <a:pt x="524351" y="635164"/>
                  </a:cubicBezTo>
                  <a:cubicBezTo>
                    <a:pt x="525780" y="645356"/>
                    <a:pt x="525399" y="656024"/>
                    <a:pt x="524351" y="666311"/>
                  </a:cubicBezTo>
                  <a:cubicBezTo>
                    <a:pt x="523399" y="675550"/>
                    <a:pt x="524351" y="682884"/>
                    <a:pt x="535210" y="689933"/>
                  </a:cubicBezTo>
                  <a:cubicBezTo>
                    <a:pt x="549212" y="519054"/>
                    <a:pt x="612076" y="370655"/>
                    <a:pt x="718471" y="239972"/>
                  </a:cubicBezTo>
                  <a:cubicBezTo>
                    <a:pt x="637127" y="318077"/>
                    <a:pt x="579787" y="411326"/>
                    <a:pt x="540163" y="520578"/>
                  </a:cubicBezTo>
                  <a:cubicBezTo>
                    <a:pt x="521208" y="480764"/>
                    <a:pt x="510730" y="442378"/>
                    <a:pt x="503206" y="403325"/>
                  </a:cubicBezTo>
                  <a:cubicBezTo>
                    <a:pt x="493967" y="355891"/>
                    <a:pt x="492538" y="308266"/>
                    <a:pt x="503206" y="260831"/>
                  </a:cubicBezTo>
                  <a:cubicBezTo>
                    <a:pt x="519589" y="187679"/>
                    <a:pt x="560642" y="131291"/>
                    <a:pt x="621316" y="88524"/>
                  </a:cubicBezTo>
                  <a:cubicBezTo>
                    <a:pt x="683800" y="44519"/>
                    <a:pt x="754666" y="21468"/>
                    <a:pt x="829247" y="9562"/>
                  </a:cubicBezTo>
                  <a:cubicBezTo>
                    <a:pt x="932688" y="-7012"/>
                    <a:pt x="1035653" y="-1201"/>
                    <a:pt x="1137856" y="20516"/>
                  </a:cubicBezTo>
                  <a:cubicBezTo>
                    <a:pt x="1142048" y="21373"/>
                    <a:pt x="1146048" y="23087"/>
                    <a:pt x="1156621" y="26516"/>
                  </a:cubicBezTo>
                  <a:cubicBezTo>
                    <a:pt x="1061276" y="63854"/>
                    <a:pt x="983456" y="115385"/>
                    <a:pt x="932783" y="204824"/>
                  </a:cubicBezTo>
                  <a:cubicBezTo>
                    <a:pt x="939165" y="205777"/>
                    <a:pt x="942880" y="206634"/>
                    <a:pt x="946595" y="206920"/>
                  </a:cubicBezTo>
                  <a:cubicBezTo>
                    <a:pt x="950690" y="207206"/>
                    <a:pt x="954881" y="206920"/>
                    <a:pt x="961358" y="206920"/>
                  </a:cubicBezTo>
                  <a:cubicBezTo>
                    <a:pt x="959644" y="215302"/>
                    <a:pt x="958787" y="221874"/>
                    <a:pt x="956977" y="228161"/>
                  </a:cubicBezTo>
                  <a:cubicBezTo>
                    <a:pt x="944594" y="270737"/>
                    <a:pt x="932593" y="313409"/>
                    <a:pt x="919258" y="355700"/>
                  </a:cubicBezTo>
                  <a:cubicBezTo>
                    <a:pt x="912781" y="376370"/>
                    <a:pt x="904494" y="396563"/>
                    <a:pt x="895445" y="416375"/>
                  </a:cubicBezTo>
                  <a:cubicBezTo>
                    <a:pt x="857345" y="499719"/>
                    <a:pt x="791528" y="547439"/>
                    <a:pt x="701802" y="561631"/>
                  </a:cubicBezTo>
                  <a:cubicBezTo>
                    <a:pt x="671893" y="566394"/>
                    <a:pt x="641223" y="566584"/>
                    <a:pt x="610934" y="568489"/>
                  </a:cubicBezTo>
                  <a:cubicBezTo>
                    <a:pt x="600647" y="569156"/>
                    <a:pt x="590264" y="568584"/>
                    <a:pt x="578644" y="568584"/>
                  </a:cubicBezTo>
                  <a:cubicBezTo>
                    <a:pt x="567023" y="603446"/>
                    <a:pt x="561118" y="638498"/>
                    <a:pt x="559022" y="673931"/>
                  </a:cubicBezTo>
                  <a:cubicBezTo>
                    <a:pt x="557498" y="699077"/>
                    <a:pt x="558451" y="724413"/>
                    <a:pt x="559403" y="749559"/>
                  </a:cubicBezTo>
                  <a:cubicBezTo>
                    <a:pt x="559975" y="763847"/>
                    <a:pt x="554926" y="768800"/>
                    <a:pt x="541401" y="764990"/>
                  </a:cubicBezTo>
                  <a:cubicBezTo>
                    <a:pt x="520255" y="693266"/>
                    <a:pt x="455390" y="621829"/>
                    <a:pt x="401955" y="607065"/>
                  </a:cubicBezTo>
                  <a:cubicBezTo>
                    <a:pt x="425291" y="631163"/>
                    <a:pt x="451771" y="658119"/>
                    <a:pt x="477774" y="685646"/>
                  </a:cubicBezTo>
                  <a:cubicBezTo>
                    <a:pt x="482251" y="690409"/>
                    <a:pt x="484251" y="697362"/>
                    <a:pt x="487394" y="703458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2000">
                <a:latin typeface="Trebuchet MS" panose="020B0603020202020204" pitchFamily="34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="" xmlns:a16="http://schemas.microsoft.com/office/drawing/2014/main" id="{296A366F-39E3-E9C0-CBBD-9819EF7CF6AC}"/>
                </a:ext>
              </a:extLst>
            </p:cNvPr>
            <p:cNvGrpSpPr/>
            <p:nvPr/>
          </p:nvGrpSpPr>
          <p:grpSpPr>
            <a:xfrm>
              <a:off x="1727159" y="1485845"/>
              <a:ext cx="8652159" cy="4099055"/>
              <a:chOff x="1727159" y="1485845"/>
              <a:chExt cx="8652159" cy="4099055"/>
            </a:xfrm>
          </p:grpSpPr>
          <p:sp>
            <p:nvSpPr>
              <p:cNvPr id="8" name="Graphic 2">
                <a:extLst>
                  <a:ext uri="{FF2B5EF4-FFF2-40B4-BE49-F238E27FC236}">
                    <a16:creationId xmlns="" xmlns:a16="http://schemas.microsoft.com/office/drawing/2014/main" id="{2A8D35B6-D53E-E244-9411-C2D9CE477DD7}"/>
                  </a:ext>
                </a:extLst>
              </p:cNvPr>
              <p:cNvSpPr/>
              <p:nvPr/>
            </p:nvSpPr>
            <p:spPr>
              <a:xfrm>
                <a:off x="1727159" y="1485845"/>
                <a:ext cx="8652159" cy="2883851"/>
              </a:xfrm>
              <a:custGeom>
                <a:avLst/>
                <a:gdLst>
                  <a:gd name="connsiteX0" fmla="*/ 0 w 8642177"/>
                  <a:gd name="connsiteY0" fmla="*/ 5592402 h 5592401"/>
                  <a:gd name="connsiteX1" fmla="*/ 0 w 8642177"/>
                  <a:gd name="connsiteY1" fmla="*/ 0 h 5592401"/>
                  <a:gd name="connsiteX2" fmla="*/ 8642178 w 8642177"/>
                  <a:gd name="connsiteY2" fmla="*/ 0 h 5592401"/>
                  <a:gd name="connsiteX3" fmla="*/ 8642178 w 8642177"/>
                  <a:gd name="connsiteY3" fmla="*/ 2301089 h 5592401"/>
                  <a:gd name="connsiteX0" fmla="*/ 0 w 8642178"/>
                  <a:gd name="connsiteY0" fmla="*/ 5592402 h 5592403"/>
                  <a:gd name="connsiteX1" fmla="*/ 0 w 8642178"/>
                  <a:gd name="connsiteY1" fmla="*/ 0 h 5592403"/>
                  <a:gd name="connsiteX2" fmla="*/ 8642178 w 8642178"/>
                  <a:gd name="connsiteY2" fmla="*/ 0 h 5592403"/>
                  <a:gd name="connsiteX3" fmla="*/ 8629299 w 8642178"/>
                  <a:gd name="connsiteY3" fmla="*/ 1576817 h 5592403"/>
                  <a:gd name="connsiteX0" fmla="*/ 0 w 8652159"/>
                  <a:gd name="connsiteY0" fmla="*/ 5592402 h 5592401"/>
                  <a:gd name="connsiteX1" fmla="*/ 0 w 8652159"/>
                  <a:gd name="connsiteY1" fmla="*/ 0 h 5592401"/>
                  <a:gd name="connsiteX2" fmla="*/ 8642178 w 8652159"/>
                  <a:gd name="connsiteY2" fmla="*/ 0 h 5592401"/>
                  <a:gd name="connsiteX3" fmla="*/ 8652159 w 8652159"/>
                  <a:gd name="connsiteY3" fmla="*/ 1591593 h 5592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52159" h="5592401">
                    <a:moveTo>
                      <a:pt x="0" y="5592402"/>
                    </a:moveTo>
                    <a:lnTo>
                      <a:pt x="0" y="0"/>
                    </a:lnTo>
                    <a:lnTo>
                      <a:pt x="8642178" y="0"/>
                    </a:lnTo>
                    <a:cubicBezTo>
                      <a:pt x="8642178" y="767030"/>
                      <a:pt x="8652159" y="824563"/>
                      <a:pt x="8652159" y="1591593"/>
                    </a:cubicBezTo>
                  </a:path>
                </a:pathLst>
              </a:custGeom>
              <a:noFill/>
              <a:ln w="85725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000"/>
              </a:p>
            </p:txBody>
          </p:sp>
          <p:sp>
            <p:nvSpPr>
              <p:cNvPr id="10" name="Graphic 2">
                <a:extLst>
                  <a:ext uri="{FF2B5EF4-FFF2-40B4-BE49-F238E27FC236}">
                    <a16:creationId xmlns="" xmlns:a16="http://schemas.microsoft.com/office/drawing/2014/main" id="{61DF6F57-8707-4697-E133-4C24CB92F960}"/>
                  </a:ext>
                </a:extLst>
              </p:cNvPr>
              <p:cNvSpPr/>
              <p:nvPr/>
            </p:nvSpPr>
            <p:spPr>
              <a:xfrm flipH="1" flipV="1">
                <a:off x="1727159" y="2701049"/>
                <a:ext cx="8652159" cy="2883851"/>
              </a:xfrm>
              <a:custGeom>
                <a:avLst/>
                <a:gdLst>
                  <a:gd name="connsiteX0" fmla="*/ 0 w 8642177"/>
                  <a:gd name="connsiteY0" fmla="*/ 5592402 h 5592401"/>
                  <a:gd name="connsiteX1" fmla="*/ 0 w 8642177"/>
                  <a:gd name="connsiteY1" fmla="*/ 0 h 5592401"/>
                  <a:gd name="connsiteX2" fmla="*/ 8642178 w 8642177"/>
                  <a:gd name="connsiteY2" fmla="*/ 0 h 5592401"/>
                  <a:gd name="connsiteX3" fmla="*/ 8642178 w 8642177"/>
                  <a:gd name="connsiteY3" fmla="*/ 2301089 h 5592401"/>
                  <a:gd name="connsiteX0" fmla="*/ 0 w 8642178"/>
                  <a:gd name="connsiteY0" fmla="*/ 5592402 h 5592403"/>
                  <a:gd name="connsiteX1" fmla="*/ 0 w 8642178"/>
                  <a:gd name="connsiteY1" fmla="*/ 0 h 5592403"/>
                  <a:gd name="connsiteX2" fmla="*/ 8642178 w 8642178"/>
                  <a:gd name="connsiteY2" fmla="*/ 0 h 5592403"/>
                  <a:gd name="connsiteX3" fmla="*/ 8629299 w 8642178"/>
                  <a:gd name="connsiteY3" fmla="*/ 1576817 h 5592403"/>
                  <a:gd name="connsiteX0" fmla="*/ 0 w 8652159"/>
                  <a:gd name="connsiteY0" fmla="*/ 5592402 h 5592401"/>
                  <a:gd name="connsiteX1" fmla="*/ 0 w 8652159"/>
                  <a:gd name="connsiteY1" fmla="*/ 0 h 5592401"/>
                  <a:gd name="connsiteX2" fmla="*/ 8642178 w 8652159"/>
                  <a:gd name="connsiteY2" fmla="*/ 0 h 5592401"/>
                  <a:gd name="connsiteX3" fmla="*/ 8652159 w 8652159"/>
                  <a:gd name="connsiteY3" fmla="*/ 1591593 h 5592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652159" h="5592401">
                    <a:moveTo>
                      <a:pt x="0" y="5592402"/>
                    </a:moveTo>
                    <a:lnTo>
                      <a:pt x="0" y="0"/>
                    </a:lnTo>
                    <a:lnTo>
                      <a:pt x="8642178" y="0"/>
                    </a:lnTo>
                    <a:cubicBezTo>
                      <a:pt x="8642178" y="767030"/>
                      <a:pt x="8652159" y="824563"/>
                      <a:pt x="8652159" y="1591593"/>
                    </a:cubicBezTo>
                  </a:path>
                </a:pathLst>
              </a:custGeom>
              <a:noFill/>
              <a:ln w="85725" cap="flat">
                <a:solidFill>
                  <a:schemeClr val="accent4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2000"/>
              </a:p>
            </p:txBody>
          </p:sp>
        </p:grpSp>
      </p:grpSp>
    </p:spTree>
    <p:extLst>
      <p:ext uri="{BB962C8B-B14F-4D97-AF65-F5344CB8AC3E}">
        <p14:creationId xmlns="" xmlns:p14="http://schemas.microsoft.com/office/powerpoint/2010/main" val="1134240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="" xmlns:a16="http://schemas.microsoft.com/office/drawing/2014/main" id="{119F8B9A-91CE-0C6D-8E8B-B169637FAF7D}"/>
              </a:ext>
            </a:extLst>
          </p:cNvPr>
          <p:cNvGrpSpPr/>
          <p:nvPr/>
        </p:nvGrpSpPr>
        <p:grpSpPr>
          <a:xfrm>
            <a:off x="1703505" y="1536717"/>
            <a:ext cx="8784990" cy="3747527"/>
            <a:chOff x="1703505" y="1457887"/>
            <a:chExt cx="8784990" cy="3747527"/>
          </a:xfrm>
        </p:grpSpPr>
        <p:sp>
          <p:nvSpPr>
            <p:cNvPr id="5" name="Rectangle 4">
              <a:extLst>
                <a:ext uri="{FF2B5EF4-FFF2-40B4-BE49-F238E27FC236}">
                  <a16:creationId xmlns="" xmlns:a16="http://schemas.microsoft.com/office/drawing/2014/main" id="{9F6690A0-AABF-085C-F029-273870DD50EC}"/>
                </a:ext>
              </a:extLst>
            </p:cNvPr>
            <p:cNvSpPr/>
            <p:nvPr/>
          </p:nvSpPr>
          <p:spPr bwMode="auto">
            <a:xfrm>
              <a:off x="8060952" y="1475027"/>
              <a:ext cx="2427543" cy="444525"/>
            </a:xfrm>
            <a:prstGeom prst="rect">
              <a:avLst/>
            </a:prstGeom>
            <a:solidFill>
              <a:srgbClr val="3A660E">
                <a:alpha val="16000"/>
              </a:srgb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IN" dirty="0">
                <a:latin typeface="Trebuchet MS" panose="020B0603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="" xmlns:a16="http://schemas.microsoft.com/office/drawing/2014/main" id="{876FEE09-1597-B410-532C-9B2C4B9F7E5E}"/>
                </a:ext>
              </a:extLst>
            </p:cNvPr>
            <p:cNvSpPr txBox="1"/>
            <p:nvPr/>
          </p:nvSpPr>
          <p:spPr>
            <a:xfrm>
              <a:off x="8060953" y="1457887"/>
              <a:ext cx="242754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504000"/>
              <a:r>
                <a:rPr lang="en-IN" sz="2400" b="1" dirty="0">
                  <a:solidFill>
                    <a:srgbClr val="3A660E"/>
                  </a:solidFill>
                  <a:latin typeface="Trebuchet MS" panose="020B0603020202020204" pitchFamily="34" charset="0"/>
                  <a:ea typeface="Microsoft YaHei UI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ro-RO" sz="2400" b="1" dirty="0" smtClean="0">
                  <a:solidFill>
                    <a:srgbClr val="3A660E"/>
                  </a:solidFill>
                  <a:latin typeface="Trebuchet MS" panose="020B0603020202020204" pitchFamily="34" charset="0"/>
                  <a:ea typeface="Microsoft YaHei UI" panose="020B0503020204020204" pitchFamily="34" charset="-122"/>
                  <a:cs typeface="Times New Roman" panose="02020603050405020304" pitchFamily="18" charset="0"/>
                </a:rPr>
                <a:t>Producți</a:t>
              </a:r>
              <a:r>
                <a:rPr lang="ro-MO" sz="2400" b="1" dirty="0" smtClean="0">
                  <a:solidFill>
                    <a:srgbClr val="3A660E"/>
                  </a:solidFill>
                  <a:latin typeface="Trebuchet MS" panose="020B0603020202020204" pitchFamily="34" charset="0"/>
                  <a:ea typeface="Microsoft YaHei UI" panose="020B0503020204020204" pitchFamily="34" charset="-122"/>
                  <a:cs typeface="Times New Roman" panose="02020603050405020304" pitchFamily="18" charset="0"/>
                </a:rPr>
                <a:t>a</a:t>
              </a:r>
              <a:endParaRPr lang="en-IN" sz="2400" b="1" dirty="0">
                <a:solidFill>
                  <a:srgbClr val="3A660E"/>
                </a:solidFill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2" name="Connector: Elbow 21">
              <a:extLst>
                <a:ext uri="{FF2B5EF4-FFF2-40B4-BE49-F238E27FC236}">
                  <a16:creationId xmlns="" xmlns:a16="http://schemas.microsoft.com/office/drawing/2014/main" id="{996782F4-6300-A28D-FA45-417C3EB1E3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64658" y="1696275"/>
              <a:ext cx="914400" cy="1115568"/>
            </a:xfrm>
            <a:prstGeom prst="bentConnector3">
              <a:avLst>
                <a:gd name="adj1" fmla="val 51380"/>
              </a:avLst>
            </a:prstGeom>
            <a:ln w="28575">
              <a:solidFill>
                <a:schemeClr val="accent4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Elbow 23">
              <a:extLst>
                <a:ext uri="{FF2B5EF4-FFF2-40B4-BE49-F238E27FC236}">
                  <a16:creationId xmlns="" xmlns:a16="http://schemas.microsoft.com/office/drawing/2014/main" id="{FC4732E4-B1A3-71B0-8391-0821FCC575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12942" y="1696275"/>
              <a:ext cx="914400" cy="1115568"/>
            </a:xfrm>
            <a:prstGeom prst="bentConnector3">
              <a:avLst>
                <a:gd name="adj1" fmla="val 41035"/>
              </a:avLst>
            </a:prstGeom>
            <a:ln w="28575">
              <a:solidFill>
                <a:schemeClr val="accent4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: Elbow 24">
              <a:extLst>
                <a:ext uri="{FF2B5EF4-FFF2-40B4-BE49-F238E27FC236}">
                  <a16:creationId xmlns="" xmlns:a16="http://schemas.microsoft.com/office/drawing/2014/main" id="{C4EA03B5-16E8-2999-0CA5-0E40847FEA82}"/>
                </a:ext>
              </a:extLst>
            </p:cNvPr>
            <p:cNvCxnSpPr>
              <a:cxnSpLocks/>
              <a:stCxn id="36" idx="0"/>
              <a:endCxn id="33" idx="0"/>
            </p:cNvCxnSpPr>
            <p:nvPr/>
          </p:nvCxnSpPr>
          <p:spPr>
            <a:xfrm flipH="1">
              <a:off x="6094087" y="3845707"/>
              <a:ext cx="2247" cy="915182"/>
            </a:xfrm>
            <a:prstGeom prst="bentConnector4">
              <a:avLst>
                <a:gd name="adj1" fmla="val 211972"/>
                <a:gd name="adj2" fmla="val 50002"/>
              </a:avLst>
            </a:prstGeom>
            <a:ln w="28575">
              <a:solidFill>
                <a:schemeClr val="accent4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="" xmlns:a16="http://schemas.microsoft.com/office/drawing/2014/main" id="{489E8396-3633-696C-32F9-0BD95066BF4E}"/>
                </a:ext>
              </a:extLst>
            </p:cNvPr>
            <p:cNvGrpSpPr/>
            <p:nvPr/>
          </p:nvGrpSpPr>
          <p:grpSpPr>
            <a:xfrm>
              <a:off x="5134688" y="1777936"/>
              <a:ext cx="1922623" cy="2067813"/>
              <a:chOff x="5134068" y="2395548"/>
              <a:chExt cx="1922623" cy="2067813"/>
            </a:xfrm>
            <a:solidFill>
              <a:schemeClr val="accent4"/>
            </a:solidFill>
          </p:grpSpPr>
          <p:sp>
            <p:nvSpPr>
              <p:cNvPr id="36" name="Freeform: Shape 35">
                <a:extLst>
                  <a:ext uri="{FF2B5EF4-FFF2-40B4-BE49-F238E27FC236}">
                    <a16:creationId xmlns="" xmlns:a16="http://schemas.microsoft.com/office/drawing/2014/main" id="{7E0B8C2F-52D9-897E-1BCA-0A2AE85BF7A5}"/>
                  </a:ext>
                </a:extLst>
              </p:cNvPr>
              <p:cNvSpPr/>
              <p:nvPr/>
            </p:nvSpPr>
            <p:spPr>
              <a:xfrm>
                <a:off x="5134068" y="2395548"/>
                <a:ext cx="1922623" cy="2067813"/>
              </a:xfrm>
              <a:custGeom>
                <a:avLst/>
                <a:gdLst>
                  <a:gd name="connsiteX0" fmla="*/ 961646 w 1922623"/>
                  <a:gd name="connsiteY0" fmla="*/ 2067771 h 2067813"/>
                  <a:gd name="connsiteX1" fmla="*/ 85631 w 1922623"/>
                  <a:gd name="connsiteY1" fmla="*/ 2067771 h 2067813"/>
                  <a:gd name="connsiteX2" fmla="*/ 859 w 1922623"/>
                  <a:gd name="connsiteY2" fmla="*/ 1982522 h 2067813"/>
                  <a:gd name="connsiteX3" fmla="*/ 2 w 1922623"/>
                  <a:gd name="connsiteY3" fmla="*/ 654166 h 2067813"/>
                  <a:gd name="connsiteX4" fmla="*/ 55628 w 1922623"/>
                  <a:gd name="connsiteY4" fmla="*/ 554534 h 2067813"/>
                  <a:gd name="connsiteX5" fmla="*/ 905448 w 1922623"/>
                  <a:gd name="connsiteY5" fmla="*/ 19610 h 2067813"/>
                  <a:gd name="connsiteX6" fmla="*/ 1016986 w 1922623"/>
                  <a:gd name="connsiteY6" fmla="*/ 19325 h 2067813"/>
                  <a:gd name="connsiteX7" fmla="*/ 1874903 w 1922623"/>
                  <a:gd name="connsiteY7" fmla="*/ 559583 h 2067813"/>
                  <a:gd name="connsiteX8" fmla="*/ 1922623 w 1922623"/>
                  <a:gd name="connsiteY8" fmla="*/ 649022 h 2067813"/>
                  <a:gd name="connsiteX9" fmla="*/ 1921956 w 1922623"/>
                  <a:gd name="connsiteY9" fmla="*/ 1986904 h 2067813"/>
                  <a:gd name="connsiteX10" fmla="*/ 1842423 w 1922623"/>
                  <a:gd name="connsiteY10" fmla="*/ 2067771 h 2067813"/>
                  <a:gd name="connsiteX11" fmla="*/ 961646 w 1922623"/>
                  <a:gd name="connsiteY11" fmla="*/ 2067771 h 2067813"/>
                  <a:gd name="connsiteX12" fmla="*/ 1334454 w 1922623"/>
                  <a:gd name="connsiteY12" fmla="*/ 946298 h 2067813"/>
                  <a:gd name="connsiteX13" fmla="*/ 1334454 w 1922623"/>
                  <a:gd name="connsiteY13" fmla="*/ 1635146 h 2067813"/>
                  <a:gd name="connsiteX14" fmla="*/ 1562769 w 1922623"/>
                  <a:gd name="connsiteY14" fmla="*/ 1635146 h 2067813"/>
                  <a:gd name="connsiteX15" fmla="*/ 1476472 w 1922623"/>
                  <a:gd name="connsiteY15" fmla="*/ 1518369 h 2067813"/>
                  <a:gd name="connsiteX16" fmla="*/ 1383127 w 1922623"/>
                  <a:gd name="connsiteY16" fmla="*/ 1385496 h 2067813"/>
                  <a:gd name="connsiteX17" fmla="*/ 1507047 w 1922623"/>
                  <a:gd name="connsiteY17" fmla="*/ 1480460 h 2067813"/>
                  <a:gd name="connsiteX18" fmla="*/ 1552196 w 1922623"/>
                  <a:gd name="connsiteY18" fmla="*/ 1553040 h 2067813"/>
                  <a:gd name="connsiteX19" fmla="*/ 1564007 w 1922623"/>
                  <a:gd name="connsiteY19" fmla="*/ 1547706 h 2067813"/>
                  <a:gd name="connsiteX20" fmla="*/ 1564007 w 1922623"/>
                  <a:gd name="connsiteY20" fmla="*/ 1391306 h 2067813"/>
                  <a:gd name="connsiteX21" fmla="*/ 1483902 w 1922623"/>
                  <a:gd name="connsiteY21" fmla="*/ 1327488 h 2067813"/>
                  <a:gd name="connsiteX22" fmla="*/ 1379984 w 1922623"/>
                  <a:gd name="connsiteY22" fmla="*/ 1194043 h 2067813"/>
                  <a:gd name="connsiteX23" fmla="*/ 1508857 w 1922623"/>
                  <a:gd name="connsiteY23" fmla="*/ 1290626 h 2067813"/>
                  <a:gd name="connsiteX24" fmla="*/ 1553339 w 1922623"/>
                  <a:gd name="connsiteY24" fmla="*/ 1356635 h 2067813"/>
                  <a:gd name="connsiteX25" fmla="*/ 1570198 w 1922623"/>
                  <a:gd name="connsiteY25" fmla="*/ 1350443 h 2067813"/>
                  <a:gd name="connsiteX26" fmla="*/ 1556958 w 1922623"/>
                  <a:gd name="connsiteY26" fmla="*/ 1188709 h 2067813"/>
                  <a:gd name="connsiteX27" fmla="*/ 1578008 w 1922623"/>
                  <a:gd name="connsiteY27" fmla="*/ 1019831 h 2067813"/>
                  <a:gd name="connsiteX28" fmla="*/ 1604964 w 1922623"/>
                  <a:gd name="connsiteY28" fmla="*/ 1170707 h 2067813"/>
                  <a:gd name="connsiteX29" fmla="*/ 1598106 w 1922623"/>
                  <a:gd name="connsiteY29" fmla="*/ 1301009 h 2067813"/>
                  <a:gd name="connsiteX30" fmla="*/ 1647636 w 1922623"/>
                  <a:gd name="connsiteY30" fmla="*/ 1237096 h 2067813"/>
                  <a:gd name="connsiteX31" fmla="*/ 1782510 w 1922623"/>
                  <a:gd name="connsiteY31" fmla="*/ 1141274 h 2067813"/>
                  <a:gd name="connsiteX32" fmla="*/ 1698214 w 1922623"/>
                  <a:gd name="connsiteY32" fmla="*/ 1261671 h 2067813"/>
                  <a:gd name="connsiteX33" fmla="*/ 1593630 w 1922623"/>
                  <a:gd name="connsiteY33" fmla="*/ 1341871 h 2067813"/>
                  <a:gd name="connsiteX34" fmla="*/ 1593630 w 1922623"/>
                  <a:gd name="connsiteY34" fmla="*/ 1493414 h 2067813"/>
                  <a:gd name="connsiteX35" fmla="*/ 1603059 w 1922623"/>
                  <a:gd name="connsiteY35" fmla="*/ 1497890 h 2067813"/>
                  <a:gd name="connsiteX36" fmla="*/ 1646112 w 1922623"/>
                  <a:gd name="connsiteY36" fmla="*/ 1439217 h 2067813"/>
                  <a:gd name="connsiteX37" fmla="*/ 1786415 w 1922623"/>
                  <a:gd name="connsiteY37" fmla="*/ 1327869 h 2067813"/>
                  <a:gd name="connsiteX38" fmla="*/ 1699452 w 1922623"/>
                  <a:gd name="connsiteY38" fmla="*/ 1459028 h 2067813"/>
                  <a:gd name="connsiteX39" fmla="*/ 1592868 w 1922623"/>
                  <a:gd name="connsiteY39" fmla="*/ 1527227 h 2067813"/>
                  <a:gd name="connsiteX40" fmla="*/ 1592868 w 1922623"/>
                  <a:gd name="connsiteY40" fmla="*/ 1634669 h 2067813"/>
                  <a:gd name="connsiteX41" fmla="*/ 1823658 w 1922623"/>
                  <a:gd name="connsiteY41" fmla="*/ 1634669 h 2067813"/>
                  <a:gd name="connsiteX42" fmla="*/ 1823658 w 1922623"/>
                  <a:gd name="connsiteY42" fmla="*/ 946583 h 2067813"/>
                  <a:gd name="connsiteX43" fmla="*/ 1334454 w 1922623"/>
                  <a:gd name="connsiteY43" fmla="*/ 946583 h 2067813"/>
                  <a:gd name="connsiteX44" fmla="*/ 356332 w 1922623"/>
                  <a:gd name="connsiteY44" fmla="*/ 1351205 h 2067813"/>
                  <a:gd name="connsiteX45" fmla="*/ 369857 w 1922623"/>
                  <a:gd name="connsiteY45" fmla="*/ 1357111 h 2067813"/>
                  <a:gd name="connsiteX46" fmla="*/ 414339 w 1922623"/>
                  <a:gd name="connsiteY46" fmla="*/ 1289484 h 2067813"/>
                  <a:gd name="connsiteX47" fmla="*/ 549975 w 1922623"/>
                  <a:gd name="connsiteY47" fmla="*/ 1185089 h 2067813"/>
                  <a:gd name="connsiteX48" fmla="*/ 463583 w 1922623"/>
                  <a:gd name="connsiteY48" fmla="*/ 1315487 h 2067813"/>
                  <a:gd name="connsiteX49" fmla="*/ 359285 w 1922623"/>
                  <a:gd name="connsiteY49" fmla="*/ 1396735 h 2067813"/>
                  <a:gd name="connsiteX50" fmla="*/ 359285 w 1922623"/>
                  <a:gd name="connsiteY50" fmla="*/ 1548373 h 2067813"/>
                  <a:gd name="connsiteX51" fmla="*/ 371381 w 1922623"/>
                  <a:gd name="connsiteY51" fmla="*/ 1553135 h 2067813"/>
                  <a:gd name="connsiteX52" fmla="*/ 416339 w 1922623"/>
                  <a:gd name="connsiteY52" fmla="*/ 1479317 h 2067813"/>
                  <a:gd name="connsiteX53" fmla="*/ 552356 w 1922623"/>
                  <a:gd name="connsiteY53" fmla="*/ 1381876 h 2067813"/>
                  <a:gd name="connsiteX54" fmla="*/ 458821 w 1922623"/>
                  <a:gd name="connsiteY54" fmla="*/ 1512845 h 2067813"/>
                  <a:gd name="connsiteX55" fmla="*/ 370048 w 1922623"/>
                  <a:gd name="connsiteY55" fmla="*/ 1580472 h 2067813"/>
                  <a:gd name="connsiteX56" fmla="*/ 353093 w 1922623"/>
                  <a:gd name="connsiteY56" fmla="*/ 1634098 h 2067813"/>
                  <a:gd name="connsiteX57" fmla="*/ 587599 w 1922623"/>
                  <a:gd name="connsiteY57" fmla="*/ 1634098 h 2067813"/>
                  <a:gd name="connsiteX58" fmla="*/ 587599 w 1922623"/>
                  <a:gd name="connsiteY58" fmla="*/ 947822 h 2067813"/>
                  <a:gd name="connsiteX59" fmla="*/ 98585 w 1922623"/>
                  <a:gd name="connsiteY59" fmla="*/ 947822 h 2067813"/>
                  <a:gd name="connsiteX60" fmla="*/ 98585 w 1922623"/>
                  <a:gd name="connsiteY60" fmla="*/ 1638575 h 2067813"/>
                  <a:gd name="connsiteX61" fmla="*/ 296039 w 1922623"/>
                  <a:gd name="connsiteY61" fmla="*/ 1638384 h 2067813"/>
                  <a:gd name="connsiteX62" fmla="*/ 330424 w 1922623"/>
                  <a:gd name="connsiteY62" fmla="*/ 1634193 h 2067813"/>
                  <a:gd name="connsiteX63" fmla="*/ 330424 w 1922623"/>
                  <a:gd name="connsiteY63" fmla="*/ 1530942 h 2067813"/>
                  <a:gd name="connsiteX64" fmla="*/ 244413 w 1922623"/>
                  <a:gd name="connsiteY64" fmla="*/ 1466744 h 2067813"/>
                  <a:gd name="connsiteX65" fmla="*/ 144115 w 1922623"/>
                  <a:gd name="connsiteY65" fmla="*/ 1335489 h 2067813"/>
                  <a:gd name="connsiteX66" fmla="*/ 277274 w 1922623"/>
                  <a:gd name="connsiteY66" fmla="*/ 1440169 h 2067813"/>
                  <a:gd name="connsiteX67" fmla="*/ 322899 w 1922623"/>
                  <a:gd name="connsiteY67" fmla="*/ 1497319 h 2067813"/>
                  <a:gd name="connsiteX68" fmla="*/ 331472 w 1922623"/>
                  <a:gd name="connsiteY68" fmla="*/ 1490271 h 2067813"/>
                  <a:gd name="connsiteX69" fmla="*/ 331472 w 1922623"/>
                  <a:gd name="connsiteY69" fmla="*/ 1332441 h 2067813"/>
                  <a:gd name="connsiteX70" fmla="*/ 226601 w 1922623"/>
                  <a:gd name="connsiteY70" fmla="*/ 1265290 h 2067813"/>
                  <a:gd name="connsiteX71" fmla="*/ 147449 w 1922623"/>
                  <a:gd name="connsiteY71" fmla="*/ 1134416 h 2067813"/>
                  <a:gd name="connsiteX72" fmla="*/ 279465 w 1922623"/>
                  <a:gd name="connsiteY72" fmla="*/ 1252146 h 2067813"/>
                  <a:gd name="connsiteX73" fmla="*/ 323566 w 1922623"/>
                  <a:gd name="connsiteY73" fmla="*/ 1302533 h 2067813"/>
                  <a:gd name="connsiteX74" fmla="*/ 333281 w 1922623"/>
                  <a:gd name="connsiteY74" fmla="*/ 1296818 h 2067813"/>
                  <a:gd name="connsiteX75" fmla="*/ 317660 w 1922623"/>
                  <a:gd name="connsiteY75" fmla="*/ 1168802 h 2067813"/>
                  <a:gd name="connsiteX76" fmla="*/ 345569 w 1922623"/>
                  <a:gd name="connsiteY76" fmla="*/ 1010210 h 2067813"/>
                  <a:gd name="connsiteX77" fmla="*/ 370905 w 1922623"/>
                  <a:gd name="connsiteY77" fmla="*/ 1171754 h 2067813"/>
                  <a:gd name="connsiteX78" fmla="*/ 356427 w 1922623"/>
                  <a:gd name="connsiteY78" fmla="*/ 1350920 h 2067813"/>
                  <a:gd name="connsiteX79" fmla="*/ 689326 w 1922623"/>
                  <a:gd name="connsiteY79" fmla="*/ 564917 h 2067813"/>
                  <a:gd name="connsiteX80" fmla="*/ 1233775 w 1922623"/>
                  <a:gd name="connsiteY80" fmla="*/ 564917 h 2067813"/>
                  <a:gd name="connsiteX81" fmla="*/ 1233775 w 1922623"/>
                  <a:gd name="connsiteY81" fmla="*/ 268403 h 2067813"/>
                  <a:gd name="connsiteX82" fmla="*/ 961455 w 1922623"/>
                  <a:gd name="connsiteY82" fmla="*/ 96572 h 2067813"/>
                  <a:gd name="connsiteX83" fmla="*/ 689326 w 1922623"/>
                  <a:gd name="connsiteY83" fmla="*/ 268308 h 2067813"/>
                  <a:gd name="connsiteX84" fmla="*/ 689326 w 1922623"/>
                  <a:gd name="connsiteY84" fmla="*/ 564917 h 2067813"/>
                  <a:gd name="connsiteX85" fmla="*/ 589694 w 1922623"/>
                  <a:gd name="connsiteY85" fmla="*/ 1737444 h 2067813"/>
                  <a:gd name="connsiteX86" fmla="*/ 98109 w 1922623"/>
                  <a:gd name="connsiteY86" fmla="*/ 1737444 h 2067813"/>
                  <a:gd name="connsiteX87" fmla="*/ 98109 w 1922623"/>
                  <a:gd name="connsiteY87" fmla="*/ 1970045 h 2067813"/>
                  <a:gd name="connsiteX88" fmla="*/ 589694 w 1922623"/>
                  <a:gd name="connsiteY88" fmla="*/ 1970045 h 2067813"/>
                  <a:gd name="connsiteX89" fmla="*/ 589694 w 1922623"/>
                  <a:gd name="connsiteY89" fmla="*/ 1737444 h 2067813"/>
                  <a:gd name="connsiteX90" fmla="*/ 1824706 w 1922623"/>
                  <a:gd name="connsiteY90" fmla="*/ 1736682 h 2067813"/>
                  <a:gd name="connsiteX91" fmla="*/ 1334931 w 1922623"/>
                  <a:gd name="connsiteY91" fmla="*/ 1736682 h 2067813"/>
                  <a:gd name="connsiteX92" fmla="*/ 1334931 w 1922623"/>
                  <a:gd name="connsiteY92" fmla="*/ 1969092 h 2067813"/>
                  <a:gd name="connsiteX93" fmla="*/ 1824706 w 1922623"/>
                  <a:gd name="connsiteY93" fmla="*/ 1969092 h 2067813"/>
                  <a:gd name="connsiteX94" fmla="*/ 1824706 w 1922623"/>
                  <a:gd name="connsiteY94" fmla="*/ 1736682 h 2067813"/>
                  <a:gd name="connsiteX95" fmla="*/ 689231 w 1922623"/>
                  <a:gd name="connsiteY95" fmla="*/ 847142 h 2067813"/>
                  <a:gd name="connsiteX96" fmla="*/ 1232727 w 1922623"/>
                  <a:gd name="connsiteY96" fmla="*/ 847142 h 2067813"/>
                  <a:gd name="connsiteX97" fmla="*/ 1232727 w 1922623"/>
                  <a:gd name="connsiteY97" fmla="*/ 666263 h 2067813"/>
                  <a:gd name="connsiteX98" fmla="*/ 689231 w 1922623"/>
                  <a:gd name="connsiteY98" fmla="*/ 666263 h 2067813"/>
                  <a:gd name="connsiteX99" fmla="*/ 689231 w 1922623"/>
                  <a:gd name="connsiteY99" fmla="*/ 847142 h 2067813"/>
                  <a:gd name="connsiteX100" fmla="*/ 97442 w 1922623"/>
                  <a:gd name="connsiteY100" fmla="*/ 847333 h 2067813"/>
                  <a:gd name="connsiteX101" fmla="*/ 588456 w 1922623"/>
                  <a:gd name="connsiteY101" fmla="*/ 847333 h 2067813"/>
                  <a:gd name="connsiteX102" fmla="*/ 588456 w 1922623"/>
                  <a:gd name="connsiteY102" fmla="*/ 665977 h 2067813"/>
                  <a:gd name="connsiteX103" fmla="*/ 97538 w 1922623"/>
                  <a:gd name="connsiteY103" fmla="*/ 665977 h 2067813"/>
                  <a:gd name="connsiteX104" fmla="*/ 97538 w 1922623"/>
                  <a:gd name="connsiteY104" fmla="*/ 847333 h 2067813"/>
                  <a:gd name="connsiteX105" fmla="*/ 1826325 w 1922623"/>
                  <a:gd name="connsiteY105" fmla="*/ 665882 h 2067813"/>
                  <a:gd name="connsiteX106" fmla="*/ 1334931 w 1922623"/>
                  <a:gd name="connsiteY106" fmla="*/ 665882 h 2067813"/>
                  <a:gd name="connsiteX107" fmla="*/ 1334931 w 1922623"/>
                  <a:gd name="connsiteY107" fmla="*/ 845904 h 2067813"/>
                  <a:gd name="connsiteX108" fmla="*/ 1826325 w 1922623"/>
                  <a:gd name="connsiteY108" fmla="*/ 845904 h 2067813"/>
                  <a:gd name="connsiteX109" fmla="*/ 1826325 w 1922623"/>
                  <a:gd name="connsiteY109" fmla="*/ 665882 h 2067813"/>
                  <a:gd name="connsiteX110" fmla="*/ 1233489 w 1922623"/>
                  <a:gd name="connsiteY110" fmla="*/ 947536 h 2067813"/>
                  <a:gd name="connsiteX111" fmla="*/ 690374 w 1922623"/>
                  <a:gd name="connsiteY111" fmla="*/ 947536 h 2067813"/>
                  <a:gd name="connsiteX112" fmla="*/ 690374 w 1922623"/>
                  <a:gd name="connsiteY112" fmla="*/ 1970711 h 2067813"/>
                  <a:gd name="connsiteX113" fmla="*/ 1233489 w 1922623"/>
                  <a:gd name="connsiteY113" fmla="*/ 1970711 h 2067813"/>
                  <a:gd name="connsiteX114" fmla="*/ 1233489 w 1922623"/>
                  <a:gd name="connsiteY114" fmla="*/ 947536 h 2067813"/>
                  <a:gd name="connsiteX115" fmla="*/ 588932 w 1922623"/>
                  <a:gd name="connsiteY115" fmla="*/ 331554 h 2067813"/>
                  <a:gd name="connsiteX116" fmla="*/ 229935 w 1922623"/>
                  <a:gd name="connsiteY116" fmla="*/ 557868 h 2067813"/>
                  <a:gd name="connsiteX117" fmla="*/ 234126 w 1922623"/>
                  <a:gd name="connsiteY117" fmla="*/ 564440 h 2067813"/>
                  <a:gd name="connsiteX118" fmla="*/ 588932 w 1922623"/>
                  <a:gd name="connsiteY118" fmla="*/ 564440 h 2067813"/>
                  <a:gd name="connsiteX119" fmla="*/ 588932 w 1922623"/>
                  <a:gd name="connsiteY119" fmla="*/ 331649 h 2067813"/>
                  <a:gd name="connsiteX120" fmla="*/ 1688975 w 1922623"/>
                  <a:gd name="connsiteY120" fmla="*/ 566250 h 2067813"/>
                  <a:gd name="connsiteX121" fmla="*/ 1692023 w 1922623"/>
                  <a:gd name="connsiteY121" fmla="*/ 556820 h 2067813"/>
                  <a:gd name="connsiteX122" fmla="*/ 1335026 w 1922623"/>
                  <a:gd name="connsiteY122" fmla="*/ 332602 h 2067813"/>
                  <a:gd name="connsiteX123" fmla="*/ 1335026 w 1922623"/>
                  <a:gd name="connsiteY123" fmla="*/ 566250 h 2067813"/>
                  <a:gd name="connsiteX124" fmla="*/ 1688975 w 1922623"/>
                  <a:gd name="connsiteY124" fmla="*/ 566250 h 2067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1922623" h="2067813">
                    <a:moveTo>
                      <a:pt x="961646" y="2067771"/>
                    </a:moveTo>
                    <a:cubicBezTo>
                      <a:pt x="669609" y="2067771"/>
                      <a:pt x="377668" y="2067771"/>
                      <a:pt x="85631" y="2067771"/>
                    </a:cubicBezTo>
                    <a:cubicBezTo>
                      <a:pt x="11051" y="2067771"/>
                      <a:pt x="859" y="2057579"/>
                      <a:pt x="859" y="1982522"/>
                    </a:cubicBezTo>
                    <a:cubicBezTo>
                      <a:pt x="859" y="1539705"/>
                      <a:pt x="1526" y="1096983"/>
                      <a:pt x="2" y="654166"/>
                    </a:cubicBezTo>
                    <a:cubicBezTo>
                      <a:pt x="-189" y="606922"/>
                      <a:pt x="15813" y="579299"/>
                      <a:pt x="55628" y="554534"/>
                    </a:cubicBezTo>
                    <a:cubicBezTo>
                      <a:pt x="339758" y="377750"/>
                      <a:pt x="623127" y="199538"/>
                      <a:pt x="905448" y="19610"/>
                    </a:cubicBezTo>
                    <a:cubicBezTo>
                      <a:pt x="946120" y="-6298"/>
                      <a:pt x="976028" y="-6679"/>
                      <a:pt x="1016986" y="19325"/>
                    </a:cubicBezTo>
                    <a:cubicBezTo>
                      <a:pt x="1301974" y="200966"/>
                      <a:pt x="1588200" y="380703"/>
                      <a:pt x="1874903" y="559583"/>
                    </a:cubicBezTo>
                    <a:cubicBezTo>
                      <a:pt x="1910526" y="581776"/>
                      <a:pt x="1922718" y="608065"/>
                      <a:pt x="1922623" y="649022"/>
                    </a:cubicBezTo>
                    <a:cubicBezTo>
                      <a:pt x="1921480" y="1094983"/>
                      <a:pt x="1921956" y="1540943"/>
                      <a:pt x="1921956" y="1986904"/>
                    </a:cubicBezTo>
                    <a:cubicBezTo>
                      <a:pt x="1921956" y="2056246"/>
                      <a:pt x="1910622" y="2067771"/>
                      <a:pt x="1842423" y="2067771"/>
                    </a:cubicBezTo>
                    <a:cubicBezTo>
                      <a:pt x="1548862" y="2067867"/>
                      <a:pt x="1255206" y="2067771"/>
                      <a:pt x="961646" y="2067771"/>
                    </a:cubicBezTo>
                    <a:close/>
                    <a:moveTo>
                      <a:pt x="1334454" y="946298"/>
                    </a:moveTo>
                    <a:lnTo>
                      <a:pt x="1334454" y="1635146"/>
                    </a:lnTo>
                    <a:lnTo>
                      <a:pt x="1562769" y="1635146"/>
                    </a:lnTo>
                    <a:cubicBezTo>
                      <a:pt x="1567626" y="1588283"/>
                      <a:pt x="1527050" y="1535324"/>
                      <a:pt x="1476472" y="1518369"/>
                    </a:cubicBezTo>
                    <a:cubicBezTo>
                      <a:pt x="1421322" y="1499796"/>
                      <a:pt x="1379984" y="1442074"/>
                      <a:pt x="1383127" y="1385496"/>
                    </a:cubicBezTo>
                    <a:cubicBezTo>
                      <a:pt x="1435610" y="1403688"/>
                      <a:pt x="1483235" y="1424453"/>
                      <a:pt x="1507047" y="1480460"/>
                    </a:cubicBezTo>
                    <a:cubicBezTo>
                      <a:pt x="1518096" y="1506368"/>
                      <a:pt x="1536860" y="1528942"/>
                      <a:pt x="1552196" y="1553040"/>
                    </a:cubicBezTo>
                    <a:cubicBezTo>
                      <a:pt x="1556101" y="1551230"/>
                      <a:pt x="1560006" y="1549516"/>
                      <a:pt x="1564007" y="1547706"/>
                    </a:cubicBezTo>
                    <a:lnTo>
                      <a:pt x="1564007" y="1391306"/>
                    </a:lnTo>
                    <a:cubicBezTo>
                      <a:pt x="1539908" y="1371303"/>
                      <a:pt x="1515715" y="1338632"/>
                      <a:pt x="1483902" y="1327488"/>
                    </a:cubicBezTo>
                    <a:cubicBezTo>
                      <a:pt x="1417893" y="1304247"/>
                      <a:pt x="1394938" y="1254622"/>
                      <a:pt x="1379984" y="1194043"/>
                    </a:cubicBezTo>
                    <a:cubicBezTo>
                      <a:pt x="1435324" y="1210140"/>
                      <a:pt x="1486283" y="1228904"/>
                      <a:pt x="1508857" y="1290626"/>
                    </a:cubicBezTo>
                    <a:cubicBezTo>
                      <a:pt x="1517715" y="1314820"/>
                      <a:pt x="1538099" y="1334727"/>
                      <a:pt x="1553339" y="1356635"/>
                    </a:cubicBezTo>
                    <a:cubicBezTo>
                      <a:pt x="1558958" y="1354539"/>
                      <a:pt x="1564578" y="1352539"/>
                      <a:pt x="1570198" y="1350443"/>
                    </a:cubicBezTo>
                    <a:cubicBezTo>
                      <a:pt x="1566769" y="1296151"/>
                      <a:pt x="1575437" y="1237286"/>
                      <a:pt x="1556958" y="1188709"/>
                    </a:cubicBezTo>
                    <a:cubicBezTo>
                      <a:pt x="1532289" y="1123844"/>
                      <a:pt x="1547910" y="1073647"/>
                      <a:pt x="1578008" y="1019831"/>
                    </a:cubicBezTo>
                    <a:cubicBezTo>
                      <a:pt x="1606679" y="1067265"/>
                      <a:pt x="1631444" y="1117271"/>
                      <a:pt x="1604964" y="1170707"/>
                    </a:cubicBezTo>
                    <a:cubicBezTo>
                      <a:pt x="1583533" y="1213950"/>
                      <a:pt x="1591153" y="1255193"/>
                      <a:pt x="1598106" y="1301009"/>
                    </a:cubicBezTo>
                    <a:cubicBezTo>
                      <a:pt x="1618490" y="1281673"/>
                      <a:pt x="1637826" y="1261289"/>
                      <a:pt x="1647636" y="1237096"/>
                    </a:cubicBezTo>
                    <a:cubicBezTo>
                      <a:pt x="1668496" y="1185661"/>
                      <a:pt x="1720026" y="1145656"/>
                      <a:pt x="1782510" y="1141274"/>
                    </a:cubicBezTo>
                    <a:cubicBezTo>
                      <a:pt x="1767270" y="1191662"/>
                      <a:pt x="1748982" y="1243668"/>
                      <a:pt x="1698214" y="1261671"/>
                    </a:cubicBezTo>
                    <a:cubicBezTo>
                      <a:pt x="1650875" y="1278434"/>
                      <a:pt x="1623824" y="1312343"/>
                      <a:pt x="1593630" y="1341871"/>
                    </a:cubicBezTo>
                    <a:lnTo>
                      <a:pt x="1593630" y="1493414"/>
                    </a:lnTo>
                    <a:cubicBezTo>
                      <a:pt x="1596773" y="1494938"/>
                      <a:pt x="1599916" y="1496367"/>
                      <a:pt x="1603059" y="1497890"/>
                    </a:cubicBezTo>
                    <a:cubicBezTo>
                      <a:pt x="1617823" y="1478459"/>
                      <a:pt x="1639254" y="1461124"/>
                      <a:pt x="1646112" y="1439217"/>
                    </a:cubicBezTo>
                    <a:cubicBezTo>
                      <a:pt x="1666972" y="1372351"/>
                      <a:pt x="1718978" y="1350825"/>
                      <a:pt x="1786415" y="1327869"/>
                    </a:cubicBezTo>
                    <a:cubicBezTo>
                      <a:pt x="1766699" y="1386829"/>
                      <a:pt x="1746601" y="1431025"/>
                      <a:pt x="1699452" y="1459028"/>
                    </a:cubicBezTo>
                    <a:cubicBezTo>
                      <a:pt x="1661162" y="1481793"/>
                      <a:pt x="1624300" y="1507034"/>
                      <a:pt x="1592868" y="1527227"/>
                    </a:cubicBezTo>
                    <a:lnTo>
                      <a:pt x="1592868" y="1634669"/>
                    </a:lnTo>
                    <a:lnTo>
                      <a:pt x="1823658" y="1634669"/>
                    </a:lnTo>
                    <a:lnTo>
                      <a:pt x="1823658" y="946583"/>
                    </a:lnTo>
                    <a:lnTo>
                      <a:pt x="1334454" y="946583"/>
                    </a:lnTo>
                    <a:close/>
                    <a:moveTo>
                      <a:pt x="356332" y="1351205"/>
                    </a:moveTo>
                    <a:cubicBezTo>
                      <a:pt x="360809" y="1353206"/>
                      <a:pt x="365285" y="1355206"/>
                      <a:pt x="369857" y="1357111"/>
                    </a:cubicBezTo>
                    <a:cubicBezTo>
                      <a:pt x="385002" y="1334727"/>
                      <a:pt x="404909" y="1314153"/>
                      <a:pt x="414339" y="1289484"/>
                    </a:cubicBezTo>
                    <a:cubicBezTo>
                      <a:pt x="437675" y="1228619"/>
                      <a:pt x="487967" y="1209473"/>
                      <a:pt x="549975" y="1185089"/>
                    </a:cubicBezTo>
                    <a:cubicBezTo>
                      <a:pt x="533592" y="1247097"/>
                      <a:pt x="513971" y="1296913"/>
                      <a:pt x="463583" y="1315487"/>
                    </a:cubicBezTo>
                    <a:cubicBezTo>
                      <a:pt x="416816" y="1332727"/>
                      <a:pt x="388431" y="1365493"/>
                      <a:pt x="359285" y="1396735"/>
                    </a:cubicBezTo>
                    <a:lnTo>
                      <a:pt x="359285" y="1548373"/>
                    </a:lnTo>
                    <a:cubicBezTo>
                      <a:pt x="363285" y="1549992"/>
                      <a:pt x="367286" y="1551611"/>
                      <a:pt x="371381" y="1553135"/>
                    </a:cubicBezTo>
                    <a:cubicBezTo>
                      <a:pt x="386526" y="1528561"/>
                      <a:pt x="404719" y="1505415"/>
                      <a:pt x="416339" y="1479317"/>
                    </a:cubicBezTo>
                    <a:cubicBezTo>
                      <a:pt x="441295" y="1422738"/>
                      <a:pt x="488920" y="1402259"/>
                      <a:pt x="552356" y="1381876"/>
                    </a:cubicBezTo>
                    <a:cubicBezTo>
                      <a:pt x="531306" y="1442931"/>
                      <a:pt x="512828" y="1494842"/>
                      <a:pt x="458821" y="1512845"/>
                    </a:cubicBezTo>
                    <a:cubicBezTo>
                      <a:pt x="419102" y="1525989"/>
                      <a:pt x="394622" y="1552754"/>
                      <a:pt x="370048" y="1580472"/>
                    </a:cubicBezTo>
                    <a:cubicBezTo>
                      <a:pt x="359094" y="1592950"/>
                      <a:pt x="358713" y="1614762"/>
                      <a:pt x="353093" y="1634098"/>
                    </a:cubicBezTo>
                    <a:lnTo>
                      <a:pt x="587599" y="1634098"/>
                    </a:lnTo>
                    <a:lnTo>
                      <a:pt x="587599" y="947822"/>
                    </a:lnTo>
                    <a:lnTo>
                      <a:pt x="98585" y="947822"/>
                    </a:lnTo>
                    <a:lnTo>
                      <a:pt x="98585" y="1638575"/>
                    </a:lnTo>
                    <a:cubicBezTo>
                      <a:pt x="166594" y="1638575"/>
                      <a:pt x="231364" y="1638765"/>
                      <a:pt x="296039" y="1638384"/>
                    </a:cubicBezTo>
                    <a:cubicBezTo>
                      <a:pt x="306707" y="1638384"/>
                      <a:pt x="317375" y="1635908"/>
                      <a:pt x="330424" y="1634193"/>
                    </a:cubicBezTo>
                    <a:lnTo>
                      <a:pt x="330424" y="1530942"/>
                    </a:lnTo>
                    <a:cubicBezTo>
                      <a:pt x="304230" y="1510654"/>
                      <a:pt x="277846" y="1479507"/>
                      <a:pt x="244413" y="1466744"/>
                    </a:cubicBezTo>
                    <a:cubicBezTo>
                      <a:pt x="181072" y="1442455"/>
                      <a:pt x="160688" y="1392353"/>
                      <a:pt x="144115" y="1335489"/>
                    </a:cubicBezTo>
                    <a:cubicBezTo>
                      <a:pt x="204313" y="1351205"/>
                      <a:pt x="256986" y="1372542"/>
                      <a:pt x="277274" y="1440169"/>
                    </a:cubicBezTo>
                    <a:cubicBezTo>
                      <a:pt x="283751" y="1461791"/>
                      <a:pt x="307183" y="1478364"/>
                      <a:pt x="322899" y="1497319"/>
                    </a:cubicBezTo>
                    <a:cubicBezTo>
                      <a:pt x="325757" y="1494938"/>
                      <a:pt x="328614" y="1492652"/>
                      <a:pt x="331472" y="1490271"/>
                    </a:cubicBezTo>
                    <a:lnTo>
                      <a:pt x="331472" y="1332441"/>
                    </a:lnTo>
                    <a:cubicBezTo>
                      <a:pt x="299182" y="1311486"/>
                      <a:pt x="264511" y="1285388"/>
                      <a:pt x="226601" y="1265290"/>
                    </a:cubicBezTo>
                    <a:cubicBezTo>
                      <a:pt x="185930" y="1243763"/>
                      <a:pt x="146591" y="1185089"/>
                      <a:pt x="147449" y="1134416"/>
                    </a:cubicBezTo>
                    <a:cubicBezTo>
                      <a:pt x="206980" y="1157181"/>
                      <a:pt x="262225" y="1180517"/>
                      <a:pt x="279465" y="1252146"/>
                    </a:cubicBezTo>
                    <a:cubicBezTo>
                      <a:pt x="284132" y="1271386"/>
                      <a:pt x="308326" y="1285864"/>
                      <a:pt x="323566" y="1302533"/>
                    </a:cubicBezTo>
                    <a:cubicBezTo>
                      <a:pt x="326804" y="1300628"/>
                      <a:pt x="330043" y="1298723"/>
                      <a:pt x="333281" y="1296818"/>
                    </a:cubicBezTo>
                    <a:cubicBezTo>
                      <a:pt x="328900" y="1254241"/>
                      <a:pt x="339377" y="1212712"/>
                      <a:pt x="317660" y="1168802"/>
                    </a:cubicBezTo>
                    <a:cubicBezTo>
                      <a:pt x="291752" y="1116414"/>
                      <a:pt x="314803" y="1065551"/>
                      <a:pt x="345569" y="1010210"/>
                    </a:cubicBezTo>
                    <a:cubicBezTo>
                      <a:pt x="373667" y="1067551"/>
                      <a:pt x="396718" y="1117748"/>
                      <a:pt x="370905" y="1171754"/>
                    </a:cubicBezTo>
                    <a:cubicBezTo>
                      <a:pt x="342235" y="1231571"/>
                      <a:pt x="360142" y="1291198"/>
                      <a:pt x="356427" y="1350920"/>
                    </a:cubicBezTo>
                    <a:close/>
                    <a:moveTo>
                      <a:pt x="689326" y="564917"/>
                    </a:moveTo>
                    <a:lnTo>
                      <a:pt x="1233775" y="564917"/>
                    </a:lnTo>
                    <a:lnTo>
                      <a:pt x="1233775" y="268403"/>
                    </a:lnTo>
                    <a:cubicBezTo>
                      <a:pt x="1144811" y="212206"/>
                      <a:pt x="1053848" y="154865"/>
                      <a:pt x="961455" y="96572"/>
                    </a:cubicBezTo>
                    <a:cubicBezTo>
                      <a:pt x="869063" y="154865"/>
                      <a:pt x="778194" y="212206"/>
                      <a:pt x="689326" y="268308"/>
                    </a:cubicBezTo>
                    <a:lnTo>
                      <a:pt x="689326" y="564917"/>
                    </a:lnTo>
                    <a:close/>
                    <a:moveTo>
                      <a:pt x="589694" y="1737444"/>
                    </a:moveTo>
                    <a:lnTo>
                      <a:pt x="98109" y="1737444"/>
                    </a:lnTo>
                    <a:lnTo>
                      <a:pt x="98109" y="1970045"/>
                    </a:lnTo>
                    <a:lnTo>
                      <a:pt x="589694" y="1970045"/>
                    </a:lnTo>
                    <a:lnTo>
                      <a:pt x="589694" y="1737444"/>
                    </a:lnTo>
                    <a:close/>
                    <a:moveTo>
                      <a:pt x="1824706" y="1736682"/>
                    </a:moveTo>
                    <a:lnTo>
                      <a:pt x="1334931" y="1736682"/>
                    </a:lnTo>
                    <a:lnTo>
                      <a:pt x="1334931" y="1969092"/>
                    </a:lnTo>
                    <a:lnTo>
                      <a:pt x="1824706" y="1969092"/>
                    </a:lnTo>
                    <a:lnTo>
                      <a:pt x="1824706" y="1736682"/>
                    </a:lnTo>
                    <a:close/>
                    <a:moveTo>
                      <a:pt x="689231" y="847142"/>
                    </a:moveTo>
                    <a:lnTo>
                      <a:pt x="1232727" y="847142"/>
                    </a:lnTo>
                    <a:lnTo>
                      <a:pt x="1232727" y="666263"/>
                    </a:lnTo>
                    <a:lnTo>
                      <a:pt x="689231" y="666263"/>
                    </a:lnTo>
                    <a:lnTo>
                      <a:pt x="689231" y="847142"/>
                    </a:lnTo>
                    <a:close/>
                    <a:moveTo>
                      <a:pt x="97442" y="847333"/>
                    </a:moveTo>
                    <a:lnTo>
                      <a:pt x="588456" y="847333"/>
                    </a:lnTo>
                    <a:lnTo>
                      <a:pt x="588456" y="665977"/>
                    </a:lnTo>
                    <a:lnTo>
                      <a:pt x="97538" y="665977"/>
                    </a:lnTo>
                    <a:lnTo>
                      <a:pt x="97538" y="847333"/>
                    </a:lnTo>
                    <a:close/>
                    <a:moveTo>
                      <a:pt x="1826325" y="665882"/>
                    </a:moveTo>
                    <a:lnTo>
                      <a:pt x="1334931" y="665882"/>
                    </a:lnTo>
                    <a:lnTo>
                      <a:pt x="1334931" y="845904"/>
                    </a:lnTo>
                    <a:lnTo>
                      <a:pt x="1826325" y="845904"/>
                    </a:lnTo>
                    <a:lnTo>
                      <a:pt x="1826325" y="665882"/>
                    </a:lnTo>
                    <a:close/>
                    <a:moveTo>
                      <a:pt x="1233489" y="947536"/>
                    </a:moveTo>
                    <a:lnTo>
                      <a:pt x="690374" y="947536"/>
                    </a:lnTo>
                    <a:lnTo>
                      <a:pt x="690374" y="1970711"/>
                    </a:lnTo>
                    <a:lnTo>
                      <a:pt x="1233489" y="1970711"/>
                    </a:lnTo>
                    <a:lnTo>
                      <a:pt x="1233489" y="947536"/>
                    </a:lnTo>
                    <a:close/>
                    <a:moveTo>
                      <a:pt x="588932" y="331554"/>
                    </a:moveTo>
                    <a:cubicBezTo>
                      <a:pt x="465012" y="409659"/>
                      <a:pt x="347474" y="483764"/>
                      <a:pt x="229935" y="557868"/>
                    </a:cubicBezTo>
                    <a:cubicBezTo>
                      <a:pt x="231364" y="560059"/>
                      <a:pt x="232697" y="562250"/>
                      <a:pt x="234126" y="564440"/>
                    </a:cubicBezTo>
                    <a:lnTo>
                      <a:pt x="588932" y="564440"/>
                    </a:lnTo>
                    <a:lnTo>
                      <a:pt x="588932" y="331649"/>
                    </a:lnTo>
                    <a:close/>
                    <a:moveTo>
                      <a:pt x="1688975" y="566250"/>
                    </a:moveTo>
                    <a:cubicBezTo>
                      <a:pt x="1690023" y="563107"/>
                      <a:pt x="1690975" y="559964"/>
                      <a:pt x="1692023" y="556820"/>
                    </a:cubicBezTo>
                    <a:cubicBezTo>
                      <a:pt x="1574675" y="483097"/>
                      <a:pt x="1457327" y="409373"/>
                      <a:pt x="1335026" y="332602"/>
                    </a:cubicBezTo>
                    <a:lnTo>
                      <a:pt x="1335026" y="566250"/>
                    </a:lnTo>
                    <a:lnTo>
                      <a:pt x="1688975" y="56625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="" xmlns:a16="http://schemas.microsoft.com/office/drawing/2014/main" id="{BBA80200-9307-16CD-6067-6CD6C2BE79E7}"/>
                  </a:ext>
                </a:extLst>
              </p:cNvPr>
              <p:cNvSpPr/>
              <p:nvPr/>
            </p:nvSpPr>
            <p:spPr>
              <a:xfrm>
                <a:off x="5847873" y="3363943"/>
                <a:ext cx="495109" cy="980694"/>
              </a:xfrm>
              <a:custGeom>
                <a:avLst/>
                <a:gdLst>
                  <a:gd name="connsiteX0" fmla="*/ 0 w 495109"/>
                  <a:gd name="connsiteY0" fmla="*/ 0 h 980694"/>
                  <a:gd name="connsiteX1" fmla="*/ 495110 w 495109"/>
                  <a:gd name="connsiteY1" fmla="*/ 0 h 980694"/>
                  <a:gd name="connsiteX2" fmla="*/ 495110 w 495109"/>
                  <a:gd name="connsiteY2" fmla="*/ 980694 h 980694"/>
                  <a:gd name="connsiteX3" fmla="*/ 0 w 495109"/>
                  <a:gd name="connsiteY3" fmla="*/ 980694 h 980694"/>
                  <a:gd name="connsiteX4" fmla="*/ 0 w 495109"/>
                  <a:gd name="connsiteY4" fmla="*/ 0 h 980694"/>
                  <a:gd name="connsiteX5" fmla="*/ 43244 w 495109"/>
                  <a:gd name="connsiteY5" fmla="*/ 45434 h 980694"/>
                  <a:gd name="connsiteX6" fmla="*/ 43244 w 495109"/>
                  <a:gd name="connsiteY6" fmla="*/ 934688 h 980694"/>
                  <a:gd name="connsiteX7" fmla="*/ 453009 w 495109"/>
                  <a:gd name="connsiteY7" fmla="*/ 934688 h 980694"/>
                  <a:gd name="connsiteX8" fmla="*/ 453009 w 495109"/>
                  <a:gd name="connsiteY8" fmla="*/ 45434 h 980694"/>
                  <a:gd name="connsiteX9" fmla="*/ 43244 w 495109"/>
                  <a:gd name="connsiteY9" fmla="*/ 45434 h 980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5109" h="980694">
                    <a:moveTo>
                      <a:pt x="0" y="0"/>
                    </a:moveTo>
                    <a:lnTo>
                      <a:pt x="495110" y="0"/>
                    </a:lnTo>
                    <a:lnTo>
                      <a:pt x="495110" y="980694"/>
                    </a:lnTo>
                    <a:lnTo>
                      <a:pt x="0" y="980694"/>
                    </a:lnTo>
                    <a:lnTo>
                      <a:pt x="0" y="0"/>
                    </a:lnTo>
                    <a:close/>
                    <a:moveTo>
                      <a:pt x="43244" y="45434"/>
                    </a:moveTo>
                    <a:lnTo>
                      <a:pt x="43244" y="934688"/>
                    </a:lnTo>
                    <a:lnTo>
                      <a:pt x="453009" y="934688"/>
                    </a:lnTo>
                    <a:lnTo>
                      <a:pt x="453009" y="45434"/>
                    </a:lnTo>
                    <a:lnTo>
                      <a:pt x="43244" y="4543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="" xmlns:a16="http://schemas.microsoft.com/office/drawing/2014/main" id="{1F687F5A-674C-3863-E3B0-8847A5F63C1D}"/>
                  </a:ext>
                </a:extLst>
              </p:cNvPr>
              <p:cNvSpPr/>
              <p:nvPr/>
            </p:nvSpPr>
            <p:spPr>
              <a:xfrm>
                <a:off x="5927759" y="3830273"/>
                <a:ext cx="43558" cy="48069"/>
              </a:xfrm>
              <a:prstGeom prst="ellipse">
                <a:avLst/>
              </a:pr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="" xmlns:a16="http://schemas.microsoft.com/office/drawing/2014/main" id="{9B42E240-8FAD-224C-B06C-CED959D78289}"/>
                </a:ext>
              </a:extLst>
            </p:cNvPr>
            <p:cNvSpPr/>
            <p:nvPr/>
          </p:nvSpPr>
          <p:spPr bwMode="auto">
            <a:xfrm flipH="1">
              <a:off x="1703505" y="1475027"/>
              <a:ext cx="2427543" cy="444525"/>
            </a:xfrm>
            <a:prstGeom prst="rect">
              <a:avLst/>
            </a:prstGeom>
            <a:solidFill>
              <a:srgbClr val="3A660E">
                <a:alpha val="16000"/>
              </a:srgb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IN" dirty="0">
                <a:latin typeface="Trebuchet MS" panose="020B0603020202020204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="" xmlns:a16="http://schemas.microsoft.com/office/drawing/2014/main" id="{4777AB29-CD74-0A81-6FA8-C8AEFBC1515E}"/>
                </a:ext>
              </a:extLst>
            </p:cNvPr>
            <p:cNvSpPr txBox="1"/>
            <p:nvPr/>
          </p:nvSpPr>
          <p:spPr>
            <a:xfrm flipH="1">
              <a:off x="1703505" y="1465702"/>
              <a:ext cx="250943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504000"/>
              <a:r>
                <a:rPr lang="ro-RO" sz="2400" b="1" dirty="0" smtClean="0">
                  <a:solidFill>
                    <a:srgbClr val="3A660E"/>
                  </a:solidFill>
                  <a:latin typeface="Trebuchet MS" panose="020B0603020202020204" pitchFamily="34" charset="0"/>
                  <a:ea typeface="Microsoft YaHei UI" panose="020B0503020204020204" pitchFamily="34" charset="-122"/>
                  <a:cs typeface="Times New Roman" panose="02020603050405020304" pitchFamily="18" charset="0"/>
                </a:rPr>
                <a:t>Accesibilitata</a:t>
              </a:r>
              <a:endParaRPr lang="en-IN" sz="2400" b="1" dirty="0">
                <a:solidFill>
                  <a:srgbClr val="3A660E"/>
                </a:solidFill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="" xmlns:a16="http://schemas.microsoft.com/office/drawing/2014/main" id="{B0A912EC-1BB4-E58B-D9CF-975ABC18FB3E}"/>
                </a:ext>
              </a:extLst>
            </p:cNvPr>
            <p:cNvSpPr/>
            <p:nvPr/>
          </p:nvSpPr>
          <p:spPr bwMode="auto">
            <a:xfrm flipH="1">
              <a:off x="4880316" y="4760889"/>
              <a:ext cx="2427543" cy="444525"/>
            </a:xfrm>
            <a:prstGeom prst="rect">
              <a:avLst/>
            </a:prstGeom>
            <a:solidFill>
              <a:srgbClr val="3A660E">
                <a:alpha val="16000"/>
              </a:srgb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IN" dirty="0">
                <a:latin typeface="Trebuchet MS" panose="020B0603020202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94F8CD9D-10E1-3244-1395-7D7B15A260D3}"/>
                </a:ext>
              </a:extLst>
            </p:cNvPr>
            <p:cNvSpPr txBox="1"/>
            <p:nvPr/>
          </p:nvSpPr>
          <p:spPr>
            <a:xfrm flipH="1">
              <a:off x="4880315" y="4741618"/>
              <a:ext cx="242754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504000"/>
              <a:r>
                <a:rPr lang="en-IN" sz="2400" b="1" dirty="0">
                  <a:solidFill>
                    <a:srgbClr val="3A660E"/>
                  </a:solidFill>
                  <a:latin typeface="Trebuchet MS" panose="020B0603020202020204" pitchFamily="34" charset="0"/>
                  <a:ea typeface="Microsoft YaHei UI" panose="020B0503020204020204" pitchFamily="34" charset="-122"/>
                  <a:cs typeface="Times New Roman" panose="02020603050405020304" pitchFamily="18" charset="0"/>
                </a:rPr>
                <a:t>Analiza </a:t>
              </a:r>
              <a:r>
                <a:rPr lang="en-IN" sz="2400" b="1" dirty="0" err="1">
                  <a:solidFill>
                    <a:srgbClr val="3A660E"/>
                  </a:solidFill>
                  <a:latin typeface="Trebuchet MS" panose="020B0603020202020204" pitchFamily="34" charset="0"/>
                  <a:ea typeface="Microsoft YaHei UI" panose="020B0503020204020204" pitchFamily="34" charset="-122"/>
                  <a:cs typeface="Times New Roman" panose="02020603050405020304" pitchFamily="18" charset="0"/>
                </a:rPr>
                <a:t>datelor</a:t>
              </a:r>
              <a:endParaRPr lang="en-IN" sz="2400" b="1" dirty="0">
                <a:solidFill>
                  <a:srgbClr val="3A660E"/>
                </a:solidFill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Title 8">
            <a:extLst>
              <a:ext uri="{FF2B5EF4-FFF2-40B4-BE49-F238E27FC236}">
                <a16:creationId xmlns="" xmlns:a16="http://schemas.microsoft.com/office/drawing/2014/main" id="{069D3A2A-1FF2-002E-7DBC-ABCF38C1B42A}"/>
              </a:ext>
            </a:extLst>
          </p:cNvPr>
          <p:cNvSpPr txBox="1">
            <a:spLocks/>
          </p:cNvSpPr>
          <p:nvPr/>
        </p:nvSpPr>
        <p:spPr>
          <a:xfrm>
            <a:off x="1769919" y="409361"/>
            <a:ext cx="8652159" cy="770400"/>
          </a:xfrm>
          <a:prstGeom prst="rect">
            <a:avLst/>
          </a:prstGeom>
        </p:spPr>
        <p:txBody>
          <a:bodyPr anchor="ctr"/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3A660E"/>
                </a:solidFill>
                <a:latin typeface="Oswald" pitchFamily="2" charset="0"/>
                <a:ea typeface="+mj-ea"/>
                <a:cs typeface="+mj-cs"/>
              </a:defRPr>
            </a:lvl1pPr>
          </a:lstStyle>
          <a:p>
            <a:r>
              <a:rPr lang="en-US" sz="4000" dirty="0"/>
              <a:t>Ce </a:t>
            </a:r>
            <a:r>
              <a:rPr lang="en-US" sz="4000" dirty="0" err="1"/>
              <a:t>rezolvă</a:t>
            </a:r>
            <a:r>
              <a:rPr lang="en-IN" sz="4000" dirty="0"/>
              <a:t>?</a:t>
            </a:r>
          </a:p>
        </p:txBody>
      </p:sp>
    </p:spTree>
    <p:extLst>
      <p:ext uri="{BB962C8B-B14F-4D97-AF65-F5344CB8AC3E}">
        <p14:creationId xmlns="" xmlns:p14="http://schemas.microsoft.com/office/powerpoint/2010/main" val="430376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90">
            <a:extLst>
              <a:ext uri="{FF2B5EF4-FFF2-40B4-BE49-F238E27FC236}">
                <a16:creationId xmlns="" xmlns:a16="http://schemas.microsoft.com/office/drawing/2014/main" id="{AC6175CD-990B-F59C-E1E9-4885A9FE9572}"/>
              </a:ext>
            </a:extLst>
          </p:cNvPr>
          <p:cNvGrpSpPr/>
          <p:nvPr/>
        </p:nvGrpSpPr>
        <p:grpSpPr>
          <a:xfrm>
            <a:off x="1800746" y="1458843"/>
            <a:ext cx="8078977" cy="4268284"/>
            <a:chOff x="1800746" y="1064698"/>
            <a:chExt cx="8078977" cy="4268284"/>
          </a:xfrm>
        </p:grpSpPr>
        <p:sp>
          <p:nvSpPr>
            <p:cNvPr id="6" name="Freeform: Shape 5">
              <a:extLst>
                <a:ext uri="{FF2B5EF4-FFF2-40B4-BE49-F238E27FC236}">
                  <a16:creationId xmlns="" xmlns:a16="http://schemas.microsoft.com/office/drawing/2014/main" id="{4CA143F0-83C8-6B24-3C0B-69D6C983F9EA}"/>
                </a:ext>
              </a:extLst>
            </p:cNvPr>
            <p:cNvSpPr/>
            <p:nvPr/>
          </p:nvSpPr>
          <p:spPr>
            <a:xfrm flipV="1">
              <a:off x="5317397" y="2509292"/>
              <a:ext cx="1563806" cy="2750370"/>
            </a:xfrm>
            <a:custGeom>
              <a:avLst/>
              <a:gdLst>
                <a:gd name="connsiteX0" fmla="*/ 454174 w 910387"/>
                <a:gd name="connsiteY0" fmla="*/ 1600866 h 1601157"/>
                <a:gd name="connsiteX1" fmla="*/ 457593 w 910387"/>
                <a:gd name="connsiteY1" fmla="*/ 1598967 h 1601157"/>
                <a:gd name="connsiteX2" fmla="*/ 473548 w 910387"/>
                <a:gd name="connsiteY2" fmla="*/ 1431811 h 1601157"/>
                <a:gd name="connsiteX3" fmla="*/ 477727 w 910387"/>
                <a:gd name="connsiteY3" fmla="*/ 1376725 h 1601157"/>
                <a:gd name="connsiteX4" fmla="*/ 484945 w 910387"/>
                <a:gd name="connsiteY4" fmla="*/ 1287449 h 1601157"/>
                <a:gd name="connsiteX5" fmla="*/ 492923 w 910387"/>
                <a:gd name="connsiteY5" fmla="*/ 1175379 h 1601157"/>
                <a:gd name="connsiteX6" fmla="*/ 506220 w 910387"/>
                <a:gd name="connsiteY6" fmla="*/ 1114595 h 1601157"/>
                <a:gd name="connsiteX7" fmla="*/ 521036 w 910387"/>
                <a:gd name="connsiteY7" fmla="*/ 1089521 h 1601157"/>
                <a:gd name="connsiteX8" fmla="*/ 585619 w 910387"/>
                <a:gd name="connsiteY8" fmla="*/ 1033296 h 1601157"/>
                <a:gd name="connsiteX9" fmla="*/ 610312 w 910387"/>
                <a:gd name="connsiteY9" fmla="*/ 1015821 h 1601157"/>
                <a:gd name="connsiteX10" fmla="*/ 618670 w 910387"/>
                <a:gd name="connsiteY10" fmla="*/ 1010122 h 1601157"/>
                <a:gd name="connsiteX11" fmla="*/ 671856 w 910387"/>
                <a:gd name="connsiteY11" fmla="*/ 974412 h 1601157"/>
                <a:gd name="connsiteX12" fmla="*/ 885740 w 910387"/>
                <a:gd name="connsiteY12" fmla="*/ 830430 h 1601157"/>
                <a:gd name="connsiteX13" fmla="*/ 895237 w 910387"/>
                <a:gd name="connsiteY13" fmla="*/ 822452 h 1601157"/>
                <a:gd name="connsiteX14" fmla="*/ 902835 w 910387"/>
                <a:gd name="connsiteY14" fmla="*/ 817133 h 1601157"/>
                <a:gd name="connsiteX15" fmla="*/ 905874 w 910387"/>
                <a:gd name="connsiteY15" fmla="*/ 806876 h 1601157"/>
                <a:gd name="connsiteX16" fmla="*/ 844331 w 910387"/>
                <a:gd name="connsiteY16" fmla="*/ 834989 h 1601157"/>
                <a:gd name="connsiteX17" fmla="*/ 726182 w 910387"/>
                <a:gd name="connsiteY17" fmla="*/ 892353 h 1601157"/>
                <a:gd name="connsiteX18" fmla="*/ 600815 w 910387"/>
                <a:gd name="connsiteY18" fmla="*/ 953137 h 1601157"/>
                <a:gd name="connsiteX19" fmla="*/ 485325 w 910387"/>
                <a:gd name="connsiteY19" fmla="*/ 1001765 h 1601157"/>
                <a:gd name="connsiteX20" fmla="*/ 479627 w 910387"/>
                <a:gd name="connsiteY20" fmla="*/ 979350 h 1601157"/>
                <a:gd name="connsiteX21" fmla="*/ 490644 w 910387"/>
                <a:gd name="connsiteY21" fmla="*/ 611608 h 1601157"/>
                <a:gd name="connsiteX22" fmla="*/ 496342 w 910387"/>
                <a:gd name="connsiteY22" fmla="*/ 440273 h 1601157"/>
                <a:gd name="connsiteX23" fmla="*/ 503940 w 910387"/>
                <a:gd name="connsiteY23" fmla="*/ 212333 h 1601157"/>
                <a:gd name="connsiteX24" fmla="*/ 507360 w 910387"/>
                <a:gd name="connsiteY24" fmla="*/ 78608 h 1601157"/>
                <a:gd name="connsiteX25" fmla="*/ 513818 w 910387"/>
                <a:gd name="connsiteY25" fmla="*/ 3768 h 1601157"/>
                <a:gd name="connsiteX26" fmla="*/ 526393 w 910387"/>
                <a:gd name="connsiteY26" fmla="*/ 893 h 1601157"/>
                <a:gd name="connsiteX27" fmla="*/ 541036 w 910387"/>
                <a:gd name="connsiteY27" fmla="*/ 0 h 1601157"/>
                <a:gd name="connsiteX28" fmla="*/ 392363 w 910387"/>
                <a:gd name="connsiteY28" fmla="*/ 0 h 1601157"/>
                <a:gd name="connsiteX29" fmla="*/ 403267 w 910387"/>
                <a:gd name="connsiteY29" fmla="*/ 1489 h 1601157"/>
                <a:gd name="connsiteX30" fmla="*/ 416564 w 910387"/>
                <a:gd name="connsiteY30" fmla="*/ 299710 h 1601157"/>
                <a:gd name="connsiteX31" fmla="*/ 422262 w 910387"/>
                <a:gd name="connsiteY31" fmla="*/ 474464 h 1601157"/>
                <a:gd name="connsiteX32" fmla="*/ 427961 w 910387"/>
                <a:gd name="connsiteY32" fmla="*/ 639720 h 1601157"/>
                <a:gd name="connsiteX33" fmla="*/ 435938 w 910387"/>
                <a:gd name="connsiteY33" fmla="*/ 888934 h 1601157"/>
                <a:gd name="connsiteX34" fmla="*/ 438218 w 910387"/>
                <a:gd name="connsiteY34" fmla="*/ 997966 h 1601157"/>
                <a:gd name="connsiteX35" fmla="*/ 296895 w 910387"/>
                <a:gd name="connsiteY35" fmla="*/ 943640 h 1601157"/>
                <a:gd name="connsiteX36" fmla="*/ 167729 w 910387"/>
                <a:gd name="connsiteY36" fmla="*/ 880956 h 1601157"/>
                <a:gd name="connsiteX37" fmla="*/ 62117 w 910387"/>
                <a:gd name="connsiteY37" fmla="*/ 829290 h 1601157"/>
                <a:gd name="connsiteX38" fmla="*/ 11970 w 910387"/>
                <a:gd name="connsiteY38" fmla="*/ 806876 h 1601157"/>
                <a:gd name="connsiteX39" fmla="*/ 5132 w 910387"/>
                <a:gd name="connsiteY39" fmla="*/ 802317 h 1601157"/>
                <a:gd name="connsiteX40" fmla="*/ 573 w 910387"/>
                <a:gd name="connsiteY40" fmla="*/ 800038 h 1601157"/>
                <a:gd name="connsiteX41" fmla="*/ 18049 w 910387"/>
                <a:gd name="connsiteY41" fmla="*/ 820172 h 1601157"/>
                <a:gd name="connsiteX42" fmla="*/ 69715 w 910387"/>
                <a:gd name="connsiteY42" fmla="*/ 854743 h 1601157"/>
                <a:gd name="connsiteX43" fmla="*/ 161271 w 910387"/>
                <a:gd name="connsiteY43" fmla="*/ 917427 h 1601157"/>
                <a:gd name="connsiteX44" fmla="*/ 217116 w 910387"/>
                <a:gd name="connsiteY44" fmla="*/ 955037 h 1601157"/>
                <a:gd name="connsiteX45" fmla="*/ 271062 w 910387"/>
                <a:gd name="connsiteY45" fmla="*/ 991507 h 1601157"/>
                <a:gd name="connsiteX46" fmla="*/ 393770 w 910387"/>
                <a:gd name="connsiteY46" fmla="*/ 1083823 h 1601157"/>
                <a:gd name="connsiteX47" fmla="*/ 406686 w 910387"/>
                <a:gd name="connsiteY47" fmla="*/ 1108896 h 1601157"/>
                <a:gd name="connsiteX48" fmla="*/ 423782 w 910387"/>
                <a:gd name="connsiteY48" fmla="*/ 1160183 h 1601157"/>
                <a:gd name="connsiteX49" fmla="*/ 427961 w 910387"/>
                <a:gd name="connsiteY49" fmla="*/ 1217168 h 1601157"/>
                <a:gd name="connsiteX50" fmla="*/ 433659 w 910387"/>
                <a:gd name="connsiteY50" fmla="*/ 1306444 h 1601157"/>
                <a:gd name="connsiteX51" fmla="*/ 450755 w 910387"/>
                <a:gd name="connsiteY51" fmla="*/ 1541982 h 1601157"/>
                <a:gd name="connsiteX52" fmla="*/ 454174 w 910387"/>
                <a:gd name="connsiteY52" fmla="*/ 1600866 h 1601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910387" h="1601157">
                  <a:moveTo>
                    <a:pt x="454174" y="1600866"/>
                  </a:moveTo>
                  <a:cubicBezTo>
                    <a:pt x="454554" y="1601626"/>
                    <a:pt x="456073" y="1600866"/>
                    <a:pt x="457593" y="1598967"/>
                  </a:cubicBezTo>
                  <a:cubicBezTo>
                    <a:pt x="461772" y="1594408"/>
                    <a:pt x="473548" y="1468661"/>
                    <a:pt x="473548" y="1431811"/>
                  </a:cubicBezTo>
                  <a:cubicBezTo>
                    <a:pt x="473928" y="1417375"/>
                    <a:pt x="475448" y="1392301"/>
                    <a:pt x="477727" y="1376725"/>
                  </a:cubicBezTo>
                  <a:cubicBezTo>
                    <a:pt x="479627" y="1361150"/>
                    <a:pt x="483046" y="1320880"/>
                    <a:pt x="484945" y="1287449"/>
                  </a:cubicBezTo>
                  <a:cubicBezTo>
                    <a:pt x="486465" y="1254018"/>
                    <a:pt x="490264" y="1203491"/>
                    <a:pt x="492923" y="1175379"/>
                  </a:cubicBezTo>
                  <a:cubicBezTo>
                    <a:pt x="496722" y="1130930"/>
                    <a:pt x="498622" y="1122953"/>
                    <a:pt x="506220" y="1114595"/>
                  </a:cubicBezTo>
                  <a:cubicBezTo>
                    <a:pt x="510779" y="1109276"/>
                    <a:pt x="517617" y="1097879"/>
                    <a:pt x="521036" y="1089521"/>
                  </a:cubicBezTo>
                  <a:cubicBezTo>
                    <a:pt x="527114" y="1073566"/>
                    <a:pt x="536232" y="1065588"/>
                    <a:pt x="585619" y="1033296"/>
                  </a:cubicBezTo>
                  <a:cubicBezTo>
                    <a:pt x="598156" y="1024938"/>
                    <a:pt x="609173" y="1016961"/>
                    <a:pt x="610312" y="1015821"/>
                  </a:cubicBezTo>
                  <a:cubicBezTo>
                    <a:pt x="611452" y="1014681"/>
                    <a:pt x="615251" y="1012402"/>
                    <a:pt x="618670" y="1010122"/>
                  </a:cubicBezTo>
                  <a:cubicBezTo>
                    <a:pt x="622089" y="1008223"/>
                    <a:pt x="646023" y="991887"/>
                    <a:pt x="671856" y="974412"/>
                  </a:cubicBezTo>
                  <a:cubicBezTo>
                    <a:pt x="793044" y="891594"/>
                    <a:pt x="877382" y="834989"/>
                    <a:pt x="885740" y="830430"/>
                  </a:cubicBezTo>
                  <a:cubicBezTo>
                    <a:pt x="891058" y="827770"/>
                    <a:pt x="895237" y="823971"/>
                    <a:pt x="895237" y="822452"/>
                  </a:cubicBezTo>
                  <a:cubicBezTo>
                    <a:pt x="895237" y="820552"/>
                    <a:pt x="898656" y="818273"/>
                    <a:pt x="902835" y="817133"/>
                  </a:cubicBezTo>
                  <a:cubicBezTo>
                    <a:pt x="910813" y="814854"/>
                    <a:pt x="913472" y="806876"/>
                    <a:pt x="905874" y="806876"/>
                  </a:cubicBezTo>
                  <a:cubicBezTo>
                    <a:pt x="903215" y="806876"/>
                    <a:pt x="875482" y="819413"/>
                    <a:pt x="844331" y="834989"/>
                  </a:cubicBezTo>
                  <a:cubicBezTo>
                    <a:pt x="812799" y="850185"/>
                    <a:pt x="759613" y="876018"/>
                    <a:pt x="726182" y="892353"/>
                  </a:cubicBezTo>
                  <a:cubicBezTo>
                    <a:pt x="692751" y="908309"/>
                    <a:pt x="636525" y="935662"/>
                    <a:pt x="600815" y="953137"/>
                  </a:cubicBezTo>
                  <a:cubicBezTo>
                    <a:pt x="494063" y="1005184"/>
                    <a:pt x="492164" y="1005943"/>
                    <a:pt x="485325" y="1001765"/>
                  </a:cubicBezTo>
                  <a:cubicBezTo>
                    <a:pt x="481146" y="999105"/>
                    <a:pt x="479247" y="992267"/>
                    <a:pt x="479627" y="979350"/>
                  </a:cubicBezTo>
                  <a:cubicBezTo>
                    <a:pt x="481526" y="877917"/>
                    <a:pt x="489124" y="618066"/>
                    <a:pt x="490644" y="611608"/>
                  </a:cubicBezTo>
                  <a:cubicBezTo>
                    <a:pt x="491784" y="607429"/>
                    <a:pt x="494443" y="530309"/>
                    <a:pt x="496342" y="440273"/>
                  </a:cubicBezTo>
                  <a:cubicBezTo>
                    <a:pt x="498622" y="350617"/>
                    <a:pt x="502041" y="248044"/>
                    <a:pt x="503940" y="212333"/>
                  </a:cubicBezTo>
                  <a:cubicBezTo>
                    <a:pt x="505840" y="177002"/>
                    <a:pt x="507360" y="116598"/>
                    <a:pt x="507360" y="78608"/>
                  </a:cubicBezTo>
                  <a:cubicBezTo>
                    <a:pt x="507739" y="21244"/>
                    <a:pt x="508879" y="8707"/>
                    <a:pt x="513818" y="3768"/>
                  </a:cubicBezTo>
                  <a:cubicBezTo>
                    <a:pt x="514982" y="2605"/>
                    <a:pt x="518090" y="1660"/>
                    <a:pt x="526393" y="893"/>
                  </a:cubicBezTo>
                  <a:lnTo>
                    <a:pt x="541036" y="0"/>
                  </a:lnTo>
                  <a:lnTo>
                    <a:pt x="392363" y="0"/>
                  </a:lnTo>
                  <a:lnTo>
                    <a:pt x="403267" y="1489"/>
                  </a:lnTo>
                  <a:cubicBezTo>
                    <a:pt x="407066" y="7567"/>
                    <a:pt x="412385" y="130655"/>
                    <a:pt x="416564" y="299710"/>
                  </a:cubicBezTo>
                  <a:cubicBezTo>
                    <a:pt x="418463" y="385567"/>
                    <a:pt x="421122" y="464207"/>
                    <a:pt x="422262" y="474464"/>
                  </a:cubicBezTo>
                  <a:cubicBezTo>
                    <a:pt x="423402" y="485101"/>
                    <a:pt x="426061" y="559181"/>
                    <a:pt x="427961" y="639720"/>
                  </a:cubicBezTo>
                  <a:cubicBezTo>
                    <a:pt x="429860" y="720259"/>
                    <a:pt x="433279" y="832329"/>
                    <a:pt x="435938" y="888934"/>
                  </a:cubicBezTo>
                  <a:cubicBezTo>
                    <a:pt x="438598" y="945159"/>
                    <a:pt x="439737" y="994546"/>
                    <a:pt x="438218" y="997966"/>
                  </a:cubicBezTo>
                  <a:cubicBezTo>
                    <a:pt x="433659" y="1010502"/>
                    <a:pt x="435938" y="1011262"/>
                    <a:pt x="296895" y="943640"/>
                  </a:cubicBezTo>
                  <a:cubicBezTo>
                    <a:pt x="259285" y="925025"/>
                    <a:pt x="201160" y="896912"/>
                    <a:pt x="167729" y="880956"/>
                  </a:cubicBezTo>
                  <a:cubicBezTo>
                    <a:pt x="134298" y="865001"/>
                    <a:pt x="86811" y="841827"/>
                    <a:pt x="62117" y="829290"/>
                  </a:cubicBezTo>
                  <a:cubicBezTo>
                    <a:pt x="37424" y="817133"/>
                    <a:pt x="14630" y="806876"/>
                    <a:pt x="11970" y="806876"/>
                  </a:cubicBezTo>
                  <a:cubicBezTo>
                    <a:pt x="9311" y="806876"/>
                    <a:pt x="6272" y="804597"/>
                    <a:pt x="5132" y="802317"/>
                  </a:cubicBezTo>
                  <a:cubicBezTo>
                    <a:pt x="4372" y="799658"/>
                    <a:pt x="2093" y="798518"/>
                    <a:pt x="573" y="800038"/>
                  </a:cubicBezTo>
                  <a:cubicBezTo>
                    <a:pt x="-2466" y="803077"/>
                    <a:pt x="7032" y="813714"/>
                    <a:pt x="18049" y="820172"/>
                  </a:cubicBezTo>
                  <a:cubicBezTo>
                    <a:pt x="21848" y="822072"/>
                    <a:pt x="45022" y="837648"/>
                    <a:pt x="69715" y="854743"/>
                  </a:cubicBezTo>
                  <a:cubicBezTo>
                    <a:pt x="94409" y="871459"/>
                    <a:pt x="135438" y="899951"/>
                    <a:pt x="161271" y="917427"/>
                  </a:cubicBezTo>
                  <a:cubicBezTo>
                    <a:pt x="187104" y="934902"/>
                    <a:pt x="212178" y="951998"/>
                    <a:pt x="217116" y="955037"/>
                  </a:cubicBezTo>
                  <a:cubicBezTo>
                    <a:pt x="222055" y="958076"/>
                    <a:pt x="245989" y="974412"/>
                    <a:pt x="271062" y="991507"/>
                  </a:cubicBezTo>
                  <a:cubicBezTo>
                    <a:pt x="396429" y="1076985"/>
                    <a:pt x="393770" y="1074705"/>
                    <a:pt x="393770" y="1083823"/>
                  </a:cubicBezTo>
                  <a:cubicBezTo>
                    <a:pt x="393770" y="1087242"/>
                    <a:pt x="399468" y="1098259"/>
                    <a:pt x="406686" y="1108896"/>
                  </a:cubicBezTo>
                  <a:cubicBezTo>
                    <a:pt x="417703" y="1124852"/>
                    <a:pt x="420742" y="1133210"/>
                    <a:pt x="423782" y="1160183"/>
                  </a:cubicBezTo>
                  <a:cubicBezTo>
                    <a:pt x="426061" y="1177658"/>
                    <a:pt x="427961" y="1203491"/>
                    <a:pt x="427961" y="1217168"/>
                  </a:cubicBezTo>
                  <a:cubicBezTo>
                    <a:pt x="427961" y="1230844"/>
                    <a:pt x="430240" y="1271113"/>
                    <a:pt x="433659" y="1306444"/>
                  </a:cubicBezTo>
                  <a:cubicBezTo>
                    <a:pt x="442397" y="1407497"/>
                    <a:pt x="447715" y="1480058"/>
                    <a:pt x="450755" y="1541982"/>
                  </a:cubicBezTo>
                  <a:cubicBezTo>
                    <a:pt x="452654" y="1573513"/>
                    <a:pt x="453794" y="1599727"/>
                    <a:pt x="454174" y="1600866"/>
                  </a:cubicBezTo>
                  <a:close/>
                </a:path>
              </a:pathLst>
            </a:custGeom>
            <a:solidFill>
              <a:schemeClr val="accent4"/>
            </a:solidFill>
            <a:ln w="3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>
                <a:latin typeface="Trebuchet MS" panose="020B0603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="" xmlns:a16="http://schemas.microsoft.com/office/drawing/2014/main" id="{40882B8D-12DA-2E3B-4BBC-2DDCA7A0C0AA}"/>
                </a:ext>
              </a:extLst>
            </p:cNvPr>
            <p:cNvSpPr/>
            <p:nvPr/>
          </p:nvSpPr>
          <p:spPr>
            <a:xfrm flipV="1">
              <a:off x="4841221" y="4921167"/>
              <a:ext cx="2516156" cy="411815"/>
            </a:xfrm>
            <a:custGeom>
              <a:avLst/>
              <a:gdLst>
                <a:gd name="connsiteX0" fmla="*/ 1614711 w 3528817"/>
                <a:gd name="connsiteY0" fmla="*/ 756752 h 756752"/>
                <a:gd name="connsiteX1" fmla="*/ 1959039 w 3528817"/>
                <a:gd name="connsiteY1" fmla="*/ 756752 h 756752"/>
                <a:gd name="connsiteX2" fmla="*/ 1964526 w 3528817"/>
                <a:gd name="connsiteY2" fmla="*/ 755707 h 756752"/>
                <a:gd name="connsiteX3" fmla="*/ 2146977 w 3528817"/>
                <a:gd name="connsiteY3" fmla="*/ 697485 h 756752"/>
                <a:gd name="connsiteX4" fmla="*/ 2239433 w 3528817"/>
                <a:gd name="connsiteY4" fmla="*/ 645669 h 756752"/>
                <a:gd name="connsiteX5" fmla="*/ 2267373 w 3528817"/>
                <a:gd name="connsiteY5" fmla="*/ 622301 h 756752"/>
                <a:gd name="connsiteX6" fmla="*/ 2303441 w 3528817"/>
                <a:gd name="connsiteY6" fmla="*/ 589789 h 756752"/>
                <a:gd name="connsiteX7" fmla="*/ 2349161 w 3528817"/>
                <a:gd name="connsiteY7" fmla="*/ 579629 h 756752"/>
                <a:gd name="connsiteX8" fmla="*/ 2598589 w 3528817"/>
                <a:gd name="connsiteY8" fmla="*/ 572009 h 756752"/>
                <a:gd name="connsiteX9" fmla="*/ 2959269 w 3528817"/>
                <a:gd name="connsiteY9" fmla="*/ 356109 h 756752"/>
                <a:gd name="connsiteX10" fmla="*/ 3035469 w 3528817"/>
                <a:gd name="connsiteY10" fmla="*/ 352553 h 756752"/>
                <a:gd name="connsiteX11" fmla="*/ 3135037 w 3528817"/>
                <a:gd name="connsiteY11" fmla="*/ 345441 h 756752"/>
                <a:gd name="connsiteX12" fmla="*/ 3183297 w 3528817"/>
                <a:gd name="connsiteY12" fmla="*/ 335281 h 756752"/>
                <a:gd name="connsiteX13" fmla="*/ 3275753 w 3528817"/>
                <a:gd name="connsiteY13" fmla="*/ 303277 h 756752"/>
                <a:gd name="connsiteX14" fmla="*/ 3524673 w 3528817"/>
                <a:gd name="connsiteY14" fmla="*/ 39625 h 756752"/>
                <a:gd name="connsiteX15" fmla="*/ 3528229 w 3528817"/>
                <a:gd name="connsiteY15" fmla="*/ 7621 h 756752"/>
                <a:gd name="connsiteX16" fmla="*/ 1764453 w 3528817"/>
                <a:gd name="connsiteY16" fmla="*/ 0 h 756752"/>
                <a:gd name="connsiteX17" fmla="*/ 677 w 3528817"/>
                <a:gd name="connsiteY17" fmla="*/ 8129 h 756752"/>
                <a:gd name="connsiteX18" fmla="*/ 31665 w 3528817"/>
                <a:gd name="connsiteY18" fmla="*/ 104141 h 756752"/>
                <a:gd name="connsiteX19" fmla="*/ 177461 w 3528817"/>
                <a:gd name="connsiteY19" fmla="*/ 247905 h 756752"/>
                <a:gd name="connsiteX20" fmla="*/ 229277 w 3528817"/>
                <a:gd name="connsiteY20" fmla="*/ 274321 h 756752"/>
                <a:gd name="connsiteX21" fmla="*/ 239945 w 3528817"/>
                <a:gd name="connsiteY21" fmla="*/ 278893 h 756752"/>
                <a:gd name="connsiteX22" fmla="*/ 277029 w 3528817"/>
                <a:gd name="connsiteY22" fmla="*/ 294133 h 756752"/>
                <a:gd name="connsiteX23" fmla="*/ 327321 w 3528817"/>
                <a:gd name="connsiteY23" fmla="*/ 309881 h 756752"/>
                <a:gd name="connsiteX24" fmla="*/ 472609 w 3528817"/>
                <a:gd name="connsiteY24" fmla="*/ 329185 h 756752"/>
                <a:gd name="connsiteX25" fmla="*/ 528489 w 3528817"/>
                <a:gd name="connsiteY25" fmla="*/ 335281 h 756752"/>
                <a:gd name="connsiteX26" fmla="*/ 540173 w 3528817"/>
                <a:gd name="connsiteY26" fmla="*/ 358141 h 756752"/>
                <a:gd name="connsiteX27" fmla="*/ 560493 w 3528817"/>
                <a:gd name="connsiteY27" fmla="*/ 393701 h 756752"/>
                <a:gd name="connsiteX28" fmla="*/ 664125 w 3528817"/>
                <a:gd name="connsiteY28" fmla="*/ 496825 h 756752"/>
                <a:gd name="connsiteX29" fmla="*/ 798237 w 3528817"/>
                <a:gd name="connsiteY29" fmla="*/ 564389 h 756752"/>
                <a:gd name="connsiteX30" fmla="*/ 1034965 w 3528817"/>
                <a:gd name="connsiteY30" fmla="*/ 604521 h 756752"/>
                <a:gd name="connsiteX31" fmla="*/ 1199557 w 3528817"/>
                <a:gd name="connsiteY31" fmla="*/ 583693 h 756752"/>
                <a:gd name="connsiteX32" fmla="*/ 1251373 w 3528817"/>
                <a:gd name="connsiteY32" fmla="*/ 577597 h 756752"/>
                <a:gd name="connsiteX33" fmla="*/ 1285409 w 3528817"/>
                <a:gd name="connsiteY33" fmla="*/ 607061 h 756752"/>
                <a:gd name="connsiteX34" fmla="*/ 1347893 w 3528817"/>
                <a:gd name="connsiteY34" fmla="*/ 656337 h 756752"/>
                <a:gd name="connsiteX35" fmla="*/ 1467273 w 3528817"/>
                <a:gd name="connsiteY35" fmla="*/ 716281 h 756752"/>
                <a:gd name="connsiteX36" fmla="*/ 1488609 w 3528817"/>
                <a:gd name="connsiteY36" fmla="*/ 723393 h 756752"/>
                <a:gd name="connsiteX37" fmla="*/ 1586653 w 3528817"/>
                <a:gd name="connsiteY37" fmla="*/ 751333 h 756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528817" h="756752">
                  <a:moveTo>
                    <a:pt x="1614711" y="756752"/>
                  </a:moveTo>
                  <a:lnTo>
                    <a:pt x="1959039" y="756752"/>
                  </a:lnTo>
                  <a:lnTo>
                    <a:pt x="1964526" y="755707"/>
                  </a:lnTo>
                  <a:cubicBezTo>
                    <a:pt x="2018771" y="743872"/>
                    <a:pt x="2103162" y="717678"/>
                    <a:pt x="2146977" y="697485"/>
                  </a:cubicBezTo>
                  <a:cubicBezTo>
                    <a:pt x="2181013" y="681737"/>
                    <a:pt x="2233337" y="652273"/>
                    <a:pt x="2239433" y="645669"/>
                  </a:cubicBezTo>
                  <a:cubicBezTo>
                    <a:pt x="2240957" y="643637"/>
                    <a:pt x="2253149" y="633477"/>
                    <a:pt x="2267373" y="622301"/>
                  </a:cubicBezTo>
                  <a:cubicBezTo>
                    <a:pt x="2281089" y="611125"/>
                    <a:pt x="2297345" y="596393"/>
                    <a:pt x="2303441" y="589789"/>
                  </a:cubicBezTo>
                  <a:cubicBezTo>
                    <a:pt x="2313093" y="578613"/>
                    <a:pt x="2317157" y="577597"/>
                    <a:pt x="2349161" y="579629"/>
                  </a:cubicBezTo>
                  <a:cubicBezTo>
                    <a:pt x="2432473" y="584201"/>
                    <a:pt x="2558965" y="580645"/>
                    <a:pt x="2598589" y="572009"/>
                  </a:cubicBezTo>
                  <a:cubicBezTo>
                    <a:pt x="2768261" y="534417"/>
                    <a:pt x="2877989" y="468885"/>
                    <a:pt x="2959269" y="356109"/>
                  </a:cubicBezTo>
                  <a:cubicBezTo>
                    <a:pt x="2959777" y="355093"/>
                    <a:pt x="2994321" y="353569"/>
                    <a:pt x="3035469" y="352553"/>
                  </a:cubicBezTo>
                  <a:cubicBezTo>
                    <a:pt x="3077125" y="351537"/>
                    <a:pt x="3121829" y="348489"/>
                    <a:pt x="3135037" y="345441"/>
                  </a:cubicBezTo>
                  <a:cubicBezTo>
                    <a:pt x="3148245" y="342901"/>
                    <a:pt x="3169581" y="337821"/>
                    <a:pt x="3183297" y="335281"/>
                  </a:cubicBezTo>
                  <a:cubicBezTo>
                    <a:pt x="3210221" y="329693"/>
                    <a:pt x="3221905" y="325629"/>
                    <a:pt x="3275753" y="303277"/>
                  </a:cubicBezTo>
                  <a:cubicBezTo>
                    <a:pt x="3407325" y="248413"/>
                    <a:pt x="3494701" y="156465"/>
                    <a:pt x="3524673" y="39625"/>
                  </a:cubicBezTo>
                  <a:cubicBezTo>
                    <a:pt x="3528229" y="26417"/>
                    <a:pt x="3529753" y="12193"/>
                    <a:pt x="3528229" y="7621"/>
                  </a:cubicBezTo>
                  <a:cubicBezTo>
                    <a:pt x="3525181" y="1016"/>
                    <a:pt x="3342301" y="0"/>
                    <a:pt x="1764453" y="0"/>
                  </a:cubicBezTo>
                  <a:cubicBezTo>
                    <a:pt x="138345" y="0"/>
                    <a:pt x="3725" y="508"/>
                    <a:pt x="677" y="8129"/>
                  </a:cubicBezTo>
                  <a:cubicBezTo>
                    <a:pt x="-3387" y="18797"/>
                    <a:pt x="11345" y="64009"/>
                    <a:pt x="31665" y="104141"/>
                  </a:cubicBezTo>
                  <a:cubicBezTo>
                    <a:pt x="54017" y="147321"/>
                    <a:pt x="122089" y="214885"/>
                    <a:pt x="177461" y="247905"/>
                  </a:cubicBezTo>
                  <a:cubicBezTo>
                    <a:pt x="201845" y="262637"/>
                    <a:pt x="225213" y="274321"/>
                    <a:pt x="229277" y="274321"/>
                  </a:cubicBezTo>
                  <a:cubicBezTo>
                    <a:pt x="233849" y="274321"/>
                    <a:pt x="238421" y="276353"/>
                    <a:pt x="239945" y="278893"/>
                  </a:cubicBezTo>
                  <a:cubicBezTo>
                    <a:pt x="241469" y="280925"/>
                    <a:pt x="258233" y="288037"/>
                    <a:pt x="277029" y="294133"/>
                  </a:cubicBezTo>
                  <a:cubicBezTo>
                    <a:pt x="295825" y="300229"/>
                    <a:pt x="318685" y="307341"/>
                    <a:pt x="327321" y="309881"/>
                  </a:cubicBezTo>
                  <a:cubicBezTo>
                    <a:pt x="350181" y="317501"/>
                    <a:pt x="410125" y="325121"/>
                    <a:pt x="472609" y="329185"/>
                  </a:cubicBezTo>
                  <a:cubicBezTo>
                    <a:pt x="502073" y="331217"/>
                    <a:pt x="527473" y="333757"/>
                    <a:pt x="528489" y="335281"/>
                  </a:cubicBezTo>
                  <a:cubicBezTo>
                    <a:pt x="529505" y="336805"/>
                    <a:pt x="534585" y="346965"/>
                    <a:pt x="540173" y="358141"/>
                  </a:cubicBezTo>
                  <a:cubicBezTo>
                    <a:pt x="545761" y="369317"/>
                    <a:pt x="554905" y="385065"/>
                    <a:pt x="560493" y="393701"/>
                  </a:cubicBezTo>
                  <a:cubicBezTo>
                    <a:pt x="578781" y="420625"/>
                    <a:pt x="634661" y="476505"/>
                    <a:pt x="664125" y="496825"/>
                  </a:cubicBezTo>
                  <a:cubicBezTo>
                    <a:pt x="694605" y="517653"/>
                    <a:pt x="770805" y="556261"/>
                    <a:pt x="798237" y="564389"/>
                  </a:cubicBezTo>
                  <a:cubicBezTo>
                    <a:pt x="865293" y="585217"/>
                    <a:pt x="979085" y="604521"/>
                    <a:pt x="1034965" y="604521"/>
                  </a:cubicBezTo>
                  <a:cubicBezTo>
                    <a:pt x="1073573" y="604521"/>
                    <a:pt x="1147233" y="595377"/>
                    <a:pt x="1199557" y="583693"/>
                  </a:cubicBezTo>
                  <a:cubicBezTo>
                    <a:pt x="1223941" y="578105"/>
                    <a:pt x="1247309" y="575565"/>
                    <a:pt x="1251373" y="577597"/>
                  </a:cubicBezTo>
                  <a:cubicBezTo>
                    <a:pt x="1254929" y="580137"/>
                    <a:pt x="1270169" y="593345"/>
                    <a:pt x="1285409" y="607061"/>
                  </a:cubicBezTo>
                  <a:cubicBezTo>
                    <a:pt x="1300141" y="621285"/>
                    <a:pt x="1328589" y="643637"/>
                    <a:pt x="1347893" y="656337"/>
                  </a:cubicBezTo>
                  <a:cubicBezTo>
                    <a:pt x="1381929" y="678181"/>
                    <a:pt x="1457113" y="716281"/>
                    <a:pt x="1467273" y="716281"/>
                  </a:cubicBezTo>
                  <a:cubicBezTo>
                    <a:pt x="1469813" y="716281"/>
                    <a:pt x="1479465" y="719329"/>
                    <a:pt x="1488609" y="723393"/>
                  </a:cubicBezTo>
                  <a:cubicBezTo>
                    <a:pt x="1504865" y="730505"/>
                    <a:pt x="1534329" y="738633"/>
                    <a:pt x="1586653" y="751333"/>
                  </a:cubicBezTo>
                  <a:close/>
                </a:path>
              </a:pathLst>
            </a:custGeom>
            <a:solidFill>
              <a:schemeClr val="accent4"/>
            </a:solidFill>
            <a:ln w="50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>
                <a:latin typeface="Trebuchet MS" panose="020B0603020202020204" pitchFamily="34" charset="0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="" xmlns:a16="http://schemas.microsoft.com/office/drawing/2014/main" id="{B8695CCB-5261-83BB-78F6-E4A24A999DE1}"/>
                </a:ext>
              </a:extLst>
            </p:cNvPr>
            <p:cNvGrpSpPr/>
            <p:nvPr/>
          </p:nvGrpSpPr>
          <p:grpSpPr>
            <a:xfrm>
              <a:off x="4388619" y="3140789"/>
              <a:ext cx="597906" cy="600127"/>
              <a:chOff x="4459726" y="3483852"/>
              <a:chExt cx="597906" cy="600127"/>
            </a:xfrm>
            <a:solidFill>
              <a:schemeClr val="accent4"/>
            </a:solidFill>
          </p:grpSpPr>
          <p:sp>
            <p:nvSpPr>
              <p:cNvPr id="72" name="Freeform: Shape 71">
                <a:extLst>
                  <a:ext uri="{FF2B5EF4-FFF2-40B4-BE49-F238E27FC236}">
                    <a16:creationId xmlns="" xmlns:a16="http://schemas.microsoft.com/office/drawing/2014/main" id="{00AC20DC-7086-F700-0541-226575182652}"/>
                  </a:ext>
                </a:extLst>
              </p:cNvPr>
              <p:cNvSpPr/>
              <p:nvPr/>
            </p:nvSpPr>
            <p:spPr>
              <a:xfrm flipV="1">
                <a:off x="4899027" y="3483852"/>
                <a:ext cx="15069" cy="48747"/>
              </a:xfrm>
              <a:custGeom>
                <a:avLst/>
                <a:gdLst>
                  <a:gd name="connsiteX0" fmla="*/ -387 w 16248"/>
                  <a:gd name="connsiteY0" fmla="*/ 45821 h 52560"/>
                  <a:gd name="connsiteX1" fmla="*/ -3366 w 16248"/>
                  <a:gd name="connsiteY1" fmla="*/ 21720 h 52560"/>
                  <a:gd name="connsiteX2" fmla="*/ -929 w 16248"/>
                  <a:gd name="connsiteY2" fmla="*/ -2517 h 52560"/>
                  <a:gd name="connsiteX3" fmla="*/ 9903 w 16248"/>
                  <a:gd name="connsiteY3" fmla="*/ -2652 h 52560"/>
                  <a:gd name="connsiteX4" fmla="*/ 12882 w 16248"/>
                  <a:gd name="connsiteY4" fmla="*/ 21043 h 52560"/>
                  <a:gd name="connsiteX5" fmla="*/ 10174 w 16248"/>
                  <a:gd name="connsiteY5" fmla="*/ 45279 h 52560"/>
                  <a:gd name="connsiteX6" fmla="*/ -387 w 16248"/>
                  <a:gd name="connsiteY6" fmla="*/ 45821 h 52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248" h="52560">
                    <a:moveTo>
                      <a:pt x="-387" y="45821"/>
                    </a:moveTo>
                    <a:cubicBezTo>
                      <a:pt x="-3231" y="43790"/>
                      <a:pt x="-3366" y="42978"/>
                      <a:pt x="-3366" y="21720"/>
                    </a:cubicBezTo>
                    <a:cubicBezTo>
                      <a:pt x="-3366" y="2087"/>
                      <a:pt x="-3095" y="-621"/>
                      <a:pt x="-929" y="-2517"/>
                    </a:cubicBezTo>
                    <a:cubicBezTo>
                      <a:pt x="2185" y="-5360"/>
                      <a:pt x="5977" y="-5496"/>
                      <a:pt x="9903" y="-2652"/>
                    </a:cubicBezTo>
                    <a:cubicBezTo>
                      <a:pt x="12747" y="-621"/>
                      <a:pt x="12882" y="191"/>
                      <a:pt x="12882" y="21043"/>
                    </a:cubicBezTo>
                    <a:cubicBezTo>
                      <a:pt x="12882" y="40811"/>
                      <a:pt x="12611" y="42842"/>
                      <a:pt x="10174" y="45279"/>
                    </a:cubicBezTo>
                    <a:cubicBezTo>
                      <a:pt x="6924" y="48529"/>
                      <a:pt x="3675" y="48664"/>
                      <a:pt x="-387" y="45821"/>
                    </a:cubicBezTo>
                    <a:close/>
                  </a:path>
                </a:pathLst>
              </a:custGeom>
              <a:grpFill/>
              <a:ln w="1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Trebuchet MS" panose="020B0603020202020204" pitchFamily="34" charset="0"/>
                </a:endParaRPr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="" xmlns:a16="http://schemas.microsoft.com/office/drawing/2014/main" id="{66D269FD-D234-0EBD-441D-21B34F142716}"/>
                  </a:ext>
                </a:extLst>
              </p:cNvPr>
              <p:cNvSpPr/>
              <p:nvPr/>
            </p:nvSpPr>
            <p:spPr>
              <a:xfrm flipV="1">
                <a:off x="4797309" y="3526179"/>
                <a:ext cx="38929" cy="39186"/>
              </a:xfrm>
              <a:custGeom>
                <a:avLst/>
                <a:gdLst>
                  <a:gd name="connsiteX0" fmla="*/ -556 w 41974"/>
                  <a:gd name="connsiteY0" fmla="*/ 35442 h 42251"/>
                  <a:gd name="connsiteX1" fmla="*/ -2723 w 41974"/>
                  <a:gd name="connsiteY1" fmla="*/ 29079 h 42251"/>
                  <a:gd name="connsiteX2" fmla="*/ 12036 w 41974"/>
                  <a:gd name="connsiteY2" fmla="*/ 10258 h 42251"/>
                  <a:gd name="connsiteX3" fmla="*/ 36408 w 41974"/>
                  <a:gd name="connsiteY3" fmla="*/ -845 h 42251"/>
                  <a:gd name="connsiteX4" fmla="*/ 39252 w 41974"/>
                  <a:gd name="connsiteY4" fmla="*/ 4842 h 42251"/>
                  <a:gd name="connsiteX5" fmla="*/ 24087 w 41974"/>
                  <a:gd name="connsiteY5" fmla="*/ 22309 h 42251"/>
                  <a:gd name="connsiteX6" fmla="*/ -556 w 41974"/>
                  <a:gd name="connsiteY6" fmla="*/ 35442 h 42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974" h="42251">
                    <a:moveTo>
                      <a:pt x="-556" y="35442"/>
                    </a:moveTo>
                    <a:cubicBezTo>
                      <a:pt x="-1775" y="34359"/>
                      <a:pt x="-2723" y="31380"/>
                      <a:pt x="-2723" y="29079"/>
                    </a:cubicBezTo>
                    <a:cubicBezTo>
                      <a:pt x="-2723" y="25423"/>
                      <a:pt x="-556" y="22579"/>
                      <a:pt x="12036" y="10258"/>
                    </a:cubicBezTo>
                    <a:cubicBezTo>
                      <a:pt x="28149" y="-5855"/>
                      <a:pt x="31398" y="-7209"/>
                      <a:pt x="36408" y="-845"/>
                    </a:cubicBezTo>
                    <a:cubicBezTo>
                      <a:pt x="38033" y="1186"/>
                      <a:pt x="39252" y="3759"/>
                      <a:pt x="39252" y="4842"/>
                    </a:cubicBezTo>
                    <a:cubicBezTo>
                      <a:pt x="39252" y="5925"/>
                      <a:pt x="32482" y="13778"/>
                      <a:pt x="24087" y="22309"/>
                    </a:cubicBezTo>
                    <a:cubicBezTo>
                      <a:pt x="8245" y="38421"/>
                      <a:pt x="4318" y="40452"/>
                      <a:pt x="-556" y="35442"/>
                    </a:cubicBezTo>
                    <a:close/>
                  </a:path>
                </a:pathLst>
              </a:custGeom>
              <a:grpFill/>
              <a:ln w="1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Trebuchet MS" panose="020B0603020202020204" pitchFamily="34" charset="0"/>
                </a:endParaRPr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="" xmlns:a16="http://schemas.microsoft.com/office/drawing/2014/main" id="{F87D90AD-21C2-387F-A2D6-6B4FEDC08C70}"/>
                  </a:ext>
                </a:extLst>
              </p:cNvPr>
              <p:cNvSpPr/>
              <p:nvPr/>
            </p:nvSpPr>
            <p:spPr>
              <a:xfrm flipV="1">
                <a:off x="4977031" y="3526412"/>
                <a:ext cx="38961" cy="38785"/>
              </a:xfrm>
              <a:custGeom>
                <a:avLst/>
                <a:gdLst>
                  <a:gd name="connsiteX0" fmla="*/ 10997 w 42009"/>
                  <a:gd name="connsiteY0" fmla="*/ 22128 h 41819"/>
                  <a:gd name="connsiteX1" fmla="*/ -1459 w 42009"/>
                  <a:gd name="connsiteY1" fmla="*/ -1838 h 41819"/>
                  <a:gd name="connsiteX2" fmla="*/ 22506 w 42009"/>
                  <a:gd name="connsiteY2" fmla="*/ 10619 h 41819"/>
                  <a:gd name="connsiteX3" fmla="*/ 35369 w 42009"/>
                  <a:gd name="connsiteY3" fmla="*/ 35126 h 41819"/>
                  <a:gd name="connsiteX4" fmla="*/ 10997 w 42009"/>
                  <a:gd name="connsiteY4" fmla="*/ 22128 h 41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009" h="41819">
                    <a:moveTo>
                      <a:pt x="10997" y="22128"/>
                    </a:moveTo>
                    <a:cubicBezTo>
                      <a:pt x="-4980" y="6015"/>
                      <a:pt x="-6469" y="3172"/>
                      <a:pt x="-1459" y="-1838"/>
                    </a:cubicBezTo>
                    <a:cubicBezTo>
                      <a:pt x="3550" y="-6848"/>
                      <a:pt x="6258" y="-5358"/>
                      <a:pt x="22506" y="10619"/>
                    </a:cubicBezTo>
                    <a:cubicBezTo>
                      <a:pt x="38754" y="26596"/>
                      <a:pt x="40650" y="30387"/>
                      <a:pt x="35369" y="35126"/>
                    </a:cubicBezTo>
                    <a:cubicBezTo>
                      <a:pt x="30224" y="39865"/>
                      <a:pt x="26975" y="38105"/>
                      <a:pt x="10997" y="22128"/>
                    </a:cubicBezTo>
                    <a:close/>
                  </a:path>
                </a:pathLst>
              </a:custGeom>
              <a:grpFill/>
              <a:ln w="1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Trebuchet MS" panose="020B0603020202020204" pitchFamily="34" charset="0"/>
                </a:endParaRPr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="" xmlns:a16="http://schemas.microsoft.com/office/drawing/2014/main" id="{0C0794D3-58BC-CD5F-947E-3EA93CDC5DB5}"/>
                  </a:ext>
                </a:extLst>
              </p:cNvPr>
              <p:cNvSpPr/>
              <p:nvPr/>
            </p:nvSpPr>
            <p:spPr>
              <a:xfrm flipV="1">
                <a:off x="4560167" y="3549150"/>
                <a:ext cx="176630" cy="304183"/>
              </a:xfrm>
              <a:custGeom>
                <a:avLst/>
                <a:gdLst>
                  <a:gd name="connsiteX0" fmla="*/ 99276 w 190446"/>
                  <a:gd name="connsiteY0" fmla="*/ 322113 h 327976"/>
                  <a:gd name="connsiteX1" fmla="*/ 47553 w 190446"/>
                  <a:gd name="connsiteY1" fmla="*/ 238436 h 327976"/>
                  <a:gd name="connsiteX2" fmla="*/ -1326 w 190446"/>
                  <a:gd name="connsiteY2" fmla="*/ 151103 h 327976"/>
                  <a:gd name="connsiteX3" fmla="*/ 1247 w 190446"/>
                  <a:gd name="connsiteY3" fmla="*/ 139593 h 327976"/>
                  <a:gd name="connsiteX4" fmla="*/ 39971 w 190446"/>
                  <a:gd name="connsiteY4" fmla="*/ 130115 h 327976"/>
                  <a:gd name="connsiteX5" fmla="*/ 65968 w 190446"/>
                  <a:gd name="connsiteY5" fmla="*/ 130115 h 327976"/>
                  <a:gd name="connsiteX6" fmla="*/ 65968 w 190446"/>
                  <a:gd name="connsiteY6" fmla="*/ 68508 h 327976"/>
                  <a:gd name="connsiteX7" fmla="*/ 67457 w 190446"/>
                  <a:gd name="connsiteY7" fmla="*/ 3787 h 327976"/>
                  <a:gd name="connsiteX8" fmla="*/ 88309 w 190446"/>
                  <a:gd name="connsiteY8" fmla="*/ 402 h 327976"/>
                  <a:gd name="connsiteX9" fmla="*/ 188641 w 190446"/>
                  <a:gd name="connsiteY9" fmla="*/ 168569 h 327976"/>
                  <a:gd name="connsiteX10" fmla="*/ 177402 w 190446"/>
                  <a:gd name="connsiteY10" fmla="*/ 189556 h 327976"/>
                  <a:gd name="connsiteX11" fmla="*/ 148021 w 190446"/>
                  <a:gd name="connsiteY11" fmla="*/ 191046 h 327976"/>
                  <a:gd name="connsiteX12" fmla="*/ 121482 w 190446"/>
                  <a:gd name="connsiteY12" fmla="*/ 191046 h 327976"/>
                  <a:gd name="connsiteX13" fmla="*/ 121482 w 190446"/>
                  <a:gd name="connsiteY13" fmla="*/ 252653 h 327976"/>
                  <a:gd name="connsiteX14" fmla="*/ 119857 w 190446"/>
                  <a:gd name="connsiteY14" fmla="*/ 317645 h 327976"/>
                  <a:gd name="connsiteX15" fmla="*/ 99276 w 190446"/>
                  <a:gd name="connsiteY15" fmla="*/ 322113 h 327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0446" h="327976">
                    <a:moveTo>
                      <a:pt x="99276" y="322113"/>
                    </a:moveTo>
                    <a:cubicBezTo>
                      <a:pt x="97381" y="320353"/>
                      <a:pt x="74092" y="282712"/>
                      <a:pt x="47553" y="238436"/>
                    </a:cubicBezTo>
                    <a:cubicBezTo>
                      <a:pt x="4225" y="166403"/>
                      <a:pt x="-920" y="157196"/>
                      <a:pt x="-1326" y="151103"/>
                    </a:cubicBezTo>
                    <a:cubicBezTo>
                      <a:pt x="-1868" y="145551"/>
                      <a:pt x="-1326" y="143385"/>
                      <a:pt x="1247" y="139593"/>
                    </a:cubicBezTo>
                    <a:cubicBezTo>
                      <a:pt x="7069" y="130928"/>
                      <a:pt x="10589" y="130115"/>
                      <a:pt x="39971" y="130115"/>
                    </a:cubicBezTo>
                    <a:lnTo>
                      <a:pt x="65968" y="130115"/>
                    </a:lnTo>
                    <a:lnTo>
                      <a:pt x="65968" y="68508"/>
                    </a:lnTo>
                    <a:cubicBezTo>
                      <a:pt x="65968" y="26399"/>
                      <a:pt x="66374" y="5953"/>
                      <a:pt x="67457" y="3787"/>
                    </a:cubicBezTo>
                    <a:cubicBezTo>
                      <a:pt x="70707" y="-3525"/>
                      <a:pt x="82758" y="-5420"/>
                      <a:pt x="88309" y="402"/>
                    </a:cubicBezTo>
                    <a:cubicBezTo>
                      <a:pt x="93590" y="5818"/>
                      <a:pt x="187693" y="163695"/>
                      <a:pt x="188641" y="168569"/>
                    </a:cubicBezTo>
                    <a:cubicBezTo>
                      <a:pt x="190130" y="176964"/>
                      <a:pt x="185797" y="185223"/>
                      <a:pt x="177402" y="189556"/>
                    </a:cubicBezTo>
                    <a:cubicBezTo>
                      <a:pt x="175507" y="190504"/>
                      <a:pt x="164946" y="191046"/>
                      <a:pt x="148021" y="191046"/>
                    </a:cubicBezTo>
                    <a:lnTo>
                      <a:pt x="121482" y="191046"/>
                    </a:lnTo>
                    <a:lnTo>
                      <a:pt x="121482" y="252653"/>
                    </a:lnTo>
                    <a:cubicBezTo>
                      <a:pt x="121482" y="297470"/>
                      <a:pt x="121076" y="315072"/>
                      <a:pt x="119857" y="317645"/>
                    </a:cubicBezTo>
                    <a:cubicBezTo>
                      <a:pt x="116472" y="324957"/>
                      <a:pt x="105234" y="327394"/>
                      <a:pt x="99276" y="322113"/>
                    </a:cubicBezTo>
                    <a:close/>
                  </a:path>
                </a:pathLst>
              </a:custGeom>
              <a:grpFill/>
              <a:ln w="1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Trebuchet MS" panose="020B0603020202020204" pitchFamily="34" charset="0"/>
                </a:endParaRPr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="" xmlns:a16="http://schemas.microsoft.com/office/drawing/2014/main" id="{7498FD19-DF73-2AA4-27F4-DF29A2945BEA}"/>
                  </a:ext>
                </a:extLst>
              </p:cNvPr>
              <p:cNvSpPr/>
              <p:nvPr/>
            </p:nvSpPr>
            <p:spPr>
              <a:xfrm flipV="1">
                <a:off x="4832471" y="3561720"/>
                <a:ext cx="147875" cy="143013"/>
              </a:xfrm>
              <a:custGeom>
                <a:avLst/>
                <a:gdLst>
                  <a:gd name="connsiteX0" fmla="*/ 56482 w 159442"/>
                  <a:gd name="connsiteY0" fmla="*/ 148025 h 154199"/>
                  <a:gd name="connsiteX1" fmla="*/ 5030 w 159442"/>
                  <a:gd name="connsiteY1" fmla="*/ 106051 h 154199"/>
                  <a:gd name="connsiteX2" fmla="*/ -3365 w 159442"/>
                  <a:gd name="connsiteY2" fmla="*/ 70441 h 154199"/>
                  <a:gd name="connsiteX3" fmla="*/ 1510 w 159442"/>
                  <a:gd name="connsiteY3" fmla="*/ 42819 h 154199"/>
                  <a:gd name="connsiteX4" fmla="*/ 3676 w 159442"/>
                  <a:gd name="connsiteY4" fmla="*/ 37268 h 154199"/>
                  <a:gd name="connsiteX5" fmla="*/ 35766 w 159442"/>
                  <a:gd name="connsiteY5" fmla="*/ 36726 h 154199"/>
                  <a:gd name="connsiteX6" fmla="*/ 75844 w 159442"/>
                  <a:gd name="connsiteY6" fmla="*/ 32529 h 154199"/>
                  <a:gd name="connsiteX7" fmla="*/ 89926 w 159442"/>
                  <a:gd name="connsiteY7" fmla="*/ 23051 h 154199"/>
                  <a:gd name="connsiteX8" fmla="*/ 103601 w 159442"/>
                  <a:gd name="connsiteY8" fmla="*/ -1186 h 154199"/>
                  <a:gd name="connsiteX9" fmla="*/ 105091 w 159442"/>
                  <a:gd name="connsiteY9" fmla="*/ -3623 h 154199"/>
                  <a:gd name="connsiteX10" fmla="*/ 132712 w 159442"/>
                  <a:gd name="connsiteY10" fmla="*/ 14656 h 154199"/>
                  <a:gd name="connsiteX11" fmla="*/ 155866 w 159442"/>
                  <a:gd name="connsiteY11" fmla="*/ 66108 h 154199"/>
                  <a:gd name="connsiteX12" fmla="*/ 56482 w 159442"/>
                  <a:gd name="connsiteY12" fmla="*/ 148025 h 154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9442" h="154199">
                    <a:moveTo>
                      <a:pt x="56482" y="148025"/>
                    </a:moveTo>
                    <a:cubicBezTo>
                      <a:pt x="33735" y="142067"/>
                      <a:pt x="14914" y="126632"/>
                      <a:pt x="5030" y="106051"/>
                    </a:cubicBezTo>
                    <a:cubicBezTo>
                      <a:pt x="-1334" y="92646"/>
                      <a:pt x="-3365" y="83981"/>
                      <a:pt x="-3365" y="70441"/>
                    </a:cubicBezTo>
                    <a:cubicBezTo>
                      <a:pt x="-3230" y="60015"/>
                      <a:pt x="-1875" y="52026"/>
                      <a:pt x="1510" y="42819"/>
                    </a:cubicBezTo>
                    <a:lnTo>
                      <a:pt x="3676" y="37268"/>
                    </a:lnTo>
                    <a:lnTo>
                      <a:pt x="35766" y="36726"/>
                    </a:lnTo>
                    <a:cubicBezTo>
                      <a:pt x="67450" y="36320"/>
                      <a:pt x="67720" y="36320"/>
                      <a:pt x="75844" y="32529"/>
                    </a:cubicBezTo>
                    <a:cubicBezTo>
                      <a:pt x="80313" y="30498"/>
                      <a:pt x="86676" y="26165"/>
                      <a:pt x="89926" y="23051"/>
                    </a:cubicBezTo>
                    <a:cubicBezTo>
                      <a:pt x="95613" y="17499"/>
                      <a:pt x="103601" y="3417"/>
                      <a:pt x="103601" y="-1186"/>
                    </a:cubicBezTo>
                    <a:cubicBezTo>
                      <a:pt x="103601" y="-2540"/>
                      <a:pt x="104278" y="-3623"/>
                      <a:pt x="105091" y="-3623"/>
                    </a:cubicBezTo>
                    <a:cubicBezTo>
                      <a:pt x="109424" y="-3623"/>
                      <a:pt x="124318" y="6261"/>
                      <a:pt x="132712" y="14656"/>
                    </a:cubicBezTo>
                    <a:cubicBezTo>
                      <a:pt x="147336" y="29279"/>
                      <a:pt x="154377" y="44715"/>
                      <a:pt x="155866" y="66108"/>
                    </a:cubicBezTo>
                    <a:cubicBezTo>
                      <a:pt x="159793" y="119320"/>
                      <a:pt x="108476" y="161565"/>
                      <a:pt x="56482" y="148025"/>
                    </a:cubicBezTo>
                    <a:close/>
                  </a:path>
                </a:pathLst>
              </a:custGeom>
              <a:grpFill/>
              <a:ln w="1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Trebuchet MS" panose="020B0603020202020204" pitchFamily="34" charset="0"/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="" xmlns:a16="http://schemas.microsoft.com/office/drawing/2014/main" id="{9C310798-D65E-29BF-E58E-5AE1878D6997}"/>
                  </a:ext>
                </a:extLst>
              </p:cNvPr>
              <p:cNvSpPr/>
              <p:nvPr/>
            </p:nvSpPr>
            <p:spPr>
              <a:xfrm flipV="1">
                <a:off x="4754720" y="3628280"/>
                <a:ext cx="48836" cy="14826"/>
              </a:xfrm>
              <a:custGeom>
                <a:avLst/>
                <a:gdLst>
                  <a:gd name="connsiteX0" fmla="*/ -402 w 52656"/>
                  <a:gd name="connsiteY0" fmla="*/ 9566 h 15986"/>
                  <a:gd name="connsiteX1" fmla="*/ -131 w 52656"/>
                  <a:gd name="connsiteY1" fmla="*/ -860 h 15986"/>
                  <a:gd name="connsiteX2" fmla="*/ 24511 w 52656"/>
                  <a:gd name="connsiteY2" fmla="*/ -3433 h 15986"/>
                  <a:gd name="connsiteX3" fmla="*/ 46717 w 52656"/>
                  <a:gd name="connsiteY3" fmla="*/ -3026 h 15986"/>
                  <a:gd name="connsiteX4" fmla="*/ 48884 w 52656"/>
                  <a:gd name="connsiteY4" fmla="*/ 765 h 15986"/>
                  <a:gd name="connsiteX5" fmla="*/ 48884 w 52656"/>
                  <a:gd name="connsiteY5" fmla="*/ 8212 h 15986"/>
                  <a:gd name="connsiteX6" fmla="*/ 46717 w 52656"/>
                  <a:gd name="connsiteY6" fmla="*/ 11868 h 15986"/>
                  <a:gd name="connsiteX7" fmla="*/ 24241 w 52656"/>
                  <a:gd name="connsiteY7" fmla="*/ 12274 h 15986"/>
                  <a:gd name="connsiteX8" fmla="*/ -402 w 52656"/>
                  <a:gd name="connsiteY8" fmla="*/ 9566 h 15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656" h="15986">
                    <a:moveTo>
                      <a:pt x="-402" y="9566"/>
                    </a:moveTo>
                    <a:cubicBezTo>
                      <a:pt x="-3246" y="5639"/>
                      <a:pt x="-3110" y="2661"/>
                      <a:pt x="-131" y="-860"/>
                    </a:cubicBezTo>
                    <a:cubicBezTo>
                      <a:pt x="2035" y="-3703"/>
                      <a:pt x="3118" y="-3839"/>
                      <a:pt x="24511" y="-3433"/>
                    </a:cubicBezTo>
                    <a:lnTo>
                      <a:pt x="46717" y="-3026"/>
                    </a:lnTo>
                    <a:lnTo>
                      <a:pt x="48884" y="765"/>
                    </a:lnTo>
                    <a:cubicBezTo>
                      <a:pt x="50644" y="4015"/>
                      <a:pt x="50644" y="4827"/>
                      <a:pt x="48884" y="8212"/>
                    </a:cubicBezTo>
                    <a:lnTo>
                      <a:pt x="46717" y="11868"/>
                    </a:lnTo>
                    <a:lnTo>
                      <a:pt x="24241" y="12274"/>
                    </a:lnTo>
                    <a:cubicBezTo>
                      <a:pt x="2170" y="12545"/>
                      <a:pt x="1629" y="12545"/>
                      <a:pt x="-402" y="9566"/>
                    </a:cubicBezTo>
                    <a:close/>
                  </a:path>
                </a:pathLst>
              </a:custGeom>
              <a:grpFill/>
              <a:ln w="1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Trebuchet MS" panose="020B0603020202020204" pitchFamily="34" charset="0"/>
                </a:endParaRPr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="" xmlns:a16="http://schemas.microsoft.com/office/drawing/2014/main" id="{35C671AF-C6FC-3D71-D996-9F044FC086CD}"/>
                  </a:ext>
                </a:extLst>
              </p:cNvPr>
              <p:cNvSpPr/>
              <p:nvPr/>
            </p:nvSpPr>
            <p:spPr>
              <a:xfrm flipV="1">
                <a:off x="5009660" y="3628132"/>
                <a:ext cx="47972" cy="15069"/>
              </a:xfrm>
              <a:custGeom>
                <a:avLst/>
                <a:gdLst>
                  <a:gd name="connsiteX0" fmla="*/ -2109 w 51724"/>
                  <a:gd name="connsiteY0" fmla="*/ 10209 h 16248"/>
                  <a:gd name="connsiteX1" fmla="*/ -1974 w 51724"/>
                  <a:gd name="connsiteY1" fmla="*/ -1300 h 16248"/>
                  <a:gd name="connsiteX2" fmla="*/ 22263 w 51724"/>
                  <a:gd name="connsiteY2" fmla="*/ -3602 h 16248"/>
                  <a:gd name="connsiteX3" fmla="*/ 47447 w 51724"/>
                  <a:gd name="connsiteY3" fmla="*/ 4793 h 16248"/>
                  <a:gd name="connsiteX4" fmla="*/ 21315 w 51724"/>
                  <a:gd name="connsiteY4" fmla="*/ 12646 h 16248"/>
                  <a:gd name="connsiteX5" fmla="*/ -2109 w 51724"/>
                  <a:gd name="connsiteY5" fmla="*/ 10209 h 16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1724" h="16248">
                    <a:moveTo>
                      <a:pt x="-2109" y="10209"/>
                    </a:moveTo>
                    <a:cubicBezTo>
                      <a:pt x="-5088" y="6959"/>
                      <a:pt x="-4953" y="1408"/>
                      <a:pt x="-1974" y="-1300"/>
                    </a:cubicBezTo>
                    <a:cubicBezTo>
                      <a:pt x="193" y="-3196"/>
                      <a:pt x="3984" y="-3602"/>
                      <a:pt x="22263" y="-3602"/>
                    </a:cubicBezTo>
                    <a:cubicBezTo>
                      <a:pt x="46229" y="-3602"/>
                      <a:pt x="47447" y="-3196"/>
                      <a:pt x="47447" y="4793"/>
                    </a:cubicBezTo>
                    <a:cubicBezTo>
                      <a:pt x="47447" y="11834"/>
                      <a:pt x="44875" y="12646"/>
                      <a:pt x="21315" y="12646"/>
                    </a:cubicBezTo>
                    <a:cubicBezTo>
                      <a:pt x="2494" y="12646"/>
                      <a:pt x="-214" y="12375"/>
                      <a:pt x="-2109" y="10209"/>
                    </a:cubicBezTo>
                    <a:close/>
                  </a:path>
                </a:pathLst>
              </a:custGeom>
              <a:grpFill/>
              <a:ln w="1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Trebuchet MS" panose="020B0603020202020204" pitchFamily="34" charset="0"/>
                </a:endParaRPr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="" xmlns:a16="http://schemas.microsoft.com/office/drawing/2014/main" id="{3862216D-8D48-7A5D-68EE-E85BD7B3E87E}"/>
                  </a:ext>
                </a:extLst>
              </p:cNvPr>
              <p:cNvSpPr/>
              <p:nvPr/>
            </p:nvSpPr>
            <p:spPr>
              <a:xfrm flipV="1">
                <a:off x="4459726" y="3679493"/>
                <a:ext cx="491326" cy="283931"/>
              </a:xfrm>
              <a:custGeom>
                <a:avLst/>
                <a:gdLst>
                  <a:gd name="connsiteX0" fmla="*/ 58632 w 529757"/>
                  <a:gd name="connsiteY0" fmla="*/ 302676 h 306140"/>
                  <a:gd name="connsiteX1" fmla="*/ 48342 w 529757"/>
                  <a:gd name="connsiteY1" fmla="*/ 299562 h 306140"/>
                  <a:gd name="connsiteX2" fmla="*/ 33313 w 529757"/>
                  <a:gd name="connsiteY2" fmla="*/ 282231 h 306140"/>
                  <a:gd name="connsiteX3" fmla="*/ 14221 w 529757"/>
                  <a:gd name="connsiteY3" fmla="*/ 153736 h 306140"/>
                  <a:gd name="connsiteX4" fmla="*/ 3660 w 529757"/>
                  <a:gd name="connsiteY4" fmla="*/ 11159 h 306140"/>
                  <a:gd name="connsiteX5" fmla="*/ 15304 w 529757"/>
                  <a:gd name="connsiteY5" fmla="*/ 1817 h 306140"/>
                  <a:gd name="connsiteX6" fmla="*/ 22751 w 529757"/>
                  <a:gd name="connsiteY6" fmla="*/ -1975 h 306140"/>
                  <a:gd name="connsiteX7" fmla="*/ 262410 w 529757"/>
                  <a:gd name="connsiteY7" fmla="*/ -1975 h 306140"/>
                  <a:gd name="connsiteX8" fmla="*/ 508297 w 529757"/>
                  <a:gd name="connsiteY8" fmla="*/ 869 h 306140"/>
                  <a:gd name="connsiteX9" fmla="*/ 527795 w 529757"/>
                  <a:gd name="connsiteY9" fmla="*/ 25376 h 306140"/>
                  <a:gd name="connsiteX10" fmla="*/ 490830 w 529757"/>
                  <a:gd name="connsiteY10" fmla="*/ 284397 h 306140"/>
                  <a:gd name="connsiteX11" fmla="*/ 473770 w 529757"/>
                  <a:gd name="connsiteY11" fmla="*/ 300916 h 306140"/>
                  <a:gd name="connsiteX12" fmla="*/ 389009 w 529757"/>
                  <a:gd name="connsiteY12" fmla="*/ 303760 h 306140"/>
                  <a:gd name="connsiteX13" fmla="*/ 309800 w 529757"/>
                  <a:gd name="connsiteY13" fmla="*/ 304166 h 306140"/>
                  <a:gd name="connsiteX14" fmla="*/ 309800 w 529757"/>
                  <a:gd name="connsiteY14" fmla="*/ 292928 h 306140"/>
                  <a:gd name="connsiteX15" fmla="*/ 306280 w 529757"/>
                  <a:gd name="connsiteY15" fmla="*/ 275325 h 306140"/>
                  <a:gd name="connsiteX16" fmla="*/ 302489 w 529757"/>
                  <a:gd name="connsiteY16" fmla="*/ 267608 h 306140"/>
                  <a:gd name="connsiteX17" fmla="*/ 377500 w 529757"/>
                  <a:gd name="connsiteY17" fmla="*/ 266118 h 306140"/>
                  <a:gd name="connsiteX18" fmla="*/ 454679 w 529757"/>
                  <a:gd name="connsiteY18" fmla="*/ 265306 h 306140"/>
                  <a:gd name="connsiteX19" fmla="*/ 458064 w 529757"/>
                  <a:gd name="connsiteY19" fmla="*/ 259484 h 306140"/>
                  <a:gd name="connsiteX20" fmla="*/ 474582 w 529757"/>
                  <a:gd name="connsiteY20" fmla="*/ 147101 h 306140"/>
                  <a:gd name="connsiteX21" fmla="*/ 489883 w 529757"/>
                  <a:gd name="connsiteY21" fmla="*/ 39593 h 306140"/>
                  <a:gd name="connsiteX22" fmla="*/ 486768 w 529757"/>
                  <a:gd name="connsiteY22" fmla="*/ 37156 h 306140"/>
                  <a:gd name="connsiteX23" fmla="*/ 262545 w 529757"/>
                  <a:gd name="connsiteY23" fmla="*/ 34584 h 306140"/>
                  <a:gd name="connsiteX24" fmla="*/ 38322 w 529757"/>
                  <a:gd name="connsiteY24" fmla="*/ 37156 h 306140"/>
                  <a:gd name="connsiteX25" fmla="*/ 35208 w 529757"/>
                  <a:gd name="connsiteY25" fmla="*/ 39729 h 306140"/>
                  <a:gd name="connsiteX26" fmla="*/ 50508 w 529757"/>
                  <a:gd name="connsiteY26" fmla="*/ 146424 h 306140"/>
                  <a:gd name="connsiteX27" fmla="*/ 69871 w 529757"/>
                  <a:gd name="connsiteY27" fmla="*/ 264900 h 306140"/>
                  <a:gd name="connsiteX28" fmla="*/ 81921 w 529757"/>
                  <a:gd name="connsiteY28" fmla="*/ 266118 h 306140"/>
                  <a:gd name="connsiteX29" fmla="*/ 92347 w 529757"/>
                  <a:gd name="connsiteY29" fmla="*/ 266118 h 306140"/>
                  <a:gd name="connsiteX30" fmla="*/ 92889 w 529757"/>
                  <a:gd name="connsiteY30" fmla="*/ 273430 h 306140"/>
                  <a:gd name="connsiteX31" fmla="*/ 99794 w 529757"/>
                  <a:gd name="connsiteY31" fmla="*/ 291709 h 306140"/>
                  <a:gd name="connsiteX32" fmla="*/ 106158 w 529757"/>
                  <a:gd name="connsiteY32" fmla="*/ 303353 h 306140"/>
                  <a:gd name="connsiteX33" fmla="*/ 58632 w 529757"/>
                  <a:gd name="connsiteY33" fmla="*/ 302676 h 3061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9757" h="306140">
                    <a:moveTo>
                      <a:pt x="58632" y="302676"/>
                    </a:moveTo>
                    <a:cubicBezTo>
                      <a:pt x="55247" y="302135"/>
                      <a:pt x="50644" y="300645"/>
                      <a:pt x="48342" y="299562"/>
                    </a:cubicBezTo>
                    <a:cubicBezTo>
                      <a:pt x="42791" y="296583"/>
                      <a:pt x="35073" y="287782"/>
                      <a:pt x="33313" y="282231"/>
                    </a:cubicBezTo>
                    <a:cubicBezTo>
                      <a:pt x="32500" y="279658"/>
                      <a:pt x="23835" y="221842"/>
                      <a:pt x="14221" y="153736"/>
                    </a:cubicBezTo>
                    <a:cubicBezTo>
                      <a:pt x="-5277" y="16440"/>
                      <a:pt x="-4870" y="22533"/>
                      <a:pt x="3660" y="11159"/>
                    </a:cubicBezTo>
                    <a:cubicBezTo>
                      <a:pt x="6232" y="7774"/>
                      <a:pt x="10971" y="3983"/>
                      <a:pt x="15304" y="1817"/>
                    </a:cubicBezTo>
                    <a:lnTo>
                      <a:pt x="22751" y="-1975"/>
                    </a:lnTo>
                    <a:lnTo>
                      <a:pt x="262410" y="-1975"/>
                    </a:lnTo>
                    <a:cubicBezTo>
                      <a:pt x="500715" y="-1975"/>
                      <a:pt x="502204" y="-1839"/>
                      <a:pt x="508297" y="869"/>
                    </a:cubicBezTo>
                    <a:cubicBezTo>
                      <a:pt x="518994" y="5743"/>
                      <a:pt x="525764" y="14273"/>
                      <a:pt x="527795" y="25376"/>
                    </a:cubicBezTo>
                    <a:cubicBezTo>
                      <a:pt x="529149" y="32553"/>
                      <a:pt x="494215" y="276950"/>
                      <a:pt x="490830" y="284397"/>
                    </a:cubicBezTo>
                    <a:cubicBezTo>
                      <a:pt x="487716" y="291032"/>
                      <a:pt x="480946" y="297667"/>
                      <a:pt x="473770" y="300916"/>
                    </a:cubicBezTo>
                    <a:cubicBezTo>
                      <a:pt x="468760" y="303218"/>
                      <a:pt x="461990" y="303353"/>
                      <a:pt x="389009" y="303760"/>
                    </a:cubicBezTo>
                    <a:lnTo>
                      <a:pt x="309800" y="304166"/>
                    </a:lnTo>
                    <a:lnTo>
                      <a:pt x="309800" y="292928"/>
                    </a:lnTo>
                    <a:cubicBezTo>
                      <a:pt x="309936" y="283043"/>
                      <a:pt x="309529" y="281012"/>
                      <a:pt x="306280" y="275325"/>
                    </a:cubicBezTo>
                    <a:cubicBezTo>
                      <a:pt x="304113" y="271805"/>
                      <a:pt x="302489" y="268420"/>
                      <a:pt x="302489" y="267608"/>
                    </a:cubicBezTo>
                    <a:cubicBezTo>
                      <a:pt x="302489" y="266524"/>
                      <a:pt x="325100" y="266118"/>
                      <a:pt x="377500" y="266118"/>
                    </a:cubicBezTo>
                    <a:cubicBezTo>
                      <a:pt x="418797" y="266118"/>
                      <a:pt x="453460" y="265712"/>
                      <a:pt x="454679" y="265306"/>
                    </a:cubicBezTo>
                    <a:cubicBezTo>
                      <a:pt x="455897" y="264900"/>
                      <a:pt x="457387" y="262327"/>
                      <a:pt x="458064" y="259484"/>
                    </a:cubicBezTo>
                    <a:cubicBezTo>
                      <a:pt x="458741" y="256776"/>
                      <a:pt x="466188" y="206271"/>
                      <a:pt x="474582" y="147101"/>
                    </a:cubicBezTo>
                    <a:lnTo>
                      <a:pt x="489883" y="39593"/>
                    </a:lnTo>
                    <a:lnTo>
                      <a:pt x="486768" y="37156"/>
                    </a:lnTo>
                    <a:cubicBezTo>
                      <a:pt x="483790" y="34719"/>
                      <a:pt x="476343" y="34584"/>
                      <a:pt x="262545" y="34584"/>
                    </a:cubicBezTo>
                    <a:cubicBezTo>
                      <a:pt x="48071" y="34584"/>
                      <a:pt x="41437" y="34719"/>
                      <a:pt x="38322" y="37156"/>
                    </a:cubicBezTo>
                    <a:lnTo>
                      <a:pt x="35208" y="39729"/>
                    </a:lnTo>
                    <a:lnTo>
                      <a:pt x="50508" y="146424"/>
                    </a:lnTo>
                    <a:cubicBezTo>
                      <a:pt x="67298" y="263275"/>
                      <a:pt x="67298" y="263275"/>
                      <a:pt x="69871" y="264900"/>
                    </a:cubicBezTo>
                    <a:cubicBezTo>
                      <a:pt x="70818" y="265577"/>
                      <a:pt x="76234" y="266118"/>
                      <a:pt x="81921" y="266118"/>
                    </a:cubicBezTo>
                    <a:lnTo>
                      <a:pt x="92347" y="266118"/>
                    </a:lnTo>
                    <a:lnTo>
                      <a:pt x="92889" y="273430"/>
                    </a:lnTo>
                    <a:cubicBezTo>
                      <a:pt x="93295" y="279117"/>
                      <a:pt x="95055" y="283449"/>
                      <a:pt x="99794" y="291709"/>
                    </a:cubicBezTo>
                    <a:cubicBezTo>
                      <a:pt x="103315" y="297667"/>
                      <a:pt x="106158" y="302947"/>
                      <a:pt x="106158" y="303353"/>
                    </a:cubicBezTo>
                    <a:cubicBezTo>
                      <a:pt x="106158" y="304437"/>
                      <a:pt x="65673" y="303895"/>
                      <a:pt x="58632" y="302676"/>
                    </a:cubicBezTo>
                    <a:close/>
                  </a:path>
                </a:pathLst>
              </a:custGeom>
              <a:grpFill/>
              <a:ln w="1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Trebuchet MS" panose="020B0603020202020204" pitchFamily="34" charset="0"/>
                </a:endParaRPr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="" xmlns:a16="http://schemas.microsoft.com/office/drawing/2014/main" id="{0CAFEBF7-8B47-BBEA-5CF8-DD8320876D53}"/>
                  </a:ext>
                </a:extLst>
              </p:cNvPr>
              <p:cNvSpPr/>
              <p:nvPr/>
            </p:nvSpPr>
            <p:spPr>
              <a:xfrm flipV="1">
                <a:off x="4976792" y="3706135"/>
                <a:ext cx="39049" cy="38783"/>
              </a:xfrm>
              <a:custGeom>
                <a:avLst/>
                <a:gdLst>
                  <a:gd name="connsiteX0" fmla="*/ -1201 w 42103"/>
                  <a:gd name="connsiteY0" fmla="*/ 36451 h 41817"/>
                  <a:gd name="connsiteX1" fmla="*/ 10715 w 42103"/>
                  <a:gd name="connsiteY1" fmla="*/ 11944 h 41817"/>
                  <a:gd name="connsiteX2" fmla="*/ 29400 w 42103"/>
                  <a:gd name="connsiteY2" fmla="*/ -2815 h 41817"/>
                  <a:gd name="connsiteX3" fmla="*/ 35764 w 42103"/>
                  <a:gd name="connsiteY3" fmla="*/ -378 h 41817"/>
                  <a:gd name="connsiteX4" fmla="*/ 22765 w 42103"/>
                  <a:gd name="connsiteY4" fmla="*/ 23994 h 41817"/>
                  <a:gd name="connsiteX5" fmla="*/ -1201 w 42103"/>
                  <a:gd name="connsiteY5" fmla="*/ 36451 h 41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2103" h="41817">
                    <a:moveTo>
                      <a:pt x="-1201" y="36451"/>
                    </a:moveTo>
                    <a:cubicBezTo>
                      <a:pt x="-6617" y="31035"/>
                      <a:pt x="-4992" y="27650"/>
                      <a:pt x="10715" y="11944"/>
                    </a:cubicBezTo>
                    <a:cubicBezTo>
                      <a:pt x="22901" y="-513"/>
                      <a:pt x="25879" y="-2815"/>
                      <a:pt x="29400" y="-2815"/>
                    </a:cubicBezTo>
                    <a:cubicBezTo>
                      <a:pt x="31702" y="-2815"/>
                      <a:pt x="34545" y="-1732"/>
                      <a:pt x="35764" y="-378"/>
                    </a:cubicBezTo>
                    <a:cubicBezTo>
                      <a:pt x="40503" y="4903"/>
                      <a:pt x="38878" y="8153"/>
                      <a:pt x="22765" y="23994"/>
                    </a:cubicBezTo>
                    <a:cubicBezTo>
                      <a:pt x="6517" y="39972"/>
                      <a:pt x="3809" y="41461"/>
                      <a:pt x="-1201" y="36451"/>
                    </a:cubicBezTo>
                    <a:close/>
                  </a:path>
                </a:pathLst>
              </a:custGeom>
              <a:grpFill/>
              <a:ln w="1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Trebuchet MS" panose="020B0603020202020204" pitchFamily="34" charset="0"/>
                </a:endParaRPr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="" xmlns:a16="http://schemas.microsoft.com/office/drawing/2014/main" id="{19D7EAB2-E203-A613-57CB-014AC8B8072B}"/>
                  </a:ext>
                </a:extLst>
              </p:cNvPr>
              <p:cNvSpPr/>
              <p:nvPr/>
            </p:nvSpPr>
            <p:spPr>
              <a:xfrm flipV="1">
                <a:off x="4523550" y="3727338"/>
                <a:ext cx="86648" cy="87904"/>
              </a:xfrm>
              <a:custGeom>
                <a:avLst/>
                <a:gdLst>
                  <a:gd name="connsiteX0" fmla="*/ 5432 w 93426"/>
                  <a:gd name="connsiteY0" fmla="*/ 46736 h 94780"/>
                  <a:gd name="connsiteX1" fmla="*/ -932 w 93426"/>
                  <a:gd name="connsiteY1" fmla="*/ -654 h 94780"/>
                  <a:gd name="connsiteX2" fmla="*/ 45782 w 93426"/>
                  <a:gd name="connsiteY2" fmla="*/ -2414 h 94780"/>
                  <a:gd name="connsiteX3" fmla="*/ 92495 w 93426"/>
                  <a:gd name="connsiteY3" fmla="*/ -2414 h 94780"/>
                  <a:gd name="connsiteX4" fmla="*/ 92495 w 93426"/>
                  <a:gd name="connsiteY4" fmla="*/ 36852 h 94780"/>
                  <a:gd name="connsiteX5" fmla="*/ 92495 w 93426"/>
                  <a:gd name="connsiteY5" fmla="*/ 76118 h 94780"/>
                  <a:gd name="connsiteX6" fmla="*/ 71914 w 93426"/>
                  <a:gd name="connsiteY6" fmla="*/ 76118 h 94780"/>
                  <a:gd name="connsiteX7" fmla="*/ 44428 w 93426"/>
                  <a:gd name="connsiteY7" fmla="*/ 79368 h 94780"/>
                  <a:gd name="connsiteX8" fmla="*/ 33325 w 93426"/>
                  <a:gd name="connsiteY8" fmla="*/ 87356 h 94780"/>
                  <a:gd name="connsiteX9" fmla="*/ 20462 w 93426"/>
                  <a:gd name="connsiteY9" fmla="*/ 92366 h 94780"/>
                  <a:gd name="connsiteX10" fmla="*/ 11932 w 93426"/>
                  <a:gd name="connsiteY10" fmla="*/ 92366 h 94780"/>
                  <a:gd name="connsiteX11" fmla="*/ 5432 w 93426"/>
                  <a:gd name="connsiteY11" fmla="*/ 46736 h 94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93426" h="94780">
                    <a:moveTo>
                      <a:pt x="5432" y="46736"/>
                    </a:moveTo>
                    <a:cubicBezTo>
                      <a:pt x="1912" y="21552"/>
                      <a:pt x="-932" y="159"/>
                      <a:pt x="-932" y="-654"/>
                    </a:cubicBezTo>
                    <a:cubicBezTo>
                      <a:pt x="-932" y="-2008"/>
                      <a:pt x="9359" y="-2414"/>
                      <a:pt x="45782" y="-2414"/>
                    </a:cubicBezTo>
                    <a:lnTo>
                      <a:pt x="92495" y="-2414"/>
                    </a:lnTo>
                    <a:lnTo>
                      <a:pt x="92495" y="36852"/>
                    </a:lnTo>
                    <a:lnTo>
                      <a:pt x="92495" y="76118"/>
                    </a:lnTo>
                    <a:lnTo>
                      <a:pt x="71914" y="76118"/>
                    </a:lnTo>
                    <a:cubicBezTo>
                      <a:pt x="53093" y="76118"/>
                      <a:pt x="50521" y="76389"/>
                      <a:pt x="44428" y="79368"/>
                    </a:cubicBezTo>
                    <a:cubicBezTo>
                      <a:pt x="40636" y="80993"/>
                      <a:pt x="35627" y="84648"/>
                      <a:pt x="33325" y="87356"/>
                    </a:cubicBezTo>
                    <a:cubicBezTo>
                      <a:pt x="29127" y="92095"/>
                      <a:pt x="28586" y="92366"/>
                      <a:pt x="20462" y="92366"/>
                    </a:cubicBezTo>
                    <a:lnTo>
                      <a:pt x="11932" y="92366"/>
                    </a:lnTo>
                    <a:lnTo>
                      <a:pt x="5432" y="46736"/>
                    </a:lnTo>
                    <a:close/>
                  </a:path>
                </a:pathLst>
              </a:custGeom>
              <a:grpFill/>
              <a:ln w="1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Trebuchet MS" panose="020B0603020202020204" pitchFamily="34" charset="0"/>
                </a:endParaRPr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="" xmlns:a16="http://schemas.microsoft.com/office/drawing/2014/main" id="{F648BA47-69B3-D09A-A374-82DFED231608}"/>
                  </a:ext>
                </a:extLst>
              </p:cNvPr>
              <p:cNvSpPr/>
              <p:nvPr/>
            </p:nvSpPr>
            <p:spPr>
              <a:xfrm flipV="1">
                <a:off x="4680521" y="3727338"/>
                <a:ext cx="79871" cy="87735"/>
              </a:xfrm>
              <a:custGeom>
                <a:avLst/>
                <a:gdLst>
                  <a:gd name="connsiteX0" fmla="*/ 26131 w 86119"/>
                  <a:gd name="connsiteY0" fmla="*/ 45064 h 94598"/>
                  <a:gd name="connsiteX1" fmla="*/ -2032 w 86119"/>
                  <a:gd name="connsiteY1" fmla="*/ -1920 h 94598"/>
                  <a:gd name="connsiteX2" fmla="*/ 40890 w 86119"/>
                  <a:gd name="connsiteY2" fmla="*/ -2326 h 94598"/>
                  <a:gd name="connsiteX3" fmla="*/ 84082 w 86119"/>
                  <a:gd name="connsiteY3" fmla="*/ -2190 h 94598"/>
                  <a:gd name="connsiteX4" fmla="*/ 77719 w 86119"/>
                  <a:gd name="connsiteY4" fmla="*/ 44658 h 94598"/>
                  <a:gd name="connsiteX5" fmla="*/ 71084 w 86119"/>
                  <a:gd name="connsiteY5" fmla="*/ 91777 h 94598"/>
                  <a:gd name="connsiteX6" fmla="*/ 62689 w 86119"/>
                  <a:gd name="connsiteY6" fmla="*/ 92184 h 94598"/>
                  <a:gd name="connsiteX7" fmla="*/ 54159 w 86119"/>
                  <a:gd name="connsiteY7" fmla="*/ 92048 h 94598"/>
                  <a:gd name="connsiteX8" fmla="*/ 26131 w 86119"/>
                  <a:gd name="connsiteY8" fmla="*/ 45064 h 94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6119" h="94598">
                    <a:moveTo>
                      <a:pt x="26131" y="45064"/>
                    </a:moveTo>
                    <a:lnTo>
                      <a:pt x="-2032" y="-1920"/>
                    </a:lnTo>
                    <a:lnTo>
                      <a:pt x="40890" y="-2326"/>
                    </a:lnTo>
                    <a:cubicBezTo>
                      <a:pt x="64449" y="-2461"/>
                      <a:pt x="83812" y="-2461"/>
                      <a:pt x="84082" y="-2190"/>
                    </a:cubicBezTo>
                    <a:cubicBezTo>
                      <a:pt x="84218" y="-2055"/>
                      <a:pt x="81510" y="19067"/>
                      <a:pt x="77719" y="44658"/>
                    </a:cubicBezTo>
                    <a:cubicBezTo>
                      <a:pt x="74063" y="70384"/>
                      <a:pt x="71084" y="91507"/>
                      <a:pt x="71084" y="91777"/>
                    </a:cubicBezTo>
                    <a:cubicBezTo>
                      <a:pt x="71084" y="92048"/>
                      <a:pt x="67293" y="92184"/>
                      <a:pt x="62689" y="92184"/>
                    </a:cubicBezTo>
                    <a:lnTo>
                      <a:pt x="54159" y="92048"/>
                    </a:lnTo>
                    <a:lnTo>
                      <a:pt x="26131" y="45064"/>
                    </a:lnTo>
                    <a:close/>
                  </a:path>
                </a:pathLst>
              </a:custGeom>
              <a:grpFill/>
              <a:ln w="1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Trebuchet MS" panose="020B0603020202020204" pitchFamily="34" charset="0"/>
                </a:endParaRPr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="" xmlns:a16="http://schemas.microsoft.com/office/drawing/2014/main" id="{CEECFEBE-FD5F-194F-FAC1-6FACBE006CF3}"/>
                  </a:ext>
                </a:extLst>
              </p:cNvPr>
              <p:cNvSpPr/>
              <p:nvPr/>
            </p:nvSpPr>
            <p:spPr>
              <a:xfrm flipV="1">
                <a:off x="4761017" y="3727338"/>
                <a:ext cx="125456" cy="87904"/>
              </a:xfrm>
              <a:custGeom>
                <a:avLst/>
                <a:gdLst>
                  <a:gd name="connsiteX0" fmla="*/ -2095 w 135269"/>
                  <a:gd name="connsiteY0" fmla="*/ 88710 h 94780"/>
                  <a:gd name="connsiteX1" fmla="*/ 10632 w 135269"/>
                  <a:gd name="connsiteY1" fmla="*/ -1331 h 94780"/>
                  <a:gd name="connsiteX2" fmla="*/ 71562 w 135269"/>
                  <a:gd name="connsiteY2" fmla="*/ -2414 h 94780"/>
                  <a:gd name="connsiteX3" fmla="*/ 132493 w 135269"/>
                  <a:gd name="connsiteY3" fmla="*/ 23 h 94780"/>
                  <a:gd name="connsiteX4" fmla="*/ 126264 w 135269"/>
                  <a:gd name="connsiteY4" fmla="*/ 47413 h 94780"/>
                  <a:gd name="connsiteX5" fmla="*/ 119900 w 135269"/>
                  <a:gd name="connsiteY5" fmla="*/ 92366 h 94780"/>
                  <a:gd name="connsiteX6" fmla="*/ 58564 w 135269"/>
                  <a:gd name="connsiteY6" fmla="*/ 92366 h 94780"/>
                  <a:gd name="connsiteX7" fmla="*/ -2772 w 135269"/>
                  <a:gd name="connsiteY7" fmla="*/ 92366 h 94780"/>
                  <a:gd name="connsiteX8" fmla="*/ -2095 w 135269"/>
                  <a:gd name="connsiteY8" fmla="*/ 88710 h 94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5269" h="94780">
                    <a:moveTo>
                      <a:pt x="-2095" y="88710"/>
                    </a:moveTo>
                    <a:cubicBezTo>
                      <a:pt x="-1283" y="83701"/>
                      <a:pt x="10632" y="159"/>
                      <a:pt x="10632" y="-1331"/>
                    </a:cubicBezTo>
                    <a:cubicBezTo>
                      <a:pt x="10632" y="-1872"/>
                      <a:pt x="38118" y="-2414"/>
                      <a:pt x="71562" y="-2414"/>
                    </a:cubicBezTo>
                    <a:cubicBezTo>
                      <a:pt x="128701" y="-2414"/>
                      <a:pt x="132493" y="-2279"/>
                      <a:pt x="132493" y="23"/>
                    </a:cubicBezTo>
                    <a:cubicBezTo>
                      <a:pt x="132628" y="1242"/>
                      <a:pt x="129785" y="22635"/>
                      <a:pt x="126264" y="47413"/>
                    </a:cubicBezTo>
                    <a:lnTo>
                      <a:pt x="119900" y="92366"/>
                    </a:lnTo>
                    <a:lnTo>
                      <a:pt x="58564" y="92366"/>
                    </a:lnTo>
                    <a:lnTo>
                      <a:pt x="-2772" y="92366"/>
                    </a:lnTo>
                    <a:lnTo>
                      <a:pt x="-2095" y="88710"/>
                    </a:lnTo>
                    <a:close/>
                  </a:path>
                </a:pathLst>
              </a:custGeom>
              <a:grpFill/>
              <a:ln w="1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Trebuchet MS" panose="020B0603020202020204" pitchFamily="34" charset="0"/>
                </a:endParaRPr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="" xmlns:a16="http://schemas.microsoft.com/office/drawing/2014/main" id="{43E71B57-5CE6-F8EF-550B-C89AE4F63E39}"/>
                  </a:ext>
                </a:extLst>
              </p:cNvPr>
              <p:cNvSpPr/>
              <p:nvPr/>
            </p:nvSpPr>
            <p:spPr>
              <a:xfrm flipV="1">
                <a:off x="4508354" y="3827801"/>
                <a:ext cx="119735" cy="87904"/>
              </a:xfrm>
              <a:custGeom>
                <a:avLst/>
                <a:gdLst>
                  <a:gd name="connsiteX0" fmla="*/ 12734 w 129101"/>
                  <a:gd name="connsiteY0" fmla="*/ 92840 h 94780"/>
                  <a:gd name="connsiteX1" fmla="*/ -129 w 129101"/>
                  <a:gd name="connsiteY1" fmla="*/ 2799 h 94780"/>
                  <a:gd name="connsiteX2" fmla="*/ -941 w 129101"/>
                  <a:gd name="connsiteY2" fmla="*/ -1534 h 94780"/>
                  <a:gd name="connsiteX3" fmla="*/ 60395 w 129101"/>
                  <a:gd name="connsiteY3" fmla="*/ -1263 h 94780"/>
                  <a:gd name="connsiteX4" fmla="*/ 121596 w 129101"/>
                  <a:gd name="connsiteY4" fmla="*/ -857 h 94780"/>
                  <a:gd name="connsiteX5" fmla="*/ 125387 w 129101"/>
                  <a:gd name="connsiteY5" fmla="*/ 25546 h 94780"/>
                  <a:gd name="connsiteX6" fmla="*/ 127960 w 129101"/>
                  <a:gd name="connsiteY6" fmla="*/ 52355 h 94780"/>
                  <a:gd name="connsiteX7" fmla="*/ 120784 w 129101"/>
                  <a:gd name="connsiteY7" fmla="*/ 56553 h 94780"/>
                  <a:gd name="connsiteX8" fmla="*/ 108869 w 129101"/>
                  <a:gd name="connsiteY8" fmla="*/ 82820 h 94780"/>
                  <a:gd name="connsiteX9" fmla="*/ 108869 w 129101"/>
                  <a:gd name="connsiteY9" fmla="*/ 93246 h 94780"/>
                  <a:gd name="connsiteX10" fmla="*/ 60801 w 129101"/>
                  <a:gd name="connsiteY10" fmla="*/ 93246 h 94780"/>
                  <a:gd name="connsiteX11" fmla="*/ 12734 w 129101"/>
                  <a:gd name="connsiteY11" fmla="*/ 92840 h 94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29101" h="94780">
                    <a:moveTo>
                      <a:pt x="12734" y="92840"/>
                    </a:moveTo>
                    <a:cubicBezTo>
                      <a:pt x="12734" y="91892"/>
                      <a:pt x="548" y="7132"/>
                      <a:pt x="-129" y="2799"/>
                    </a:cubicBezTo>
                    <a:lnTo>
                      <a:pt x="-941" y="-1534"/>
                    </a:lnTo>
                    <a:lnTo>
                      <a:pt x="60395" y="-1263"/>
                    </a:lnTo>
                    <a:lnTo>
                      <a:pt x="121596" y="-857"/>
                    </a:lnTo>
                    <a:lnTo>
                      <a:pt x="125387" y="25546"/>
                    </a:lnTo>
                    <a:cubicBezTo>
                      <a:pt x="127554" y="40034"/>
                      <a:pt x="128637" y="52085"/>
                      <a:pt x="127960" y="52355"/>
                    </a:cubicBezTo>
                    <a:cubicBezTo>
                      <a:pt x="127418" y="52491"/>
                      <a:pt x="124169" y="54522"/>
                      <a:pt x="120784" y="56553"/>
                    </a:cubicBezTo>
                    <a:cubicBezTo>
                      <a:pt x="112254" y="61969"/>
                      <a:pt x="108869" y="69416"/>
                      <a:pt x="108869" y="82820"/>
                    </a:cubicBezTo>
                    <a:lnTo>
                      <a:pt x="108869" y="93246"/>
                    </a:lnTo>
                    <a:lnTo>
                      <a:pt x="60801" y="93246"/>
                    </a:lnTo>
                    <a:cubicBezTo>
                      <a:pt x="34398" y="93246"/>
                      <a:pt x="12734" y="92975"/>
                      <a:pt x="12734" y="92840"/>
                    </a:cubicBezTo>
                    <a:close/>
                  </a:path>
                </a:pathLst>
              </a:custGeom>
              <a:grpFill/>
              <a:ln w="1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Trebuchet MS" panose="020B0603020202020204" pitchFamily="34" charset="0"/>
                </a:endParaRPr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="" xmlns:a16="http://schemas.microsoft.com/office/drawing/2014/main" id="{7DEACF77-A15C-A509-4C09-13E0E765FE85}"/>
                  </a:ext>
                </a:extLst>
              </p:cNvPr>
              <p:cNvSpPr/>
              <p:nvPr/>
            </p:nvSpPr>
            <p:spPr>
              <a:xfrm flipV="1">
                <a:off x="4634937" y="3827801"/>
                <a:ext cx="139767" cy="87904"/>
              </a:xfrm>
              <a:custGeom>
                <a:avLst/>
                <a:gdLst>
                  <a:gd name="connsiteX0" fmla="*/ 30305 w 150700"/>
                  <a:gd name="connsiteY0" fmla="*/ 79300 h 94780"/>
                  <a:gd name="connsiteX1" fmla="*/ 9589 w 150700"/>
                  <a:gd name="connsiteY1" fmla="*/ 54116 h 94780"/>
                  <a:gd name="connsiteX2" fmla="*/ 2683 w 150700"/>
                  <a:gd name="connsiteY2" fmla="*/ 29879 h 94780"/>
                  <a:gd name="connsiteX3" fmla="*/ -1108 w 150700"/>
                  <a:gd name="connsiteY3" fmla="*/ 2934 h 94780"/>
                  <a:gd name="connsiteX4" fmla="*/ -1920 w 150700"/>
                  <a:gd name="connsiteY4" fmla="*/ -1534 h 94780"/>
                  <a:gd name="connsiteX5" fmla="*/ 73498 w 150700"/>
                  <a:gd name="connsiteY5" fmla="*/ -1534 h 94780"/>
                  <a:gd name="connsiteX6" fmla="*/ 148780 w 150700"/>
                  <a:gd name="connsiteY6" fmla="*/ 903 h 94780"/>
                  <a:gd name="connsiteX7" fmla="*/ 142281 w 150700"/>
                  <a:gd name="connsiteY7" fmla="*/ 47887 h 94780"/>
                  <a:gd name="connsiteX8" fmla="*/ 135782 w 150700"/>
                  <a:gd name="connsiteY8" fmla="*/ 92569 h 94780"/>
                  <a:gd name="connsiteX9" fmla="*/ 87173 w 150700"/>
                  <a:gd name="connsiteY9" fmla="*/ 92840 h 94780"/>
                  <a:gd name="connsiteX10" fmla="*/ 38429 w 150700"/>
                  <a:gd name="connsiteY10" fmla="*/ 93246 h 94780"/>
                  <a:gd name="connsiteX11" fmla="*/ 30305 w 150700"/>
                  <a:gd name="connsiteY11" fmla="*/ 79300 h 94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50700" h="94780">
                    <a:moveTo>
                      <a:pt x="30305" y="79300"/>
                    </a:moveTo>
                    <a:cubicBezTo>
                      <a:pt x="21233" y="63729"/>
                      <a:pt x="15140" y="56417"/>
                      <a:pt x="9589" y="54116"/>
                    </a:cubicBezTo>
                    <a:cubicBezTo>
                      <a:pt x="5798" y="52491"/>
                      <a:pt x="5798" y="52220"/>
                      <a:pt x="2683" y="29879"/>
                    </a:cubicBezTo>
                    <a:cubicBezTo>
                      <a:pt x="923" y="17422"/>
                      <a:pt x="-837" y="5236"/>
                      <a:pt x="-1108" y="2934"/>
                    </a:cubicBezTo>
                    <a:lnTo>
                      <a:pt x="-1920" y="-1534"/>
                    </a:lnTo>
                    <a:lnTo>
                      <a:pt x="73498" y="-1534"/>
                    </a:lnTo>
                    <a:cubicBezTo>
                      <a:pt x="144312" y="-1534"/>
                      <a:pt x="148780" y="-1399"/>
                      <a:pt x="148780" y="903"/>
                    </a:cubicBezTo>
                    <a:cubicBezTo>
                      <a:pt x="148645" y="2122"/>
                      <a:pt x="145802" y="23380"/>
                      <a:pt x="142281" y="47887"/>
                    </a:cubicBezTo>
                    <a:lnTo>
                      <a:pt x="135782" y="92569"/>
                    </a:lnTo>
                    <a:lnTo>
                      <a:pt x="87173" y="92840"/>
                    </a:lnTo>
                    <a:lnTo>
                      <a:pt x="38429" y="93246"/>
                    </a:lnTo>
                    <a:lnTo>
                      <a:pt x="30305" y="79300"/>
                    </a:lnTo>
                    <a:close/>
                  </a:path>
                </a:pathLst>
              </a:custGeom>
              <a:grpFill/>
              <a:ln w="1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Trebuchet MS" panose="020B0603020202020204" pitchFamily="34" charset="0"/>
                </a:endParaRPr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="" xmlns:a16="http://schemas.microsoft.com/office/drawing/2014/main" id="{E6C40814-11D5-4464-25D8-A0DBDD11502D}"/>
                  </a:ext>
                </a:extLst>
              </p:cNvPr>
              <p:cNvSpPr/>
              <p:nvPr/>
            </p:nvSpPr>
            <p:spPr>
              <a:xfrm flipV="1">
                <a:off x="4775961" y="3827801"/>
                <a:ext cx="125577" cy="87735"/>
              </a:xfrm>
              <a:custGeom>
                <a:avLst/>
                <a:gdLst>
                  <a:gd name="connsiteX0" fmla="*/ -2880 w 135400"/>
                  <a:gd name="connsiteY0" fmla="*/ 90762 h 94598"/>
                  <a:gd name="connsiteX1" fmla="*/ 3619 w 135400"/>
                  <a:gd name="connsiteY1" fmla="*/ 43643 h 94598"/>
                  <a:gd name="connsiteX2" fmla="*/ 10118 w 135400"/>
                  <a:gd name="connsiteY2" fmla="*/ -1040 h 94598"/>
                  <a:gd name="connsiteX3" fmla="*/ 71319 w 135400"/>
                  <a:gd name="connsiteY3" fmla="*/ -1446 h 94598"/>
                  <a:gd name="connsiteX4" fmla="*/ 132520 w 135400"/>
                  <a:gd name="connsiteY4" fmla="*/ -1310 h 94598"/>
                  <a:gd name="connsiteX5" fmla="*/ 119657 w 135400"/>
                  <a:gd name="connsiteY5" fmla="*/ 88731 h 94598"/>
                  <a:gd name="connsiteX6" fmla="*/ 118845 w 135400"/>
                  <a:gd name="connsiteY6" fmla="*/ 93064 h 94598"/>
                  <a:gd name="connsiteX7" fmla="*/ 58050 w 135400"/>
                  <a:gd name="connsiteY7" fmla="*/ 93064 h 94598"/>
                  <a:gd name="connsiteX8" fmla="*/ -2880 w 135400"/>
                  <a:gd name="connsiteY8" fmla="*/ 90762 h 94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5400" h="94598">
                    <a:moveTo>
                      <a:pt x="-2880" y="90762"/>
                    </a:moveTo>
                    <a:cubicBezTo>
                      <a:pt x="-2745" y="89408"/>
                      <a:pt x="99" y="68285"/>
                      <a:pt x="3619" y="43643"/>
                    </a:cubicBezTo>
                    <a:lnTo>
                      <a:pt x="10118" y="-1040"/>
                    </a:lnTo>
                    <a:lnTo>
                      <a:pt x="71319" y="-1446"/>
                    </a:lnTo>
                    <a:cubicBezTo>
                      <a:pt x="105034" y="-1581"/>
                      <a:pt x="132520" y="-1581"/>
                      <a:pt x="132520" y="-1310"/>
                    </a:cubicBezTo>
                    <a:cubicBezTo>
                      <a:pt x="132520" y="-363"/>
                      <a:pt x="120334" y="84398"/>
                      <a:pt x="119657" y="88731"/>
                    </a:cubicBezTo>
                    <a:lnTo>
                      <a:pt x="118845" y="93064"/>
                    </a:lnTo>
                    <a:lnTo>
                      <a:pt x="58050" y="93064"/>
                    </a:lnTo>
                    <a:cubicBezTo>
                      <a:pt x="911" y="93064"/>
                      <a:pt x="-2880" y="92928"/>
                      <a:pt x="-2880" y="90762"/>
                    </a:cubicBezTo>
                    <a:close/>
                  </a:path>
                </a:pathLst>
              </a:custGeom>
              <a:grpFill/>
              <a:ln w="1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latin typeface="Trebuchet MS" panose="020B0603020202020204" pitchFamily="34" charset="0"/>
                </a:endParaRPr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="" xmlns:a16="http://schemas.microsoft.com/office/drawing/2014/main" id="{4BDD3B37-2AA8-AAE1-C684-F532621DDAD9}"/>
                  </a:ext>
                </a:extLst>
              </p:cNvPr>
              <p:cNvSpPr/>
              <p:nvPr/>
            </p:nvSpPr>
            <p:spPr>
              <a:xfrm flipV="1">
                <a:off x="4616477" y="3975982"/>
                <a:ext cx="177692" cy="107997"/>
              </a:xfrm>
              <a:custGeom>
                <a:avLst/>
                <a:gdLst>
                  <a:gd name="connsiteX0" fmla="*/ 45466 w 191591"/>
                  <a:gd name="connsiteY0" fmla="*/ 81769 h 116444"/>
                  <a:gd name="connsiteX1" fmla="*/ 45466 w 191591"/>
                  <a:gd name="connsiteY1" fmla="*/ 47242 h 116444"/>
                  <a:gd name="connsiteX2" fmla="*/ 28948 w 191591"/>
                  <a:gd name="connsiteY2" fmla="*/ 47242 h 116444"/>
                  <a:gd name="connsiteX3" fmla="*/ 784 w 191591"/>
                  <a:gd name="connsiteY3" fmla="*/ 37493 h 116444"/>
                  <a:gd name="connsiteX4" fmla="*/ -1924 w 191591"/>
                  <a:gd name="connsiteY4" fmla="*/ 16371 h 116444"/>
                  <a:gd name="connsiteX5" fmla="*/ -1924 w 191591"/>
                  <a:gd name="connsiteY5" fmla="*/ -148 h 116444"/>
                  <a:gd name="connsiteX6" fmla="*/ 93940 w 191591"/>
                  <a:gd name="connsiteY6" fmla="*/ 123 h 116444"/>
                  <a:gd name="connsiteX7" fmla="*/ 189668 w 191591"/>
                  <a:gd name="connsiteY7" fmla="*/ 529 h 116444"/>
                  <a:gd name="connsiteX8" fmla="*/ 189532 w 191591"/>
                  <a:gd name="connsiteY8" fmla="*/ 16235 h 116444"/>
                  <a:gd name="connsiteX9" fmla="*/ 179513 w 191591"/>
                  <a:gd name="connsiteY9" fmla="*/ 44128 h 116444"/>
                  <a:gd name="connsiteX10" fmla="*/ 158390 w 191591"/>
                  <a:gd name="connsiteY10" fmla="*/ 47242 h 116444"/>
                  <a:gd name="connsiteX11" fmla="*/ 141601 w 191591"/>
                  <a:gd name="connsiteY11" fmla="*/ 47242 h 116444"/>
                  <a:gd name="connsiteX12" fmla="*/ 141601 w 191591"/>
                  <a:gd name="connsiteY12" fmla="*/ 81769 h 116444"/>
                  <a:gd name="connsiteX13" fmla="*/ 141601 w 191591"/>
                  <a:gd name="connsiteY13" fmla="*/ 116296 h 116444"/>
                  <a:gd name="connsiteX14" fmla="*/ 93534 w 191591"/>
                  <a:gd name="connsiteY14" fmla="*/ 116296 h 116444"/>
                  <a:gd name="connsiteX15" fmla="*/ 45466 w 191591"/>
                  <a:gd name="connsiteY15" fmla="*/ 116296 h 116444"/>
                  <a:gd name="connsiteX16" fmla="*/ 45466 w 191591"/>
                  <a:gd name="connsiteY16" fmla="*/ 81769 h 116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1591" h="116444">
                    <a:moveTo>
                      <a:pt x="45466" y="81769"/>
                    </a:moveTo>
                    <a:lnTo>
                      <a:pt x="45466" y="47242"/>
                    </a:lnTo>
                    <a:lnTo>
                      <a:pt x="28948" y="47242"/>
                    </a:lnTo>
                    <a:cubicBezTo>
                      <a:pt x="10262" y="47242"/>
                      <a:pt x="5794" y="45753"/>
                      <a:pt x="784" y="37493"/>
                    </a:cubicBezTo>
                    <a:cubicBezTo>
                      <a:pt x="-1518" y="33702"/>
                      <a:pt x="-1924" y="30588"/>
                      <a:pt x="-1924" y="16371"/>
                    </a:cubicBezTo>
                    <a:lnTo>
                      <a:pt x="-1924" y="-148"/>
                    </a:lnTo>
                    <a:lnTo>
                      <a:pt x="93940" y="123"/>
                    </a:lnTo>
                    <a:lnTo>
                      <a:pt x="189668" y="529"/>
                    </a:lnTo>
                    <a:lnTo>
                      <a:pt x="189532" y="16235"/>
                    </a:lnTo>
                    <a:cubicBezTo>
                      <a:pt x="189397" y="33973"/>
                      <a:pt x="187772" y="38712"/>
                      <a:pt x="179513" y="44128"/>
                    </a:cubicBezTo>
                    <a:cubicBezTo>
                      <a:pt x="175451" y="46971"/>
                      <a:pt x="173420" y="47242"/>
                      <a:pt x="158390" y="47242"/>
                    </a:cubicBezTo>
                    <a:lnTo>
                      <a:pt x="141601" y="47242"/>
                    </a:lnTo>
                    <a:lnTo>
                      <a:pt x="141601" y="81769"/>
                    </a:lnTo>
                    <a:lnTo>
                      <a:pt x="141601" y="116296"/>
                    </a:lnTo>
                    <a:lnTo>
                      <a:pt x="93534" y="116296"/>
                    </a:lnTo>
                    <a:lnTo>
                      <a:pt x="45466" y="116296"/>
                    </a:lnTo>
                    <a:lnTo>
                      <a:pt x="45466" y="81769"/>
                    </a:lnTo>
                    <a:close/>
                  </a:path>
                </a:pathLst>
              </a:custGeom>
              <a:grpFill/>
              <a:ln w="13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Trebuchet MS" panose="020B0603020202020204" pitchFamily="34" charset="0"/>
                </a:endParaRP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="" xmlns:a16="http://schemas.microsoft.com/office/drawing/2014/main" id="{47E3441E-1BE3-04A0-DBCD-62B72DC93B53}"/>
                </a:ext>
              </a:extLst>
            </p:cNvPr>
            <p:cNvGrpSpPr/>
            <p:nvPr/>
          </p:nvGrpSpPr>
          <p:grpSpPr>
            <a:xfrm>
              <a:off x="7212717" y="3198610"/>
              <a:ext cx="468445" cy="542306"/>
              <a:chOff x="7178974" y="3501561"/>
              <a:chExt cx="468445" cy="542306"/>
            </a:xfrm>
            <a:solidFill>
              <a:schemeClr val="accent4"/>
            </a:solidFill>
          </p:grpSpPr>
          <p:sp>
            <p:nvSpPr>
              <p:cNvPr id="65" name="Freeform: Shape 64">
                <a:extLst>
                  <a:ext uri="{FF2B5EF4-FFF2-40B4-BE49-F238E27FC236}">
                    <a16:creationId xmlns="" xmlns:a16="http://schemas.microsoft.com/office/drawing/2014/main" id="{B1B0381D-2810-2F4C-B35D-9CF82F94C14F}"/>
                  </a:ext>
                </a:extLst>
              </p:cNvPr>
              <p:cNvSpPr/>
              <p:nvPr/>
            </p:nvSpPr>
            <p:spPr>
              <a:xfrm flipV="1">
                <a:off x="7178974" y="3501561"/>
                <a:ext cx="284607" cy="316761"/>
              </a:xfrm>
              <a:custGeom>
                <a:avLst/>
                <a:gdLst>
                  <a:gd name="connsiteX0" fmla="*/ 126634 w 293937"/>
                  <a:gd name="connsiteY0" fmla="*/ 322559 h 327146"/>
                  <a:gd name="connsiteX1" fmla="*/ 330 w 293937"/>
                  <a:gd name="connsiteY1" fmla="*/ 202685 h 327146"/>
                  <a:gd name="connsiteX2" fmla="*/ 330 w 293937"/>
                  <a:gd name="connsiteY2" fmla="*/ 149867 h 327146"/>
                  <a:gd name="connsiteX3" fmla="*/ 39369 w 293937"/>
                  <a:gd name="connsiteY3" fmla="*/ 73740 h 327146"/>
                  <a:gd name="connsiteX4" fmla="*/ 79098 w 293937"/>
                  <a:gd name="connsiteY4" fmla="*/ 8062 h 327146"/>
                  <a:gd name="connsiteX5" fmla="*/ 82772 w 293937"/>
                  <a:gd name="connsiteY5" fmla="*/ -3420 h 327146"/>
                  <a:gd name="connsiteX6" fmla="*/ 145465 w 293937"/>
                  <a:gd name="connsiteY6" fmla="*/ -3420 h 327146"/>
                  <a:gd name="connsiteX7" fmla="*/ 208272 w 293937"/>
                  <a:gd name="connsiteY7" fmla="*/ -3420 h 327146"/>
                  <a:gd name="connsiteX8" fmla="*/ 210224 w 293937"/>
                  <a:gd name="connsiteY8" fmla="*/ 4273 h 327146"/>
                  <a:gd name="connsiteX9" fmla="*/ 251789 w 293937"/>
                  <a:gd name="connsiteY9" fmla="*/ 74659 h 327146"/>
                  <a:gd name="connsiteX10" fmla="*/ 292207 w 293937"/>
                  <a:gd name="connsiteY10" fmla="*/ 183165 h 327146"/>
                  <a:gd name="connsiteX11" fmla="*/ 249493 w 293937"/>
                  <a:gd name="connsiteY11" fmla="*/ 279730 h 327146"/>
                  <a:gd name="connsiteX12" fmla="*/ 126634 w 293937"/>
                  <a:gd name="connsiteY12" fmla="*/ 322559 h 327146"/>
                  <a:gd name="connsiteX13" fmla="*/ 182322 w 293937"/>
                  <a:gd name="connsiteY13" fmla="*/ 235983 h 327146"/>
                  <a:gd name="connsiteX14" fmla="*/ 169692 w 293937"/>
                  <a:gd name="connsiteY14" fmla="*/ 210148 h 327146"/>
                  <a:gd name="connsiteX15" fmla="*/ 157062 w 293937"/>
                  <a:gd name="connsiteY15" fmla="*/ 184313 h 327146"/>
                  <a:gd name="connsiteX16" fmla="*/ 183930 w 293937"/>
                  <a:gd name="connsiteY16" fmla="*/ 183510 h 327146"/>
                  <a:gd name="connsiteX17" fmla="*/ 210798 w 293937"/>
                  <a:gd name="connsiteY17" fmla="*/ 183165 h 327146"/>
                  <a:gd name="connsiteX18" fmla="*/ 160621 w 293937"/>
                  <a:gd name="connsiteY18" fmla="*/ 125640 h 327146"/>
                  <a:gd name="connsiteX19" fmla="*/ 110329 w 293937"/>
                  <a:gd name="connsiteY19" fmla="*/ 68229 h 327146"/>
                  <a:gd name="connsiteX20" fmla="*/ 120319 w 293937"/>
                  <a:gd name="connsiteY20" fmla="*/ 104512 h 327146"/>
                  <a:gd name="connsiteX21" fmla="*/ 130308 w 293937"/>
                  <a:gd name="connsiteY21" fmla="*/ 140681 h 327146"/>
                  <a:gd name="connsiteX22" fmla="*/ 107688 w 293937"/>
                  <a:gd name="connsiteY22" fmla="*/ 141255 h 327146"/>
                  <a:gd name="connsiteX23" fmla="*/ 85183 w 293937"/>
                  <a:gd name="connsiteY23" fmla="*/ 141829 h 327146"/>
                  <a:gd name="connsiteX24" fmla="*/ 104588 w 293937"/>
                  <a:gd name="connsiteY24" fmla="*/ 189251 h 327146"/>
                  <a:gd name="connsiteX25" fmla="*/ 124108 w 293937"/>
                  <a:gd name="connsiteY25" fmla="*/ 236557 h 327146"/>
                  <a:gd name="connsiteX26" fmla="*/ 153272 w 293937"/>
                  <a:gd name="connsiteY26" fmla="*/ 236557 h 327146"/>
                  <a:gd name="connsiteX27" fmla="*/ 182322 w 293937"/>
                  <a:gd name="connsiteY27" fmla="*/ 235983 h 327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93937" h="327146">
                    <a:moveTo>
                      <a:pt x="126634" y="322559"/>
                    </a:moveTo>
                    <a:cubicBezTo>
                      <a:pt x="63137" y="314521"/>
                      <a:pt x="11697" y="265607"/>
                      <a:pt x="330" y="202685"/>
                    </a:cubicBezTo>
                    <a:cubicBezTo>
                      <a:pt x="-2196" y="189021"/>
                      <a:pt x="-2196" y="163531"/>
                      <a:pt x="330" y="149867"/>
                    </a:cubicBezTo>
                    <a:cubicBezTo>
                      <a:pt x="5382" y="121736"/>
                      <a:pt x="18357" y="96245"/>
                      <a:pt x="39369" y="73740"/>
                    </a:cubicBezTo>
                    <a:cubicBezTo>
                      <a:pt x="59119" y="52383"/>
                      <a:pt x="71519" y="31830"/>
                      <a:pt x="79098" y="8062"/>
                    </a:cubicBezTo>
                    <a:lnTo>
                      <a:pt x="82772" y="-3420"/>
                    </a:lnTo>
                    <a:lnTo>
                      <a:pt x="145465" y="-3420"/>
                    </a:lnTo>
                    <a:lnTo>
                      <a:pt x="208272" y="-3420"/>
                    </a:lnTo>
                    <a:lnTo>
                      <a:pt x="210224" y="4273"/>
                    </a:lnTo>
                    <a:cubicBezTo>
                      <a:pt x="216424" y="28386"/>
                      <a:pt x="229399" y="50202"/>
                      <a:pt x="251789" y="74659"/>
                    </a:cubicBezTo>
                    <a:cubicBezTo>
                      <a:pt x="280610" y="106235"/>
                      <a:pt x="294044" y="142174"/>
                      <a:pt x="292207" y="183165"/>
                    </a:cubicBezTo>
                    <a:cubicBezTo>
                      <a:pt x="290370" y="220942"/>
                      <a:pt x="276361" y="252747"/>
                      <a:pt x="249493" y="279730"/>
                    </a:cubicBezTo>
                    <a:cubicBezTo>
                      <a:pt x="216654" y="312684"/>
                      <a:pt x="171988" y="328300"/>
                      <a:pt x="126634" y="322559"/>
                    </a:cubicBezTo>
                    <a:close/>
                    <a:moveTo>
                      <a:pt x="182322" y="235983"/>
                    </a:moveTo>
                    <a:cubicBezTo>
                      <a:pt x="182322" y="235639"/>
                      <a:pt x="176696" y="224042"/>
                      <a:pt x="169692" y="210148"/>
                    </a:cubicBezTo>
                    <a:cubicBezTo>
                      <a:pt x="162803" y="196255"/>
                      <a:pt x="157062" y="184658"/>
                      <a:pt x="157062" y="184313"/>
                    </a:cubicBezTo>
                    <a:cubicBezTo>
                      <a:pt x="157062" y="184084"/>
                      <a:pt x="169118" y="183624"/>
                      <a:pt x="183930" y="183510"/>
                    </a:cubicBezTo>
                    <a:lnTo>
                      <a:pt x="210798" y="183165"/>
                    </a:lnTo>
                    <a:lnTo>
                      <a:pt x="160621" y="125640"/>
                    </a:lnTo>
                    <a:cubicBezTo>
                      <a:pt x="133064" y="93949"/>
                      <a:pt x="110444" y="68114"/>
                      <a:pt x="110329" y="68229"/>
                    </a:cubicBezTo>
                    <a:cubicBezTo>
                      <a:pt x="110214" y="68344"/>
                      <a:pt x="114692" y="84648"/>
                      <a:pt x="120319" y="104512"/>
                    </a:cubicBezTo>
                    <a:lnTo>
                      <a:pt x="130308" y="140681"/>
                    </a:lnTo>
                    <a:lnTo>
                      <a:pt x="107688" y="141255"/>
                    </a:lnTo>
                    <a:lnTo>
                      <a:pt x="85183" y="141829"/>
                    </a:lnTo>
                    <a:lnTo>
                      <a:pt x="104588" y="189251"/>
                    </a:lnTo>
                    <a:lnTo>
                      <a:pt x="124108" y="236557"/>
                    </a:lnTo>
                    <a:lnTo>
                      <a:pt x="153272" y="236557"/>
                    </a:lnTo>
                    <a:cubicBezTo>
                      <a:pt x="169233" y="236557"/>
                      <a:pt x="182322" y="236328"/>
                      <a:pt x="182322" y="235983"/>
                    </a:cubicBezTo>
                    <a:close/>
                  </a:path>
                </a:pathLst>
              </a:custGeom>
              <a:grpFill/>
              <a:ln w="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Trebuchet MS" panose="020B0603020202020204" pitchFamily="34" charset="0"/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="" xmlns:a16="http://schemas.microsoft.com/office/drawing/2014/main" id="{81C42AAF-2C68-C314-D9EA-20C9ACBCCEE8}"/>
                  </a:ext>
                </a:extLst>
              </p:cNvPr>
              <p:cNvSpPr/>
              <p:nvPr/>
            </p:nvSpPr>
            <p:spPr>
              <a:xfrm flipV="1">
                <a:off x="7550473" y="3638297"/>
                <a:ext cx="14452" cy="44389"/>
              </a:xfrm>
              <a:custGeom>
                <a:avLst/>
                <a:gdLst>
                  <a:gd name="connsiteX0" fmla="*/ 425 w 14926"/>
                  <a:gd name="connsiteY0" fmla="*/ 41596 h 45844"/>
                  <a:gd name="connsiteX1" fmla="*/ -3479 w 14926"/>
                  <a:gd name="connsiteY1" fmla="*/ 16220 h 45844"/>
                  <a:gd name="connsiteX2" fmla="*/ -3479 w 14926"/>
                  <a:gd name="connsiteY2" fmla="*/ -3415 h 45844"/>
                  <a:gd name="connsiteX3" fmla="*/ 3985 w 14926"/>
                  <a:gd name="connsiteY3" fmla="*/ -3415 h 45844"/>
                  <a:gd name="connsiteX4" fmla="*/ 11448 w 14926"/>
                  <a:gd name="connsiteY4" fmla="*/ -3415 h 45844"/>
                  <a:gd name="connsiteX5" fmla="*/ 11448 w 14926"/>
                  <a:gd name="connsiteY5" fmla="*/ 17713 h 45844"/>
                  <a:gd name="connsiteX6" fmla="*/ 8922 w 14926"/>
                  <a:gd name="connsiteY6" fmla="*/ 40677 h 45844"/>
                  <a:gd name="connsiteX7" fmla="*/ 425 w 14926"/>
                  <a:gd name="connsiteY7" fmla="*/ 41596 h 45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926" h="45844">
                    <a:moveTo>
                      <a:pt x="425" y="41596"/>
                    </a:moveTo>
                    <a:cubicBezTo>
                      <a:pt x="-2790" y="39414"/>
                      <a:pt x="-3479" y="35165"/>
                      <a:pt x="-3479" y="16220"/>
                    </a:cubicBezTo>
                    <a:lnTo>
                      <a:pt x="-3479" y="-3415"/>
                    </a:lnTo>
                    <a:lnTo>
                      <a:pt x="3985" y="-3415"/>
                    </a:lnTo>
                    <a:lnTo>
                      <a:pt x="11448" y="-3415"/>
                    </a:lnTo>
                    <a:lnTo>
                      <a:pt x="11448" y="17713"/>
                    </a:lnTo>
                    <a:cubicBezTo>
                      <a:pt x="11448" y="38380"/>
                      <a:pt x="11333" y="38955"/>
                      <a:pt x="8922" y="40677"/>
                    </a:cubicBezTo>
                    <a:cubicBezTo>
                      <a:pt x="6167" y="42629"/>
                      <a:pt x="2492" y="42973"/>
                      <a:pt x="425" y="41596"/>
                    </a:cubicBezTo>
                    <a:close/>
                  </a:path>
                </a:pathLst>
              </a:custGeom>
              <a:grpFill/>
              <a:ln w="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Trebuchet MS" panose="020B0603020202020204" pitchFamily="34" charset="0"/>
                </a:endParaRPr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="" xmlns:a16="http://schemas.microsoft.com/office/drawing/2014/main" id="{0281C023-B048-C255-DE46-A752AA75BE6A}"/>
                  </a:ext>
                </a:extLst>
              </p:cNvPr>
              <p:cNvSpPr/>
              <p:nvPr/>
            </p:nvSpPr>
            <p:spPr>
              <a:xfrm flipV="1">
                <a:off x="7613844" y="3638295"/>
                <a:ext cx="13896" cy="44501"/>
              </a:xfrm>
              <a:custGeom>
                <a:avLst/>
                <a:gdLst>
                  <a:gd name="connsiteX0" fmla="*/ -2037 w 14352"/>
                  <a:gd name="connsiteY0" fmla="*/ 40563 h 45960"/>
                  <a:gd name="connsiteX1" fmla="*/ -3989 w 14352"/>
                  <a:gd name="connsiteY1" fmla="*/ 17483 h 45960"/>
                  <a:gd name="connsiteX2" fmla="*/ -3989 w 14352"/>
                  <a:gd name="connsiteY2" fmla="*/ -3414 h 45960"/>
                  <a:gd name="connsiteX3" fmla="*/ 3245 w 14352"/>
                  <a:gd name="connsiteY3" fmla="*/ -3070 h 45960"/>
                  <a:gd name="connsiteX4" fmla="*/ 10363 w 14352"/>
                  <a:gd name="connsiteY4" fmla="*/ -2725 h 45960"/>
                  <a:gd name="connsiteX5" fmla="*/ 10363 w 14352"/>
                  <a:gd name="connsiteY5" fmla="*/ 17483 h 45960"/>
                  <a:gd name="connsiteX6" fmla="*/ 8182 w 14352"/>
                  <a:gd name="connsiteY6" fmla="*/ 40218 h 45960"/>
                  <a:gd name="connsiteX7" fmla="*/ -2037 w 14352"/>
                  <a:gd name="connsiteY7" fmla="*/ 40563 h 45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352" h="45960">
                    <a:moveTo>
                      <a:pt x="-2037" y="40563"/>
                    </a:moveTo>
                    <a:cubicBezTo>
                      <a:pt x="-3760" y="38726"/>
                      <a:pt x="-3989" y="35396"/>
                      <a:pt x="-3989" y="17483"/>
                    </a:cubicBezTo>
                    <a:lnTo>
                      <a:pt x="-3989" y="-3414"/>
                    </a:lnTo>
                    <a:lnTo>
                      <a:pt x="3245" y="-3070"/>
                    </a:lnTo>
                    <a:lnTo>
                      <a:pt x="10363" y="-2725"/>
                    </a:lnTo>
                    <a:lnTo>
                      <a:pt x="10363" y="17483"/>
                    </a:lnTo>
                    <a:cubicBezTo>
                      <a:pt x="10363" y="35855"/>
                      <a:pt x="10134" y="38037"/>
                      <a:pt x="8182" y="40218"/>
                    </a:cubicBezTo>
                    <a:cubicBezTo>
                      <a:pt x="5426" y="43204"/>
                      <a:pt x="489" y="43318"/>
                      <a:pt x="-2037" y="40563"/>
                    </a:cubicBezTo>
                    <a:close/>
                  </a:path>
                </a:pathLst>
              </a:custGeom>
              <a:grpFill/>
              <a:ln w="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Trebuchet MS" panose="020B0603020202020204" pitchFamily="34" charset="0"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="" xmlns:a16="http://schemas.microsoft.com/office/drawing/2014/main" id="{73538B3C-EEBC-6A54-1305-1FD466741D4E}"/>
                  </a:ext>
                </a:extLst>
              </p:cNvPr>
              <p:cNvSpPr/>
              <p:nvPr/>
            </p:nvSpPr>
            <p:spPr>
              <a:xfrm flipV="1">
                <a:off x="7531351" y="3698251"/>
                <a:ext cx="116068" cy="101010"/>
              </a:xfrm>
              <a:custGeom>
                <a:avLst/>
                <a:gdLst>
                  <a:gd name="connsiteX0" fmla="*/ -3276 w 119873"/>
                  <a:gd name="connsiteY0" fmla="*/ 73421 h 104322"/>
                  <a:gd name="connsiteX1" fmla="*/ 169 w 119873"/>
                  <a:gd name="connsiteY1" fmla="*/ 37252 h 104322"/>
                  <a:gd name="connsiteX2" fmla="*/ 42653 w 119873"/>
                  <a:gd name="connsiteY2" fmla="*/ -984 h 104322"/>
                  <a:gd name="connsiteX3" fmla="*/ 112579 w 119873"/>
                  <a:gd name="connsiteY3" fmla="*/ 38515 h 104322"/>
                  <a:gd name="connsiteX4" fmla="*/ 115680 w 119873"/>
                  <a:gd name="connsiteY4" fmla="*/ 73995 h 104322"/>
                  <a:gd name="connsiteX5" fmla="*/ 116139 w 119873"/>
                  <a:gd name="connsiteY5" fmla="*/ 101782 h 104322"/>
                  <a:gd name="connsiteX6" fmla="*/ 56202 w 119873"/>
                  <a:gd name="connsiteY6" fmla="*/ 101782 h 104322"/>
                  <a:gd name="connsiteX7" fmla="*/ -3735 w 119873"/>
                  <a:gd name="connsiteY7" fmla="*/ 101782 h 104322"/>
                  <a:gd name="connsiteX8" fmla="*/ -3276 w 119873"/>
                  <a:gd name="connsiteY8" fmla="*/ 73421 h 104322"/>
                  <a:gd name="connsiteX9" fmla="*/ 83529 w 119873"/>
                  <a:gd name="connsiteY9" fmla="*/ 75143 h 104322"/>
                  <a:gd name="connsiteX10" fmla="*/ 82726 w 119873"/>
                  <a:gd name="connsiteY10" fmla="*/ 66187 h 104322"/>
                  <a:gd name="connsiteX11" fmla="*/ 56202 w 119873"/>
                  <a:gd name="connsiteY11" fmla="*/ 65039 h 104322"/>
                  <a:gd name="connsiteX12" fmla="*/ 29678 w 119873"/>
                  <a:gd name="connsiteY12" fmla="*/ 66187 h 104322"/>
                  <a:gd name="connsiteX13" fmla="*/ 28874 w 119873"/>
                  <a:gd name="connsiteY13" fmla="*/ 75143 h 104322"/>
                  <a:gd name="connsiteX14" fmla="*/ 83529 w 119873"/>
                  <a:gd name="connsiteY14" fmla="*/ 75143 h 104322"/>
                  <a:gd name="connsiteX15" fmla="*/ 75722 w 119873"/>
                  <a:gd name="connsiteY15" fmla="*/ 42074 h 104322"/>
                  <a:gd name="connsiteX16" fmla="*/ 75607 w 119873"/>
                  <a:gd name="connsiteY16" fmla="*/ 34726 h 104322"/>
                  <a:gd name="connsiteX17" fmla="*/ 73310 w 119873"/>
                  <a:gd name="connsiteY17" fmla="*/ 31740 h 104322"/>
                  <a:gd name="connsiteX18" fmla="*/ 56202 w 119873"/>
                  <a:gd name="connsiteY18" fmla="*/ 31740 h 104322"/>
                  <a:gd name="connsiteX19" fmla="*/ 36682 w 119873"/>
                  <a:gd name="connsiteY19" fmla="*/ 34267 h 104322"/>
                  <a:gd name="connsiteX20" fmla="*/ 36682 w 119873"/>
                  <a:gd name="connsiteY20" fmla="*/ 42074 h 104322"/>
                  <a:gd name="connsiteX21" fmla="*/ 56202 w 119873"/>
                  <a:gd name="connsiteY21" fmla="*/ 44371 h 104322"/>
                  <a:gd name="connsiteX22" fmla="*/ 75722 w 119873"/>
                  <a:gd name="connsiteY22" fmla="*/ 42074 h 1043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9873" h="104322">
                    <a:moveTo>
                      <a:pt x="-3276" y="73421"/>
                    </a:moveTo>
                    <a:cubicBezTo>
                      <a:pt x="-2816" y="46438"/>
                      <a:pt x="-2587" y="44486"/>
                      <a:pt x="169" y="37252"/>
                    </a:cubicBezTo>
                    <a:cubicBezTo>
                      <a:pt x="7747" y="17158"/>
                      <a:pt x="22674" y="3724"/>
                      <a:pt x="42653" y="-984"/>
                    </a:cubicBezTo>
                    <a:cubicBezTo>
                      <a:pt x="72621" y="-7988"/>
                      <a:pt x="103164" y="9235"/>
                      <a:pt x="112579" y="38515"/>
                    </a:cubicBezTo>
                    <a:cubicBezTo>
                      <a:pt x="114761" y="45175"/>
                      <a:pt x="115105" y="49653"/>
                      <a:pt x="115680" y="73995"/>
                    </a:cubicBezTo>
                    <a:lnTo>
                      <a:pt x="116139" y="101782"/>
                    </a:lnTo>
                    <a:lnTo>
                      <a:pt x="56202" y="101782"/>
                    </a:lnTo>
                    <a:lnTo>
                      <a:pt x="-3735" y="101782"/>
                    </a:lnTo>
                    <a:lnTo>
                      <a:pt x="-3276" y="73421"/>
                    </a:lnTo>
                    <a:close/>
                    <a:moveTo>
                      <a:pt x="83529" y="75143"/>
                    </a:moveTo>
                    <a:cubicBezTo>
                      <a:pt x="85711" y="72961"/>
                      <a:pt x="85252" y="67565"/>
                      <a:pt x="82726" y="66187"/>
                    </a:cubicBezTo>
                    <a:cubicBezTo>
                      <a:pt x="81348" y="65498"/>
                      <a:pt x="70784" y="65039"/>
                      <a:pt x="56202" y="65039"/>
                    </a:cubicBezTo>
                    <a:cubicBezTo>
                      <a:pt x="41620" y="65039"/>
                      <a:pt x="31056" y="65498"/>
                      <a:pt x="29678" y="66187"/>
                    </a:cubicBezTo>
                    <a:cubicBezTo>
                      <a:pt x="27152" y="67565"/>
                      <a:pt x="26693" y="72961"/>
                      <a:pt x="28874" y="75143"/>
                    </a:cubicBezTo>
                    <a:cubicBezTo>
                      <a:pt x="30826" y="77095"/>
                      <a:pt x="81578" y="77095"/>
                      <a:pt x="83529" y="75143"/>
                    </a:cubicBezTo>
                    <a:close/>
                    <a:moveTo>
                      <a:pt x="75722" y="42074"/>
                    </a:moveTo>
                    <a:cubicBezTo>
                      <a:pt x="78592" y="39204"/>
                      <a:pt x="78592" y="38515"/>
                      <a:pt x="75607" y="34726"/>
                    </a:cubicBezTo>
                    <a:lnTo>
                      <a:pt x="73310" y="31740"/>
                    </a:lnTo>
                    <a:lnTo>
                      <a:pt x="56202" y="31740"/>
                    </a:lnTo>
                    <a:cubicBezTo>
                      <a:pt x="40012" y="31740"/>
                      <a:pt x="38979" y="31855"/>
                      <a:pt x="36682" y="34267"/>
                    </a:cubicBezTo>
                    <a:cubicBezTo>
                      <a:pt x="33812" y="37367"/>
                      <a:pt x="33812" y="39204"/>
                      <a:pt x="36682" y="42074"/>
                    </a:cubicBezTo>
                    <a:cubicBezTo>
                      <a:pt x="38749" y="44141"/>
                      <a:pt x="40471" y="44371"/>
                      <a:pt x="56202" y="44371"/>
                    </a:cubicBezTo>
                    <a:cubicBezTo>
                      <a:pt x="71932" y="44371"/>
                      <a:pt x="73655" y="44141"/>
                      <a:pt x="75722" y="42074"/>
                    </a:cubicBezTo>
                    <a:close/>
                  </a:path>
                </a:pathLst>
              </a:custGeom>
              <a:grpFill/>
              <a:ln w="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Trebuchet MS" panose="020B0603020202020204" pitchFamily="34" charset="0"/>
                </a:endParaRPr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="" xmlns:a16="http://schemas.microsoft.com/office/drawing/2014/main" id="{4FBB8704-686C-BB47-A9D9-B838C12EF53C}"/>
                  </a:ext>
                </a:extLst>
              </p:cNvPr>
              <p:cNvSpPr/>
              <p:nvPr/>
            </p:nvSpPr>
            <p:spPr>
              <a:xfrm flipV="1">
                <a:off x="7249725" y="3814987"/>
                <a:ext cx="346331" cy="228880"/>
              </a:xfrm>
              <a:custGeom>
                <a:avLst/>
                <a:gdLst>
                  <a:gd name="connsiteX0" fmla="*/ 341289 w 357684"/>
                  <a:gd name="connsiteY0" fmla="*/ 136654 h 236384"/>
                  <a:gd name="connsiteX1" fmla="*/ 332677 w 357684"/>
                  <a:gd name="connsiteY1" fmla="*/ 24359 h 236384"/>
                  <a:gd name="connsiteX2" fmla="*/ 322573 w 357684"/>
                  <a:gd name="connsiteY2" fmla="*/ 16781 h 236384"/>
                  <a:gd name="connsiteX3" fmla="*/ 316832 w 357684"/>
                  <a:gd name="connsiteY3" fmla="*/ 14025 h 236384"/>
                  <a:gd name="connsiteX4" fmla="*/ 173305 w 357684"/>
                  <a:gd name="connsiteY4" fmla="*/ 14025 h 236384"/>
                  <a:gd name="connsiteX5" fmla="*/ 29663 w 357684"/>
                  <a:gd name="connsiteY5" fmla="*/ 14025 h 236384"/>
                  <a:gd name="connsiteX6" fmla="*/ 24610 w 357684"/>
                  <a:gd name="connsiteY6" fmla="*/ 16666 h 236384"/>
                  <a:gd name="connsiteX7" fmla="*/ 14506 w 357684"/>
                  <a:gd name="connsiteY7" fmla="*/ 47323 h 236384"/>
                  <a:gd name="connsiteX8" fmla="*/ 22084 w 357684"/>
                  <a:gd name="connsiteY8" fmla="*/ 55820 h 236384"/>
                  <a:gd name="connsiteX9" fmla="*/ 39078 w 357684"/>
                  <a:gd name="connsiteY9" fmla="*/ 60068 h 236384"/>
                  <a:gd name="connsiteX10" fmla="*/ 68243 w 357684"/>
                  <a:gd name="connsiteY10" fmla="*/ 72125 h 236384"/>
                  <a:gd name="connsiteX11" fmla="*/ 78347 w 357684"/>
                  <a:gd name="connsiteY11" fmla="*/ 100486 h 236384"/>
                  <a:gd name="connsiteX12" fmla="*/ 78806 w 357684"/>
                  <a:gd name="connsiteY12" fmla="*/ 112771 h 236384"/>
                  <a:gd name="connsiteX13" fmla="*/ 71228 w 357684"/>
                  <a:gd name="connsiteY13" fmla="*/ 112771 h 236384"/>
                  <a:gd name="connsiteX14" fmla="*/ 63650 w 357684"/>
                  <a:gd name="connsiteY14" fmla="*/ 112771 h 236384"/>
                  <a:gd name="connsiteX15" fmla="*/ 63650 w 357684"/>
                  <a:gd name="connsiteY15" fmla="*/ 102438 h 236384"/>
                  <a:gd name="connsiteX16" fmla="*/ 61468 w 357684"/>
                  <a:gd name="connsiteY16" fmla="*/ 87740 h 236384"/>
                  <a:gd name="connsiteX17" fmla="*/ 38619 w 357684"/>
                  <a:gd name="connsiteY17" fmla="*/ 74880 h 236384"/>
                  <a:gd name="connsiteX18" fmla="*/ 153 w 357684"/>
                  <a:gd name="connsiteY18" fmla="*/ 52031 h 236384"/>
                  <a:gd name="connsiteX19" fmla="*/ 153 w 357684"/>
                  <a:gd name="connsiteY19" fmla="*/ 21833 h 236384"/>
                  <a:gd name="connsiteX20" fmla="*/ 18755 w 357684"/>
                  <a:gd name="connsiteY20" fmla="*/ 2887 h 236384"/>
                  <a:gd name="connsiteX21" fmla="*/ 25185 w 357684"/>
                  <a:gd name="connsiteY21" fmla="*/ -328 h 236384"/>
                  <a:gd name="connsiteX22" fmla="*/ 169286 w 357684"/>
                  <a:gd name="connsiteY22" fmla="*/ -672 h 236384"/>
                  <a:gd name="connsiteX23" fmla="*/ 319702 w 357684"/>
                  <a:gd name="connsiteY23" fmla="*/ 361 h 236384"/>
                  <a:gd name="connsiteX24" fmla="*/ 351393 w 357684"/>
                  <a:gd name="connsiteY24" fmla="*/ 24933 h 236384"/>
                  <a:gd name="connsiteX25" fmla="*/ 354723 w 357684"/>
                  <a:gd name="connsiteY25" fmla="*/ 31822 h 236384"/>
                  <a:gd name="connsiteX26" fmla="*/ 355067 w 357684"/>
                  <a:gd name="connsiteY26" fmla="*/ 133784 h 236384"/>
                  <a:gd name="connsiteX27" fmla="*/ 355297 w 357684"/>
                  <a:gd name="connsiteY27" fmla="*/ 235631 h 236384"/>
                  <a:gd name="connsiteX28" fmla="*/ 348408 w 357684"/>
                  <a:gd name="connsiteY28" fmla="*/ 235631 h 236384"/>
                  <a:gd name="connsiteX29" fmla="*/ 341633 w 357684"/>
                  <a:gd name="connsiteY29" fmla="*/ 235631 h 236384"/>
                  <a:gd name="connsiteX30" fmla="*/ 341289 w 357684"/>
                  <a:gd name="connsiteY30" fmla="*/ 136654 h 236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57684" h="236384">
                    <a:moveTo>
                      <a:pt x="341289" y="136654"/>
                    </a:moveTo>
                    <a:cubicBezTo>
                      <a:pt x="340944" y="26081"/>
                      <a:pt x="341518" y="34004"/>
                      <a:pt x="332677" y="24359"/>
                    </a:cubicBezTo>
                    <a:cubicBezTo>
                      <a:pt x="330266" y="21603"/>
                      <a:pt x="325788" y="18158"/>
                      <a:pt x="322573" y="16781"/>
                    </a:cubicBezTo>
                    <a:lnTo>
                      <a:pt x="316832" y="14025"/>
                    </a:lnTo>
                    <a:lnTo>
                      <a:pt x="173305" y="14025"/>
                    </a:lnTo>
                    <a:lnTo>
                      <a:pt x="29663" y="14025"/>
                    </a:lnTo>
                    <a:lnTo>
                      <a:pt x="24610" y="16666"/>
                    </a:lnTo>
                    <a:cubicBezTo>
                      <a:pt x="13358" y="22292"/>
                      <a:pt x="8765" y="36415"/>
                      <a:pt x="14506" y="47323"/>
                    </a:cubicBezTo>
                    <a:cubicBezTo>
                      <a:pt x="16114" y="50194"/>
                      <a:pt x="19443" y="53983"/>
                      <a:pt x="22084" y="55820"/>
                    </a:cubicBezTo>
                    <a:cubicBezTo>
                      <a:pt x="26333" y="58805"/>
                      <a:pt x="28170" y="59265"/>
                      <a:pt x="39078" y="60068"/>
                    </a:cubicBezTo>
                    <a:cubicBezTo>
                      <a:pt x="53546" y="61102"/>
                      <a:pt x="60779" y="64087"/>
                      <a:pt x="68243" y="72125"/>
                    </a:cubicBezTo>
                    <a:cubicBezTo>
                      <a:pt x="75821" y="80277"/>
                      <a:pt x="77773" y="86018"/>
                      <a:pt x="78347" y="100486"/>
                    </a:cubicBezTo>
                    <a:lnTo>
                      <a:pt x="78806" y="112771"/>
                    </a:lnTo>
                    <a:lnTo>
                      <a:pt x="71228" y="112771"/>
                    </a:lnTo>
                    <a:lnTo>
                      <a:pt x="63650" y="112771"/>
                    </a:lnTo>
                    <a:lnTo>
                      <a:pt x="63650" y="102438"/>
                    </a:lnTo>
                    <a:cubicBezTo>
                      <a:pt x="63650" y="94400"/>
                      <a:pt x="63191" y="90955"/>
                      <a:pt x="61468" y="87740"/>
                    </a:cubicBezTo>
                    <a:cubicBezTo>
                      <a:pt x="56990" y="79129"/>
                      <a:pt x="49527" y="74880"/>
                      <a:pt x="38619" y="74880"/>
                    </a:cubicBezTo>
                    <a:cubicBezTo>
                      <a:pt x="20821" y="74880"/>
                      <a:pt x="6698" y="66498"/>
                      <a:pt x="153" y="52031"/>
                    </a:cubicBezTo>
                    <a:cubicBezTo>
                      <a:pt x="-3176" y="44453"/>
                      <a:pt x="-3291" y="29296"/>
                      <a:pt x="153" y="21833"/>
                    </a:cubicBezTo>
                    <a:cubicBezTo>
                      <a:pt x="3598" y="14254"/>
                      <a:pt x="11176" y="6561"/>
                      <a:pt x="18755" y="2887"/>
                    </a:cubicBezTo>
                    <a:lnTo>
                      <a:pt x="25185" y="-328"/>
                    </a:lnTo>
                    <a:lnTo>
                      <a:pt x="169286" y="-672"/>
                    </a:lnTo>
                    <a:cubicBezTo>
                      <a:pt x="276874" y="-902"/>
                      <a:pt x="314994" y="-672"/>
                      <a:pt x="319702" y="361"/>
                    </a:cubicBezTo>
                    <a:cubicBezTo>
                      <a:pt x="333481" y="3232"/>
                      <a:pt x="345193" y="12417"/>
                      <a:pt x="351393" y="24933"/>
                    </a:cubicBezTo>
                    <a:lnTo>
                      <a:pt x="354723" y="31822"/>
                    </a:lnTo>
                    <a:lnTo>
                      <a:pt x="355067" y="133784"/>
                    </a:lnTo>
                    <a:lnTo>
                      <a:pt x="355297" y="235631"/>
                    </a:lnTo>
                    <a:lnTo>
                      <a:pt x="348408" y="235631"/>
                    </a:lnTo>
                    <a:lnTo>
                      <a:pt x="341633" y="235631"/>
                    </a:lnTo>
                    <a:lnTo>
                      <a:pt x="341289" y="136654"/>
                    </a:lnTo>
                    <a:close/>
                  </a:path>
                </a:pathLst>
              </a:custGeom>
              <a:grpFill/>
              <a:ln w="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Trebuchet MS" panose="020B0603020202020204" pitchFamily="34" charset="0"/>
                </a:endParaRPr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="" xmlns:a16="http://schemas.microsoft.com/office/drawing/2014/main" id="{D7A25C2C-D081-BD64-8C16-7DC576F9324D}"/>
                  </a:ext>
                </a:extLst>
              </p:cNvPr>
              <p:cNvSpPr/>
              <p:nvPr/>
            </p:nvSpPr>
            <p:spPr>
              <a:xfrm flipV="1">
                <a:off x="7245847" y="3834999"/>
                <a:ext cx="150172" cy="42247"/>
              </a:xfrm>
              <a:custGeom>
                <a:avLst/>
                <a:gdLst>
                  <a:gd name="connsiteX0" fmla="*/ -414 w 155095"/>
                  <a:gd name="connsiteY0" fmla="*/ 39972 h 43632"/>
                  <a:gd name="connsiteX1" fmla="*/ -1562 w 155095"/>
                  <a:gd name="connsiteY1" fmla="*/ 20337 h 43632"/>
                  <a:gd name="connsiteX2" fmla="*/ -414 w 155095"/>
                  <a:gd name="connsiteY2" fmla="*/ 703 h 43632"/>
                  <a:gd name="connsiteX3" fmla="*/ 75713 w 155095"/>
                  <a:gd name="connsiteY3" fmla="*/ -1479 h 43632"/>
                  <a:gd name="connsiteX4" fmla="*/ 152070 w 155095"/>
                  <a:gd name="connsiteY4" fmla="*/ -101 h 43632"/>
                  <a:gd name="connsiteX5" fmla="*/ 152070 w 155095"/>
                  <a:gd name="connsiteY5" fmla="*/ 40775 h 43632"/>
                  <a:gd name="connsiteX6" fmla="*/ 75713 w 155095"/>
                  <a:gd name="connsiteY6" fmla="*/ 42153 h 43632"/>
                  <a:gd name="connsiteX7" fmla="*/ -414 w 155095"/>
                  <a:gd name="connsiteY7" fmla="*/ 39972 h 43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095" h="43632">
                    <a:moveTo>
                      <a:pt x="-414" y="39972"/>
                    </a:moveTo>
                    <a:cubicBezTo>
                      <a:pt x="-988" y="38709"/>
                      <a:pt x="-1562" y="30097"/>
                      <a:pt x="-1562" y="20337"/>
                    </a:cubicBezTo>
                    <a:cubicBezTo>
                      <a:pt x="-1562" y="10577"/>
                      <a:pt x="-988" y="1966"/>
                      <a:pt x="-414" y="703"/>
                    </a:cubicBezTo>
                    <a:cubicBezTo>
                      <a:pt x="735" y="-1364"/>
                      <a:pt x="2801" y="-1479"/>
                      <a:pt x="75713" y="-1479"/>
                    </a:cubicBezTo>
                    <a:cubicBezTo>
                      <a:pt x="132550" y="-1479"/>
                      <a:pt x="151036" y="-1135"/>
                      <a:pt x="152070" y="-101"/>
                    </a:cubicBezTo>
                    <a:cubicBezTo>
                      <a:pt x="154022" y="1851"/>
                      <a:pt x="154022" y="38823"/>
                      <a:pt x="152070" y="40775"/>
                    </a:cubicBezTo>
                    <a:cubicBezTo>
                      <a:pt x="151036" y="41809"/>
                      <a:pt x="132550" y="42153"/>
                      <a:pt x="75713" y="42153"/>
                    </a:cubicBezTo>
                    <a:cubicBezTo>
                      <a:pt x="2801" y="42153"/>
                      <a:pt x="735" y="42038"/>
                      <a:pt x="-414" y="39972"/>
                    </a:cubicBezTo>
                    <a:close/>
                  </a:path>
                </a:pathLst>
              </a:custGeom>
              <a:grpFill/>
              <a:ln w="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Trebuchet MS" panose="020B0603020202020204" pitchFamily="34" charset="0"/>
                </a:endParaRPr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="" xmlns:a16="http://schemas.microsoft.com/office/drawing/2014/main" id="{7F0C5FD8-435D-8A8E-3276-7B850C6C4C27}"/>
                  </a:ext>
                </a:extLst>
              </p:cNvPr>
              <p:cNvSpPr/>
              <p:nvPr/>
            </p:nvSpPr>
            <p:spPr>
              <a:xfrm flipV="1">
                <a:off x="7269515" y="3893923"/>
                <a:ext cx="103074" cy="23347"/>
              </a:xfrm>
              <a:custGeom>
                <a:avLst/>
                <a:gdLst>
                  <a:gd name="connsiteX0" fmla="*/ -1549 w 106453"/>
                  <a:gd name="connsiteY0" fmla="*/ 21745 h 24112"/>
                  <a:gd name="connsiteX1" fmla="*/ 2699 w 106453"/>
                  <a:gd name="connsiteY1" fmla="*/ 9574 h 24112"/>
                  <a:gd name="connsiteX2" fmla="*/ 6374 w 106453"/>
                  <a:gd name="connsiteY2" fmla="*/ -990 h 24112"/>
                  <a:gd name="connsiteX3" fmla="*/ 51728 w 106453"/>
                  <a:gd name="connsiteY3" fmla="*/ -760 h 24112"/>
                  <a:gd name="connsiteX4" fmla="*/ 97083 w 106453"/>
                  <a:gd name="connsiteY4" fmla="*/ -415 h 24112"/>
                  <a:gd name="connsiteX5" fmla="*/ 100987 w 106453"/>
                  <a:gd name="connsiteY5" fmla="*/ 10493 h 24112"/>
                  <a:gd name="connsiteX6" fmla="*/ 104891 w 106453"/>
                  <a:gd name="connsiteY6" fmla="*/ 22319 h 24112"/>
                  <a:gd name="connsiteX7" fmla="*/ 51384 w 106453"/>
                  <a:gd name="connsiteY7" fmla="*/ 23123 h 24112"/>
                  <a:gd name="connsiteX8" fmla="*/ -1549 w 106453"/>
                  <a:gd name="connsiteY8" fmla="*/ 21745 h 24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6453" h="24112">
                    <a:moveTo>
                      <a:pt x="-1549" y="21745"/>
                    </a:moveTo>
                    <a:cubicBezTo>
                      <a:pt x="-1205" y="20941"/>
                      <a:pt x="747" y="15430"/>
                      <a:pt x="2699" y="9574"/>
                    </a:cubicBezTo>
                    <a:lnTo>
                      <a:pt x="6374" y="-990"/>
                    </a:lnTo>
                    <a:lnTo>
                      <a:pt x="51728" y="-760"/>
                    </a:lnTo>
                    <a:lnTo>
                      <a:pt x="97083" y="-415"/>
                    </a:lnTo>
                    <a:lnTo>
                      <a:pt x="100987" y="10493"/>
                    </a:lnTo>
                    <a:cubicBezTo>
                      <a:pt x="103168" y="16463"/>
                      <a:pt x="104891" y="21745"/>
                      <a:pt x="104891" y="22319"/>
                    </a:cubicBezTo>
                    <a:cubicBezTo>
                      <a:pt x="104891" y="22779"/>
                      <a:pt x="80778" y="23123"/>
                      <a:pt x="51384" y="23123"/>
                    </a:cubicBezTo>
                    <a:cubicBezTo>
                      <a:pt x="9014" y="23123"/>
                      <a:pt x="-2008" y="22779"/>
                      <a:pt x="-1549" y="21745"/>
                    </a:cubicBezTo>
                    <a:close/>
                  </a:path>
                </a:pathLst>
              </a:custGeom>
              <a:grpFill/>
              <a:ln w="1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latin typeface="Trebuchet MS" panose="020B0603020202020204" pitchFamily="34" charset="0"/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="" xmlns:a16="http://schemas.microsoft.com/office/drawing/2014/main" id="{55B3BA87-CA17-2CD1-D328-CE0EECDAE5ED}"/>
                </a:ext>
              </a:extLst>
            </p:cNvPr>
            <p:cNvGrpSpPr/>
            <p:nvPr/>
          </p:nvGrpSpPr>
          <p:grpSpPr>
            <a:xfrm>
              <a:off x="7811746" y="3220309"/>
              <a:ext cx="2067977" cy="520607"/>
              <a:chOff x="7839979" y="3588651"/>
              <a:chExt cx="2067977" cy="520607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="" xmlns:a16="http://schemas.microsoft.com/office/drawing/2014/main" id="{48B1833A-F388-402C-1722-99913205BA9D}"/>
                  </a:ext>
                </a:extLst>
              </p:cNvPr>
              <p:cNvSpPr/>
              <p:nvPr/>
            </p:nvSpPr>
            <p:spPr bwMode="auto">
              <a:xfrm>
                <a:off x="7839979" y="3588651"/>
                <a:ext cx="2067977" cy="520607"/>
              </a:xfrm>
              <a:prstGeom prst="rect">
                <a:avLst/>
              </a:prstGeom>
              <a:solidFill>
                <a:srgbClr val="3A660E">
                  <a:alpha val="16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dirty="0">
                  <a:latin typeface="Trebuchet MS" panose="020B0603020202020204" pitchFamily="34" charset="0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="" xmlns:a16="http://schemas.microsoft.com/office/drawing/2014/main" id="{A77ED03E-76EE-AD47-4D26-F0737B478B68}"/>
                  </a:ext>
                </a:extLst>
              </p:cNvPr>
              <p:cNvSpPr txBox="1"/>
              <p:nvPr/>
            </p:nvSpPr>
            <p:spPr>
              <a:xfrm>
                <a:off x="8060297" y="3623376"/>
                <a:ext cx="172441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504000"/>
                <a:r>
                  <a:rPr lang="en-IN" sz="2400" b="1" dirty="0" err="1">
                    <a:solidFill>
                      <a:srgbClr val="3A660E"/>
                    </a:solidFill>
                    <a:latin typeface="Trebuchet MS" panose="020B0603020202020204" pitchFamily="34" charset="0"/>
                    <a:ea typeface="Microsoft YaHei UI" panose="020B0503020204020204" pitchFamily="34" charset="-122"/>
                    <a:cs typeface="Times New Roman" panose="02020603050405020304" pitchFamily="18" charset="0"/>
                  </a:rPr>
                  <a:t>Inteligent</a:t>
                </a:r>
                <a:endParaRPr lang="en-IN" sz="2400" b="1" dirty="0">
                  <a:solidFill>
                    <a:srgbClr val="3A660E"/>
                  </a:solidFill>
                  <a:latin typeface="Trebuchet MS" panose="020B0603020202020204" pitchFamily="34" charset="0"/>
                  <a:ea typeface="Microsoft YaHei U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="" xmlns:a16="http://schemas.microsoft.com/office/drawing/2014/main" id="{C58C1C5C-08F1-CCFD-771A-2B8CF265430D}"/>
                </a:ext>
              </a:extLst>
            </p:cNvPr>
            <p:cNvGrpSpPr/>
            <p:nvPr/>
          </p:nvGrpSpPr>
          <p:grpSpPr>
            <a:xfrm>
              <a:off x="5800835" y="1064698"/>
              <a:ext cx="591585" cy="591533"/>
              <a:chOff x="5800208" y="1433040"/>
              <a:chExt cx="591585" cy="591533"/>
            </a:xfrm>
            <a:solidFill>
              <a:schemeClr val="accent4"/>
            </a:solidFill>
          </p:grpSpPr>
          <p:sp>
            <p:nvSpPr>
              <p:cNvPr id="59" name="Freeform: Shape 58">
                <a:extLst>
                  <a:ext uri="{FF2B5EF4-FFF2-40B4-BE49-F238E27FC236}">
                    <a16:creationId xmlns="" xmlns:a16="http://schemas.microsoft.com/office/drawing/2014/main" id="{FF0B2345-8688-BCF6-873C-7AA839964928}"/>
                  </a:ext>
                </a:extLst>
              </p:cNvPr>
              <p:cNvSpPr/>
              <p:nvPr/>
            </p:nvSpPr>
            <p:spPr>
              <a:xfrm flipV="1">
                <a:off x="5800208" y="1433040"/>
                <a:ext cx="409067" cy="582289"/>
              </a:xfrm>
              <a:custGeom>
                <a:avLst/>
                <a:gdLst>
                  <a:gd name="connsiteX0" fmla="*/ 2651112 w 4216883"/>
                  <a:gd name="connsiteY0" fmla="*/ 5982276 h 6002523"/>
                  <a:gd name="connsiteX1" fmla="*/ 2170818 w 4216883"/>
                  <a:gd name="connsiteY1" fmla="*/ 5878085 h 6002523"/>
                  <a:gd name="connsiteX2" fmla="*/ 17117 w 4216883"/>
                  <a:gd name="connsiteY2" fmla="*/ 3341928 h 6002523"/>
                  <a:gd name="connsiteX3" fmla="*/ 15846 w 4216883"/>
                  <a:gd name="connsiteY3" fmla="*/ 2569390 h 6002523"/>
                  <a:gd name="connsiteX4" fmla="*/ 471999 w 4216883"/>
                  <a:gd name="connsiteY4" fmla="*/ 1306394 h 6002523"/>
                  <a:gd name="connsiteX5" fmla="*/ 554589 w 4216883"/>
                  <a:gd name="connsiteY5" fmla="*/ 1180603 h 6002523"/>
                  <a:gd name="connsiteX6" fmla="*/ 530447 w 4216883"/>
                  <a:gd name="connsiteY6" fmla="*/ 1145025 h 6002523"/>
                  <a:gd name="connsiteX7" fmla="*/ 455480 w 4216883"/>
                  <a:gd name="connsiteY7" fmla="*/ 787981 h 6002523"/>
                  <a:gd name="connsiteX8" fmla="*/ 721040 w 4216883"/>
                  <a:gd name="connsiteY8" fmla="*/ 380112 h 6002523"/>
                  <a:gd name="connsiteX9" fmla="*/ 962458 w 4216883"/>
                  <a:gd name="connsiteY9" fmla="*/ 188248 h 6002523"/>
                  <a:gd name="connsiteX10" fmla="*/ 1061566 w 4216883"/>
                  <a:gd name="connsiteY10" fmla="*/ 236532 h 6002523"/>
                  <a:gd name="connsiteX11" fmla="*/ 1109850 w 4216883"/>
                  <a:gd name="connsiteY11" fmla="*/ 283545 h 6002523"/>
                  <a:gd name="connsiteX12" fmla="*/ 1252159 w 4216883"/>
                  <a:gd name="connsiteY12" fmla="*/ 141235 h 6002523"/>
                  <a:gd name="connsiteX13" fmla="*/ 1395739 w 4216883"/>
                  <a:gd name="connsiteY13" fmla="*/ -2345 h 6002523"/>
                  <a:gd name="connsiteX14" fmla="*/ 1471977 w 4216883"/>
                  <a:gd name="connsiteY14" fmla="*/ 73892 h 6002523"/>
                  <a:gd name="connsiteX15" fmla="*/ 1548214 w 4216883"/>
                  <a:gd name="connsiteY15" fmla="*/ 150130 h 6002523"/>
                  <a:gd name="connsiteX16" fmla="*/ 1405904 w 4216883"/>
                  <a:gd name="connsiteY16" fmla="*/ 292439 h 6002523"/>
                  <a:gd name="connsiteX17" fmla="*/ 1262324 w 4216883"/>
                  <a:gd name="connsiteY17" fmla="*/ 436019 h 6002523"/>
                  <a:gd name="connsiteX18" fmla="*/ 1329667 w 4216883"/>
                  <a:gd name="connsiteY18" fmla="*/ 502091 h 6002523"/>
                  <a:gd name="connsiteX19" fmla="*/ 1395739 w 4216883"/>
                  <a:gd name="connsiteY19" fmla="*/ 569434 h 6002523"/>
                  <a:gd name="connsiteX20" fmla="*/ 1539319 w 4216883"/>
                  <a:gd name="connsiteY20" fmla="*/ 425854 h 6002523"/>
                  <a:gd name="connsiteX21" fmla="*/ 1681629 w 4216883"/>
                  <a:gd name="connsiteY21" fmla="*/ 283545 h 6002523"/>
                  <a:gd name="connsiteX22" fmla="*/ 1757866 w 4216883"/>
                  <a:gd name="connsiteY22" fmla="*/ 359782 h 6002523"/>
                  <a:gd name="connsiteX23" fmla="*/ 1834103 w 4216883"/>
                  <a:gd name="connsiteY23" fmla="*/ 436019 h 6002523"/>
                  <a:gd name="connsiteX24" fmla="*/ 1690523 w 4216883"/>
                  <a:gd name="connsiteY24" fmla="*/ 579599 h 6002523"/>
                  <a:gd name="connsiteX25" fmla="*/ 1548214 w 4216883"/>
                  <a:gd name="connsiteY25" fmla="*/ 721909 h 6002523"/>
                  <a:gd name="connsiteX26" fmla="*/ 1595227 w 4216883"/>
                  <a:gd name="connsiteY26" fmla="*/ 770192 h 6002523"/>
                  <a:gd name="connsiteX27" fmla="*/ 1643510 w 4216883"/>
                  <a:gd name="connsiteY27" fmla="*/ 869301 h 6002523"/>
                  <a:gd name="connsiteX28" fmla="*/ 1452917 w 4216883"/>
                  <a:gd name="connsiteY28" fmla="*/ 1108177 h 6002523"/>
                  <a:gd name="connsiteX29" fmla="*/ 995494 w 4216883"/>
                  <a:gd name="connsiteY29" fmla="*/ 1373737 h 6002523"/>
                  <a:gd name="connsiteX30" fmla="*/ 804901 w 4216883"/>
                  <a:gd name="connsiteY30" fmla="*/ 1353407 h 6002523"/>
                  <a:gd name="connsiteX31" fmla="*/ 719769 w 4216883"/>
                  <a:gd name="connsiteY31" fmla="*/ 1333077 h 6002523"/>
                  <a:gd name="connsiteX32" fmla="*/ 502493 w 4216883"/>
                  <a:gd name="connsiteY32" fmla="*/ 1701557 h 6002523"/>
                  <a:gd name="connsiteX33" fmla="*/ 250911 w 4216883"/>
                  <a:gd name="connsiteY33" fmla="*/ 2462658 h 6002523"/>
                  <a:gd name="connsiteX34" fmla="*/ 238204 w 4216883"/>
                  <a:gd name="connsiteY34" fmla="*/ 3347010 h 6002523"/>
                  <a:gd name="connsiteX35" fmla="*/ 1084437 w 4216883"/>
                  <a:gd name="connsiteY35" fmla="*/ 4995004 h 6002523"/>
                  <a:gd name="connsiteX36" fmla="*/ 3997969 w 4216883"/>
                  <a:gd name="connsiteY36" fmla="*/ 5626503 h 6002523"/>
                  <a:gd name="connsiteX37" fmla="*/ 4130114 w 4216883"/>
                  <a:gd name="connsiteY37" fmla="*/ 5582031 h 6002523"/>
                  <a:gd name="connsiteX38" fmla="*/ 4150444 w 4216883"/>
                  <a:gd name="connsiteY38" fmla="*/ 5617608 h 6002523"/>
                  <a:gd name="connsiteX39" fmla="*/ 4188562 w 4216883"/>
                  <a:gd name="connsiteY39" fmla="*/ 5717987 h 6002523"/>
                  <a:gd name="connsiteX40" fmla="*/ 4215246 w 4216883"/>
                  <a:gd name="connsiteY40" fmla="*/ 5782789 h 6002523"/>
                  <a:gd name="connsiteX41" fmla="*/ 4022111 w 4216883"/>
                  <a:gd name="connsiteY41" fmla="*/ 5846320 h 6002523"/>
                  <a:gd name="connsiteX42" fmla="*/ 3031028 w 4216883"/>
                  <a:gd name="connsiteY42" fmla="*/ 6000065 h 6002523"/>
                  <a:gd name="connsiteX43" fmla="*/ 2651112 w 4216883"/>
                  <a:gd name="connsiteY43" fmla="*/ 5982276 h 60025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4216883" h="6002523">
                    <a:moveTo>
                      <a:pt x="2651112" y="5982276"/>
                    </a:moveTo>
                    <a:cubicBezTo>
                      <a:pt x="2470684" y="5956864"/>
                      <a:pt x="2335998" y="5927640"/>
                      <a:pt x="2170818" y="5878085"/>
                    </a:cubicBezTo>
                    <a:cubicBezTo>
                      <a:pt x="1010741" y="5527394"/>
                      <a:pt x="174673" y="4543934"/>
                      <a:pt x="17117" y="3341928"/>
                    </a:cubicBezTo>
                    <a:cubicBezTo>
                      <a:pt x="-7025" y="3151335"/>
                      <a:pt x="-8296" y="2763795"/>
                      <a:pt x="15846" y="2569390"/>
                    </a:cubicBezTo>
                    <a:cubicBezTo>
                      <a:pt x="70483" y="2131027"/>
                      <a:pt x="239475" y="1664709"/>
                      <a:pt x="471999" y="1306394"/>
                    </a:cubicBezTo>
                    <a:lnTo>
                      <a:pt x="554589" y="1180603"/>
                    </a:lnTo>
                    <a:lnTo>
                      <a:pt x="530447" y="1145025"/>
                    </a:lnTo>
                    <a:cubicBezTo>
                      <a:pt x="468187" y="1057352"/>
                      <a:pt x="436421" y="906149"/>
                      <a:pt x="455480" y="787981"/>
                    </a:cubicBezTo>
                    <a:cubicBezTo>
                      <a:pt x="478352" y="646942"/>
                      <a:pt x="516470" y="588494"/>
                      <a:pt x="721040" y="380112"/>
                    </a:cubicBezTo>
                    <a:cubicBezTo>
                      <a:pt x="904009" y="195872"/>
                      <a:pt x="912904" y="188248"/>
                      <a:pt x="962458" y="188248"/>
                    </a:cubicBezTo>
                    <a:cubicBezTo>
                      <a:pt x="1005659" y="188248"/>
                      <a:pt x="1023448" y="197143"/>
                      <a:pt x="1061566" y="236532"/>
                    </a:cubicBezTo>
                    <a:lnTo>
                      <a:pt x="1109850" y="283545"/>
                    </a:lnTo>
                    <a:lnTo>
                      <a:pt x="1252159" y="141235"/>
                    </a:lnTo>
                    <a:lnTo>
                      <a:pt x="1395739" y="-2345"/>
                    </a:lnTo>
                    <a:lnTo>
                      <a:pt x="1471977" y="73892"/>
                    </a:lnTo>
                    <a:lnTo>
                      <a:pt x="1548214" y="150130"/>
                    </a:lnTo>
                    <a:lnTo>
                      <a:pt x="1405904" y="292439"/>
                    </a:lnTo>
                    <a:lnTo>
                      <a:pt x="1262324" y="436019"/>
                    </a:lnTo>
                    <a:lnTo>
                      <a:pt x="1329667" y="502091"/>
                    </a:lnTo>
                    <a:lnTo>
                      <a:pt x="1395739" y="569434"/>
                    </a:lnTo>
                    <a:lnTo>
                      <a:pt x="1539319" y="425854"/>
                    </a:lnTo>
                    <a:lnTo>
                      <a:pt x="1681629" y="283545"/>
                    </a:lnTo>
                    <a:lnTo>
                      <a:pt x="1757866" y="359782"/>
                    </a:lnTo>
                    <a:lnTo>
                      <a:pt x="1834103" y="436019"/>
                    </a:lnTo>
                    <a:lnTo>
                      <a:pt x="1690523" y="579599"/>
                    </a:lnTo>
                    <a:lnTo>
                      <a:pt x="1548214" y="721909"/>
                    </a:lnTo>
                    <a:lnTo>
                      <a:pt x="1595227" y="770192"/>
                    </a:lnTo>
                    <a:cubicBezTo>
                      <a:pt x="1634616" y="808311"/>
                      <a:pt x="1643510" y="826100"/>
                      <a:pt x="1643510" y="869301"/>
                    </a:cubicBezTo>
                    <a:cubicBezTo>
                      <a:pt x="1643510" y="918855"/>
                      <a:pt x="1635887" y="927749"/>
                      <a:pt x="1452917" y="1108177"/>
                    </a:cubicBezTo>
                    <a:cubicBezTo>
                      <a:pt x="1221664" y="1336889"/>
                      <a:pt x="1170840" y="1364843"/>
                      <a:pt x="995494" y="1373737"/>
                    </a:cubicBezTo>
                    <a:cubicBezTo>
                      <a:pt x="904009" y="1377549"/>
                      <a:pt x="865891" y="1373737"/>
                      <a:pt x="804901" y="1353407"/>
                    </a:cubicBezTo>
                    <a:cubicBezTo>
                      <a:pt x="762971" y="1339430"/>
                      <a:pt x="724852" y="1330536"/>
                      <a:pt x="719769" y="1333077"/>
                    </a:cubicBezTo>
                    <a:cubicBezTo>
                      <a:pt x="700710" y="1344513"/>
                      <a:pt x="569836" y="1568142"/>
                      <a:pt x="502493" y="1701557"/>
                    </a:cubicBezTo>
                    <a:cubicBezTo>
                      <a:pt x="383055" y="1941704"/>
                      <a:pt x="305547" y="2171686"/>
                      <a:pt x="250911" y="2462658"/>
                    </a:cubicBezTo>
                    <a:cubicBezTo>
                      <a:pt x="208980" y="2681205"/>
                      <a:pt x="202627" y="3103051"/>
                      <a:pt x="238204" y="3347010"/>
                    </a:cubicBezTo>
                    <a:cubicBezTo>
                      <a:pt x="329689" y="3979779"/>
                      <a:pt x="623202" y="4551558"/>
                      <a:pt x="1084437" y="4995004"/>
                    </a:cubicBezTo>
                    <a:cubicBezTo>
                      <a:pt x="1858245" y="5742129"/>
                      <a:pt x="2990368" y="5986088"/>
                      <a:pt x="3997969" y="5626503"/>
                    </a:cubicBezTo>
                    <a:cubicBezTo>
                      <a:pt x="4065312" y="5602361"/>
                      <a:pt x="4125031" y="5582031"/>
                      <a:pt x="4130114" y="5582031"/>
                    </a:cubicBezTo>
                    <a:cubicBezTo>
                      <a:pt x="4133926" y="5582031"/>
                      <a:pt x="4142820" y="5597278"/>
                      <a:pt x="4150444" y="5617608"/>
                    </a:cubicBezTo>
                    <a:cubicBezTo>
                      <a:pt x="4156797" y="5636668"/>
                      <a:pt x="4174586" y="5681139"/>
                      <a:pt x="4188562" y="5717987"/>
                    </a:cubicBezTo>
                    <a:lnTo>
                      <a:pt x="4215246" y="5782789"/>
                    </a:lnTo>
                    <a:lnTo>
                      <a:pt x="4022111" y="5846320"/>
                    </a:lnTo>
                    <a:cubicBezTo>
                      <a:pt x="3670149" y="5963217"/>
                      <a:pt x="3418567" y="6002606"/>
                      <a:pt x="3031028" y="6000065"/>
                    </a:cubicBezTo>
                    <a:cubicBezTo>
                      <a:pt x="2889989" y="5998794"/>
                      <a:pt x="2718455" y="5991171"/>
                      <a:pt x="2651112" y="5982276"/>
                    </a:cubicBezTo>
                    <a:close/>
                  </a:path>
                </a:pathLst>
              </a:custGeom>
              <a:grpFill/>
              <a:ln w="1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Trebuchet MS" panose="020B0603020202020204" pitchFamily="34" charset="0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="" xmlns:a16="http://schemas.microsoft.com/office/drawing/2014/main" id="{050CD762-1821-4C15-1597-F58F12D8992C}"/>
                  </a:ext>
                </a:extLst>
              </p:cNvPr>
              <p:cNvSpPr/>
              <p:nvPr/>
            </p:nvSpPr>
            <p:spPr>
              <a:xfrm flipV="1">
                <a:off x="5982726" y="1442788"/>
                <a:ext cx="409067" cy="581785"/>
              </a:xfrm>
              <a:custGeom>
                <a:avLst/>
                <a:gdLst>
                  <a:gd name="connsiteX0" fmla="*/ 2736487 w 4216883"/>
                  <a:gd name="connsiteY0" fmla="*/ 5922642 h 5997326"/>
                  <a:gd name="connsiteX1" fmla="*/ 2664061 w 4216883"/>
                  <a:gd name="connsiteY1" fmla="*/ 5848946 h 5997326"/>
                  <a:gd name="connsiteX2" fmla="*/ 2806371 w 4216883"/>
                  <a:gd name="connsiteY2" fmla="*/ 5706636 h 5997326"/>
                  <a:gd name="connsiteX3" fmla="*/ 2949951 w 4216883"/>
                  <a:gd name="connsiteY3" fmla="*/ 5563056 h 5997326"/>
                  <a:gd name="connsiteX4" fmla="*/ 2882608 w 4216883"/>
                  <a:gd name="connsiteY4" fmla="*/ 5496984 h 5997326"/>
                  <a:gd name="connsiteX5" fmla="*/ 2816536 w 4216883"/>
                  <a:gd name="connsiteY5" fmla="*/ 5429641 h 5997326"/>
                  <a:gd name="connsiteX6" fmla="*/ 2672956 w 4216883"/>
                  <a:gd name="connsiteY6" fmla="*/ 5573221 h 5997326"/>
                  <a:gd name="connsiteX7" fmla="*/ 2530646 w 4216883"/>
                  <a:gd name="connsiteY7" fmla="*/ 5715531 h 5997326"/>
                  <a:gd name="connsiteX8" fmla="*/ 2454409 w 4216883"/>
                  <a:gd name="connsiteY8" fmla="*/ 5639294 h 5997326"/>
                  <a:gd name="connsiteX9" fmla="*/ 2378172 w 4216883"/>
                  <a:gd name="connsiteY9" fmla="*/ 5563056 h 5997326"/>
                  <a:gd name="connsiteX10" fmla="*/ 2521752 w 4216883"/>
                  <a:gd name="connsiteY10" fmla="*/ 5419476 h 5997326"/>
                  <a:gd name="connsiteX11" fmla="*/ 2664061 w 4216883"/>
                  <a:gd name="connsiteY11" fmla="*/ 5277167 h 5997326"/>
                  <a:gd name="connsiteX12" fmla="*/ 2617048 w 4216883"/>
                  <a:gd name="connsiteY12" fmla="*/ 5228883 h 5997326"/>
                  <a:gd name="connsiteX13" fmla="*/ 2568765 w 4216883"/>
                  <a:gd name="connsiteY13" fmla="*/ 5129775 h 5997326"/>
                  <a:gd name="connsiteX14" fmla="*/ 2759358 w 4216883"/>
                  <a:gd name="connsiteY14" fmla="*/ 4890898 h 5997326"/>
                  <a:gd name="connsiteX15" fmla="*/ 3216781 w 4216883"/>
                  <a:gd name="connsiteY15" fmla="*/ 4625339 h 5997326"/>
                  <a:gd name="connsiteX16" fmla="*/ 3407374 w 4216883"/>
                  <a:gd name="connsiteY16" fmla="*/ 4645669 h 5997326"/>
                  <a:gd name="connsiteX17" fmla="*/ 3492506 w 4216883"/>
                  <a:gd name="connsiteY17" fmla="*/ 4665999 h 5997326"/>
                  <a:gd name="connsiteX18" fmla="*/ 3709782 w 4216883"/>
                  <a:gd name="connsiteY18" fmla="*/ 4297519 h 5997326"/>
                  <a:gd name="connsiteX19" fmla="*/ 3961365 w 4216883"/>
                  <a:gd name="connsiteY19" fmla="*/ 3536417 h 5997326"/>
                  <a:gd name="connsiteX20" fmla="*/ 3979153 w 4216883"/>
                  <a:gd name="connsiteY20" fmla="*/ 2685102 h 5997326"/>
                  <a:gd name="connsiteX21" fmla="*/ 3197722 w 4216883"/>
                  <a:gd name="connsiteY21" fmla="*/ 1072685 h 5997326"/>
                  <a:gd name="connsiteX22" fmla="*/ 2403584 w 4216883"/>
                  <a:gd name="connsiteY22" fmla="*/ 499635 h 5997326"/>
                  <a:gd name="connsiteX23" fmla="*/ 1164730 w 4216883"/>
                  <a:gd name="connsiteY23" fmla="*/ 212475 h 5997326"/>
                  <a:gd name="connsiteX24" fmla="*/ 214306 w 4216883"/>
                  <a:gd name="connsiteY24" fmla="*/ 372573 h 5997326"/>
                  <a:gd name="connsiteX25" fmla="*/ 82161 w 4216883"/>
                  <a:gd name="connsiteY25" fmla="*/ 417045 h 5997326"/>
                  <a:gd name="connsiteX26" fmla="*/ 61831 w 4216883"/>
                  <a:gd name="connsiteY26" fmla="*/ 382738 h 5997326"/>
                  <a:gd name="connsiteX27" fmla="*/ 23713 w 4216883"/>
                  <a:gd name="connsiteY27" fmla="*/ 281088 h 5997326"/>
                  <a:gd name="connsiteX28" fmla="*/ -2970 w 4216883"/>
                  <a:gd name="connsiteY28" fmla="*/ 216287 h 5997326"/>
                  <a:gd name="connsiteX29" fmla="*/ 190164 w 4216883"/>
                  <a:gd name="connsiteY29" fmla="*/ 152756 h 5997326"/>
                  <a:gd name="connsiteX30" fmla="*/ 1153294 w 4216883"/>
                  <a:gd name="connsiteY30" fmla="*/ -2260 h 5997326"/>
                  <a:gd name="connsiteX31" fmla="*/ 2078305 w 4216883"/>
                  <a:gd name="connsiteY31" fmla="*/ 132426 h 5997326"/>
                  <a:gd name="connsiteX32" fmla="*/ 4195159 w 4216883"/>
                  <a:gd name="connsiteY32" fmla="*/ 2657148 h 5997326"/>
                  <a:gd name="connsiteX33" fmla="*/ 4196429 w 4216883"/>
                  <a:gd name="connsiteY33" fmla="*/ 3429685 h 5997326"/>
                  <a:gd name="connsiteX34" fmla="*/ 3740277 w 4216883"/>
                  <a:gd name="connsiteY34" fmla="*/ 4692682 h 5997326"/>
                  <a:gd name="connsiteX35" fmla="*/ 3657686 w 4216883"/>
                  <a:gd name="connsiteY35" fmla="*/ 4818473 h 5997326"/>
                  <a:gd name="connsiteX36" fmla="*/ 3680558 w 4216883"/>
                  <a:gd name="connsiteY36" fmla="*/ 4851509 h 5997326"/>
                  <a:gd name="connsiteX37" fmla="*/ 3756795 w 4216883"/>
                  <a:gd name="connsiteY37" fmla="*/ 5213636 h 5997326"/>
                  <a:gd name="connsiteX38" fmla="*/ 3484882 w 4216883"/>
                  <a:gd name="connsiteY38" fmla="*/ 5626587 h 5997326"/>
                  <a:gd name="connsiteX39" fmla="*/ 3248547 w 4216883"/>
                  <a:gd name="connsiteY39" fmla="*/ 5810827 h 5997326"/>
                  <a:gd name="connsiteX40" fmla="*/ 3149438 w 4216883"/>
                  <a:gd name="connsiteY40" fmla="*/ 5762544 h 5997326"/>
                  <a:gd name="connsiteX41" fmla="*/ 3101155 w 4216883"/>
                  <a:gd name="connsiteY41" fmla="*/ 5715531 h 5997326"/>
                  <a:gd name="connsiteX42" fmla="*/ 2962657 w 4216883"/>
                  <a:gd name="connsiteY42" fmla="*/ 5855299 h 5997326"/>
                  <a:gd name="connsiteX43" fmla="*/ 2816536 w 4216883"/>
                  <a:gd name="connsiteY43" fmla="*/ 5995067 h 5997326"/>
                  <a:gd name="connsiteX44" fmla="*/ 2736487 w 4216883"/>
                  <a:gd name="connsiteY44" fmla="*/ 5922642 h 5997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4216883" h="5997326">
                    <a:moveTo>
                      <a:pt x="2736487" y="5922642"/>
                    </a:moveTo>
                    <a:lnTo>
                      <a:pt x="2664061" y="5848946"/>
                    </a:lnTo>
                    <a:lnTo>
                      <a:pt x="2806371" y="5706636"/>
                    </a:lnTo>
                    <a:lnTo>
                      <a:pt x="2949951" y="5563056"/>
                    </a:lnTo>
                    <a:lnTo>
                      <a:pt x="2882608" y="5496984"/>
                    </a:lnTo>
                    <a:lnTo>
                      <a:pt x="2816536" y="5429641"/>
                    </a:lnTo>
                    <a:lnTo>
                      <a:pt x="2672956" y="5573221"/>
                    </a:lnTo>
                    <a:lnTo>
                      <a:pt x="2530646" y="5715531"/>
                    </a:lnTo>
                    <a:lnTo>
                      <a:pt x="2454409" y="5639294"/>
                    </a:lnTo>
                    <a:lnTo>
                      <a:pt x="2378172" y="5563056"/>
                    </a:lnTo>
                    <a:lnTo>
                      <a:pt x="2521752" y="5419476"/>
                    </a:lnTo>
                    <a:lnTo>
                      <a:pt x="2664061" y="5277167"/>
                    </a:lnTo>
                    <a:lnTo>
                      <a:pt x="2617048" y="5228883"/>
                    </a:lnTo>
                    <a:cubicBezTo>
                      <a:pt x="2577659" y="5190765"/>
                      <a:pt x="2568765" y="5172976"/>
                      <a:pt x="2568765" y="5129775"/>
                    </a:cubicBezTo>
                    <a:cubicBezTo>
                      <a:pt x="2568765" y="5080221"/>
                      <a:pt x="2576389" y="5071326"/>
                      <a:pt x="2759358" y="4890898"/>
                    </a:cubicBezTo>
                    <a:cubicBezTo>
                      <a:pt x="2990611" y="4662187"/>
                      <a:pt x="3041436" y="4634233"/>
                      <a:pt x="3216781" y="4625339"/>
                    </a:cubicBezTo>
                    <a:cubicBezTo>
                      <a:pt x="3308266" y="4621527"/>
                      <a:pt x="3346384" y="4625339"/>
                      <a:pt x="3407374" y="4645669"/>
                    </a:cubicBezTo>
                    <a:cubicBezTo>
                      <a:pt x="3449305" y="4659645"/>
                      <a:pt x="3487423" y="4668540"/>
                      <a:pt x="3492506" y="4665999"/>
                    </a:cubicBezTo>
                    <a:cubicBezTo>
                      <a:pt x="3511565" y="4654563"/>
                      <a:pt x="3642439" y="4430934"/>
                      <a:pt x="3709782" y="4297519"/>
                    </a:cubicBezTo>
                    <a:cubicBezTo>
                      <a:pt x="3829220" y="4057371"/>
                      <a:pt x="3906728" y="3827389"/>
                      <a:pt x="3961365" y="3536417"/>
                    </a:cubicBezTo>
                    <a:cubicBezTo>
                      <a:pt x="3999483" y="3336930"/>
                      <a:pt x="4009648" y="2897295"/>
                      <a:pt x="3979153" y="2685102"/>
                    </a:cubicBezTo>
                    <a:cubicBezTo>
                      <a:pt x="3894022" y="2065039"/>
                      <a:pt x="3628462" y="1517402"/>
                      <a:pt x="3197722" y="1072685"/>
                    </a:cubicBezTo>
                    <a:cubicBezTo>
                      <a:pt x="2965198" y="832537"/>
                      <a:pt x="2717427" y="653380"/>
                      <a:pt x="2403584" y="499635"/>
                    </a:cubicBezTo>
                    <a:cubicBezTo>
                      <a:pt x="1996986" y="300148"/>
                      <a:pt x="1618341" y="212475"/>
                      <a:pt x="1164730" y="212475"/>
                    </a:cubicBezTo>
                    <a:cubicBezTo>
                      <a:pt x="808956" y="213745"/>
                      <a:pt x="529420" y="260758"/>
                      <a:pt x="214306" y="372573"/>
                    </a:cubicBezTo>
                    <a:cubicBezTo>
                      <a:pt x="146963" y="396715"/>
                      <a:pt x="87244" y="417045"/>
                      <a:pt x="82161" y="417045"/>
                    </a:cubicBezTo>
                    <a:cubicBezTo>
                      <a:pt x="78349" y="417045"/>
                      <a:pt x="69455" y="401797"/>
                      <a:pt x="61831" y="382738"/>
                    </a:cubicBezTo>
                    <a:cubicBezTo>
                      <a:pt x="55478" y="362408"/>
                      <a:pt x="37690" y="317936"/>
                      <a:pt x="23713" y="281088"/>
                    </a:cubicBezTo>
                    <a:lnTo>
                      <a:pt x="-2970" y="216287"/>
                    </a:lnTo>
                    <a:lnTo>
                      <a:pt x="190164" y="152756"/>
                    </a:lnTo>
                    <a:cubicBezTo>
                      <a:pt x="530690" y="39670"/>
                      <a:pt x="793709" y="-2260"/>
                      <a:pt x="1153294" y="-2260"/>
                    </a:cubicBezTo>
                    <a:cubicBezTo>
                      <a:pt x="1506526" y="-2260"/>
                      <a:pt x="1779710" y="37129"/>
                      <a:pt x="2078305" y="132426"/>
                    </a:cubicBezTo>
                    <a:cubicBezTo>
                      <a:pt x="3221864" y="493282"/>
                      <a:pt x="4038872" y="1469118"/>
                      <a:pt x="4195159" y="2657148"/>
                    </a:cubicBezTo>
                    <a:cubicBezTo>
                      <a:pt x="4219301" y="2847741"/>
                      <a:pt x="4220571" y="3235280"/>
                      <a:pt x="4196429" y="3429685"/>
                    </a:cubicBezTo>
                    <a:cubicBezTo>
                      <a:pt x="4141793" y="3868049"/>
                      <a:pt x="3972800" y="4334367"/>
                      <a:pt x="3740277" y="4692682"/>
                    </a:cubicBezTo>
                    <a:lnTo>
                      <a:pt x="3657686" y="4818473"/>
                    </a:lnTo>
                    <a:lnTo>
                      <a:pt x="3680558" y="4851509"/>
                    </a:lnTo>
                    <a:cubicBezTo>
                      <a:pt x="3744089" y="4940453"/>
                      <a:pt x="3775854" y="5094198"/>
                      <a:pt x="3756795" y="5213636"/>
                    </a:cubicBezTo>
                    <a:cubicBezTo>
                      <a:pt x="3733924" y="5353404"/>
                      <a:pt x="3686911" y="5424559"/>
                      <a:pt x="3484882" y="5626587"/>
                    </a:cubicBezTo>
                    <a:cubicBezTo>
                      <a:pt x="3308266" y="5801933"/>
                      <a:pt x="3296830" y="5810827"/>
                      <a:pt x="3248547" y="5810827"/>
                    </a:cubicBezTo>
                    <a:cubicBezTo>
                      <a:pt x="3207887" y="5810827"/>
                      <a:pt x="3188828" y="5801933"/>
                      <a:pt x="3149438" y="5762544"/>
                    </a:cubicBezTo>
                    <a:lnTo>
                      <a:pt x="3101155" y="5715531"/>
                    </a:lnTo>
                    <a:lnTo>
                      <a:pt x="2962657" y="5855299"/>
                    </a:lnTo>
                    <a:cubicBezTo>
                      <a:pt x="2886420" y="5932807"/>
                      <a:pt x="2820348" y="5995067"/>
                      <a:pt x="2816536" y="5995067"/>
                    </a:cubicBezTo>
                    <a:cubicBezTo>
                      <a:pt x="2812724" y="5995067"/>
                      <a:pt x="2777147" y="5962031"/>
                      <a:pt x="2736487" y="5922642"/>
                    </a:cubicBezTo>
                    <a:close/>
                  </a:path>
                </a:pathLst>
              </a:custGeom>
              <a:grpFill/>
              <a:ln w="1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latin typeface="Trebuchet MS" panose="020B0603020202020204" pitchFamily="34" charset="0"/>
                </a:endParaRPr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="" xmlns:a16="http://schemas.microsoft.com/office/drawing/2014/main" id="{71A2A1CB-0E1A-7330-2222-D5E53311F1F0}"/>
                  </a:ext>
                </a:extLst>
              </p:cNvPr>
              <p:cNvSpPr/>
              <p:nvPr/>
            </p:nvSpPr>
            <p:spPr>
              <a:xfrm flipV="1">
                <a:off x="5909263" y="1541878"/>
                <a:ext cx="373475" cy="373610"/>
              </a:xfrm>
              <a:custGeom>
                <a:avLst/>
                <a:gdLst>
                  <a:gd name="connsiteX0" fmla="*/ 1674915 w 3849978"/>
                  <a:gd name="connsiteY0" fmla="*/ 3846404 h 3851364"/>
                  <a:gd name="connsiteX1" fmla="*/ 555498 w 3849978"/>
                  <a:gd name="connsiteY1" fmla="*/ 3289872 h 3851364"/>
                  <a:gd name="connsiteX2" fmla="*/ 26920 w 3849978"/>
                  <a:gd name="connsiteY2" fmla="*/ 2328013 h 3851364"/>
                  <a:gd name="connsiteX3" fmla="*/ -2304 w 3849978"/>
                  <a:gd name="connsiteY3" fmla="*/ 1922685 h 3851364"/>
                  <a:gd name="connsiteX4" fmla="*/ 26920 w 3849978"/>
                  <a:gd name="connsiteY4" fmla="*/ 1517357 h 3851364"/>
                  <a:gd name="connsiteX5" fmla="*/ 555498 w 3849978"/>
                  <a:gd name="connsiteY5" fmla="*/ 555498 h 3851364"/>
                  <a:gd name="connsiteX6" fmla="*/ 1517358 w 3849978"/>
                  <a:gd name="connsiteY6" fmla="*/ 26920 h 3851364"/>
                  <a:gd name="connsiteX7" fmla="*/ 1922686 w 3849978"/>
                  <a:gd name="connsiteY7" fmla="*/ -2305 h 3851364"/>
                  <a:gd name="connsiteX8" fmla="*/ 2303872 w 3849978"/>
                  <a:gd name="connsiteY8" fmla="*/ 21837 h 3851364"/>
                  <a:gd name="connsiteX9" fmla="*/ 3289873 w 3849978"/>
                  <a:gd name="connsiteY9" fmla="*/ 555498 h 3851364"/>
                  <a:gd name="connsiteX10" fmla="*/ 3818451 w 3849978"/>
                  <a:gd name="connsiteY10" fmla="*/ 1517357 h 3851364"/>
                  <a:gd name="connsiteX11" fmla="*/ 3847675 w 3849978"/>
                  <a:gd name="connsiteY11" fmla="*/ 1922685 h 3851364"/>
                  <a:gd name="connsiteX12" fmla="*/ 3818451 w 3849978"/>
                  <a:gd name="connsiteY12" fmla="*/ 2328013 h 3851364"/>
                  <a:gd name="connsiteX13" fmla="*/ 3289873 w 3849978"/>
                  <a:gd name="connsiteY13" fmla="*/ 3289872 h 3851364"/>
                  <a:gd name="connsiteX14" fmla="*/ 2354696 w 3849978"/>
                  <a:gd name="connsiteY14" fmla="*/ 3812097 h 3851364"/>
                  <a:gd name="connsiteX15" fmla="*/ 1967157 w 3849978"/>
                  <a:gd name="connsiteY15" fmla="*/ 3847674 h 3851364"/>
                  <a:gd name="connsiteX16" fmla="*/ 1674915 w 3849978"/>
                  <a:gd name="connsiteY16" fmla="*/ 3846404 h 3851364"/>
                  <a:gd name="connsiteX17" fmla="*/ 1973510 w 3849978"/>
                  <a:gd name="connsiteY17" fmla="*/ 3015418 h 3851364"/>
                  <a:gd name="connsiteX18" fmla="*/ 2024335 w 3849978"/>
                  <a:gd name="connsiteY18" fmla="*/ 2575784 h 3851364"/>
                  <a:gd name="connsiteX19" fmla="*/ 2024335 w 3849978"/>
                  <a:gd name="connsiteY19" fmla="*/ 2227634 h 3851364"/>
                  <a:gd name="connsiteX20" fmla="*/ 2270836 w 3849978"/>
                  <a:gd name="connsiteY20" fmla="*/ 2227634 h 3851364"/>
                  <a:gd name="connsiteX21" fmla="*/ 2621527 w 3849978"/>
                  <a:gd name="connsiteY21" fmla="*/ 2127255 h 3851364"/>
                  <a:gd name="connsiteX22" fmla="*/ 2303872 w 3849978"/>
                  <a:gd name="connsiteY22" fmla="*/ 1465262 h 3851364"/>
                  <a:gd name="connsiteX23" fmla="*/ 1889649 w 3849978"/>
                  <a:gd name="connsiteY23" fmla="*/ 822328 h 3851364"/>
                  <a:gd name="connsiteX24" fmla="*/ 1821036 w 3849978"/>
                  <a:gd name="connsiteY24" fmla="*/ 1268316 h 3851364"/>
                  <a:gd name="connsiteX25" fmla="*/ 1821036 w 3849978"/>
                  <a:gd name="connsiteY25" fmla="*/ 1617736 h 3851364"/>
                  <a:gd name="connsiteX26" fmla="*/ 1574536 w 3849978"/>
                  <a:gd name="connsiteY26" fmla="*/ 1617736 h 3851364"/>
                  <a:gd name="connsiteX27" fmla="*/ 1223844 w 3849978"/>
                  <a:gd name="connsiteY27" fmla="*/ 1718115 h 3851364"/>
                  <a:gd name="connsiteX28" fmla="*/ 1874402 w 3849978"/>
                  <a:gd name="connsiteY28" fmla="*/ 3019230 h 3851364"/>
                  <a:gd name="connsiteX29" fmla="*/ 1973510 w 3849978"/>
                  <a:gd name="connsiteY29" fmla="*/ 3015418 h 3851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849978" h="3851364">
                    <a:moveTo>
                      <a:pt x="1674915" y="3846404"/>
                    </a:moveTo>
                    <a:cubicBezTo>
                      <a:pt x="1231468" y="3782873"/>
                      <a:pt x="868071" y="3601174"/>
                      <a:pt x="555498" y="3289872"/>
                    </a:cubicBezTo>
                    <a:cubicBezTo>
                      <a:pt x="278503" y="3012877"/>
                      <a:pt x="113322" y="2710469"/>
                      <a:pt x="26920" y="2328013"/>
                    </a:cubicBezTo>
                    <a:cubicBezTo>
                      <a:pt x="1508" y="2212386"/>
                      <a:pt x="-2304" y="2162832"/>
                      <a:pt x="-2304" y="1922685"/>
                    </a:cubicBezTo>
                    <a:cubicBezTo>
                      <a:pt x="-2304" y="1682538"/>
                      <a:pt x="1508" y="1632984"/>
                      <a:pt x="26920" y="1517357"/>
                    </a:cubicBezTo>
                    <a:cubicBezTo>
                      <a:pt x="113322" y="1134900"/>
                      <a:pt x="278503" y="832493"/>
                      <a:pt x="555498" y="555498"/>
                    </a:cubicBezTo>
                    <a:cubicBezTo>
                      <a:pt x="832493" y="278502"/>
                      <a:pt x="1134901" y="113322"/>
                      <a:pt x="1517358" y="26920"/>
                    </a:cubicBezTo>
                    <a:cubicBezTo>
                      <a:pt x="1632984" y="1507"/>
                      <a:pt x="1682538" y="-2305"/>
                      <a:pt x="1922686" y="-2305"/>
                    </a:cubicBezTo>
                    <a:cubicBezTo>
                      <a:pt x="2141232" y="-2305"/>
                      <a:pt x="2217469" y="2778"/>
                      <a:pt x="2303872" y="21837"/>
                    </a:cubicBezTo>
                    <a:cubicBezTo>
                      <a:pt x="2697764" y="106969"/>
                      <a:pt x="3010336" y="275961"/>
                      <a:pt x="3289873" y="555498"/>
                    </a:cubicBezTo>
                    <a:cubicBezTo>
                      <a:pt x="3566868" y="833763"/>
                      <a:pt x="3732049" y="1134900"/>
                      <a:pt x="3818451" y="1517357"/>
                    </a:cubicBezTo>
                    <a:cubicBezTo>
                      <a:pt x="3843863" y="1632984"/>
                      <a:pt x="3847675" y="1682538"/>
                      <a:pt x="3847675" y="1922685"/>
                    </a:cubicBezTo>
                    <a:cubicBezTo>
                      <a:pt x="3847675" y="2162832"/>
                      <a:pt x="3843863" y="2212386"/>
                      <a:pt x="3818451" y="2328013"/>
                    </a:cubicBezTo>
                    <a:cubicBezTo>
                      <a:pt x="3732049" y="2710469"/>
                      <a:pt x="3566868" y="3012877"/>
                      <a:pt x="3289873" y="3289872"/>
                    </a:cubicBezTo>
                    <a:cubicBezTo>
                      <a:pt x="3017960" y="3560514"/>
                      <a:pt x="2729529" y="3721883"/>
                      <a:pt x="2354696" y="3812097"/>
                    </a:cubicBezTo>
                    <a:cubicBezTo>
                      <a:pt x="2239070" y="3840051"/>
                      <a:pt x="2186975" y="3845133"/>
                      <a:pt x="1967157" y="3847674"/>
                    </a:cubicBezTo>
                    <a:cubicBezTo>
                      <a:pt x="1827389" y="3850216"/>
                      <a:pt x="1696515" y="3848945"/>
                      <a:pt x="1674915" y="3846404"/>
                    </a:cubicBezTo>
                    <a:close/>
                    <a:moveTo>
                      <a:pt x="1973510" y="3015418"/>
                    </a:moveTo>
                    <a:cubicBezTo>
                      <a:pt x="2017982" y="2991277"/>
                      <a:pt x="2024335" y="2934099"/>
                      <a:pt x="2024335" y="2575784"/>
                    </a:cubicBezTo>
                    <a:lnTo>
                      <a:pt x="2024335" y="2227634"/>
                    </a:lnTo>
                    <a:lnTo>
                      <a:pt x="2270836" y="2227634"/>
                    </a:lnTo>
                    <a:cubicBezTo>
                      <a:pt x="2573243" y="2227634"/>
                      <a:pt x="2621527" y="2213657"/>
                      <a:pt x="2621527" y="2127255"/>
                    </a:cubicBezTo>
                    <a:cubicBezTo>
                      <a:pt x="2621527" y="2112007"/>
                      <a:pt x="2479217" y="1814682"/>
                      <a:pt x="2303872" y="1465262"/>
                    </a:cubicBezTo>
                    <a:cubicBezTo>
                      <a:pt x="1963345" y="784209"/>
                      <a:pt x="1974781" y="801998"/>
                      <a:pt x="1889649" y="822328"/>
                    </a:cubicBezTo>
                    <a:cubicBezTo>
                      <a:pt x="1827389" y="838846"/>
                      <a:pt x="1821036" y="883318"/>
                      <a:pt x="1821036" y="1268316"/>
                    </a:cubicBezTo>
                    <a:lnTo>
                      <a:pt x="1821036" y="1617736"/>
                    </a:lnTo>
                    <a:lnTo>
                      <a:pt x="1574536" y="1617736"/>
                    </a:lnTo>
                    <a:cubicBezTo>
                      <a:pt x="1272128" y="1617736"/>
                      <a:pt x="1223844" y="1631713"/>
                      <a:pt x="1223844" y="1718115"/>
                    </a:cubicBezTo>
                    <a:cubicBezTo>
                      <a:pt x="1223844" y="1752422"/>
                      <a:pt x="1852801" y="3010336"/>
                      <a:pt x="1874402" y="3019230"/>
                    </a:cubicBezTo>
                    <a:cubicBezTo>
                      <a:pt x="1902356" y="3030666"/>
                      <a:pt x="1948098" y="3029395"/>
                      <a:pt x="1973510" y="3015418"/>
                    </a:cubicBezTo>
                    <a:close/>
                  </a:path>
                </a:pathLst>
              </a:custGeom>
              <a:grpFill/>
              <a:ln w="12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>
                  <a:latin typeface="Trebuchet MS" panose="020B0603020202020204" pitchFamily="34" charset="0"/>
                </a:endParaRP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="" xmlns:a16="http://schemas.microsoft.com/office/drawing/2014/main" id="{A6360481-8296-312F-3AD1-8EEB5AF45B6A}"/>
                </a:ext>
              </a:extLst>
            </p:cNvPr>
            <p:cNvGrpSpPr/>
            <p:nvPr/>
          </p:nvGrpSpPr>
          <p:grpSpPr>
            <a:xfrm>
              <a:off x="1800746" y="3268301"/>
              <a:ext cx="2484179" cy="520607"/>
              <a:chOff x="6365408" y="3547997"/>
              <a:chExt cx="2484179" cy="520607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="" xmlns:a16="http://schemas.microsoft.com/office/drawing/2014/main" id="{42256103-B78A-7D6E-DC9F-69AA1DE01027}"/>
                  </a:ext>
                </a:extLst>
              </p:cNvPr>
              <p:cNvSpPr/>
              <p:nvPr/>
            </p:nvSpPr>
            <p:spPr bwMode="auto">
              <a:xfrm>
                <a:off x="6375072" y="3547997"/>
                <a:ext cx="2474515" cy="520607"/>
              </a:xfrm>
              <a:prstGeom prst="rect">
                <a:avLst/>
              </a:prstGeom>
              <a:solidFill>
                <a:srgbClr val="3A660E">
                  <a:alpha val="16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dirty="0">
                  <a:latin typeface="Trebuchet MS" panose="020B0603020202020204" pitchFamily="34" charset="0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="" xmlns:a16="http://schemas.microsoft.com/office/drawing/2014/main" id="{85A37940-FBA6-D08D-ECF1-8E6423D107B1}"/>
                  </a:ext>
                </a:extLst>
              </p:cNvPr>
              <p:cNvSpPr txBox="1"/>
              <p:nvPr/>
            </p:nvSpPr>
            <p:spPr>
              <a:xfrm>
                <a:off x="6365408" y="3579739"/>
                <a:ext cx="227332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504000"/>
                <a:r>
                  <a:rPr lang="en-IN" sz="2400" b="1" dirty="0" err="1">
                    <a:solidFill>
                      <a:srgbClr val="3A660E"/>
                    </a:solidFill>
                    <a:latin typeface="Trebuchet MS" panose="020B0603020202020204" pitchFamily="34" charset="0"/>
                    <a:ea typeface="Microsoft YaHei UI" panose="020B0503020204020204" pitchFamily="34" charset="-122"/>
                    <a:cs typeface="Times New Roman" panose="02020603050405020304" pitchFamily="18" charset="0"/>
                  </a:rPr>
                  <a:t>Sustenabil</a:t>
                </a:r>
                <a:endParaRPr lang="en-IN" sz="2400" b="1" dirty="0">
                  <a:solidFill>
                    <a:srgbClr val="3A660E"/>
                  </a:solidFill>
                  <a:latin typeface="Trebuchet MS" panose="020B0603020202020204" pitchFamily="34" charset="0"/>
                  <a:ea typeface="Microsoft YaHei U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="" xmlns:a16="http://schemas.microsoft.com/office/drawing/2014/main" id="{8B121F88-F039-1911-B109-91EBBBD793C0}"/>
                </a:ext>
              </a:extLst>
            </p:cNvPr>
            <p:cNvGrpSpPr/>
            <p:nvPr/>
          </p:nvGrpSpPr>
          <p:grpSpPr>
            <a:xfrm>
              <a:off x="4859370" y="1773271"/>
              <a:ext cx="2474515" cy="520607"/>
              <a:chOff x="7155191" y="4169953"/>
              <a:chExt cx="2474515" cy="520607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="" xmlns:a16="http://schemas.microsoft.com/office/drawing/2014/main" id="{3491F6EF-5309-A03C-CC03-ABEB9D62F35F}"/>
                  </a:ext>
                </a:extLst>
              </p:cNvPr>
              <p:cNvSpPr/>
              <p:nvPr/>
            </p:nvSpPr>
            <p:spPr bwMode="auto">
              <a:xfrm>
                <a:off x="7155191" y="4169953"/>
                <a:ext cx="2474515" cy="520607"/>
              </a:xfrm>
              <a:prstGeom prst="rect">
                <a:avLst/>
              </a:prstGeom>
              <a:solidFill>
                <a:srgbClr val="3A660E">
                  <a:alpha val="16000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dirty="0">
                  <a:latin typeface="Trebuchet MS" panose="020B0603020202020204" pitchFamily="34" charset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="" xmlns:a16="http://schemas.microsoft.com/office/drawing/2014/main" id="{6FE8D80A-E3BD-262C-87CA-41BB8F15A040}"/>
                  </a:ext>
                </a:extLst>
              </p:cNvPr>
              <p:cNvSpPr txBox="1"/>
              <p:nvPr/>
            </p:nvSpPr>
            <p:spPr>
              <a:xfrm>
                <a:off x="7345725" y="4179197"/>
                <a:ext cx="209219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504000"/>
                <a:r>
                  <a:rPr lang="en-IN" sz="2400" b="1" dirty="0">
                    <a:solidFill>
                      <a:srgbClr val="3A660E"/>
                    </a:solidFill>
                    <a:latin typeface="Trebuchet MS" panose="020B0603020202020204" pitchFamily="34" charset="0"/>
                    <a:ea typeface="Microsoft YaHei UI" panose="020B0503020204020204" pitchFamily="34" charset="-122"/>
                    <a:cs typeface="Times New Roman" panose="02020603050405020304" pitchFamily="18" charset="0"/>
                  </a:rPr>
                  <a:t>Independent</a:t>
                </a:r>
              </a:p>
            </p:txBody>
          </p:sp>
        </p:grpSp>
      </p:grpSp>
      <p:sp>
        <p:nvSpPr>
          <p:cNvPr id="5" name="Title 8">
            <a:extLst>
              <a:ext uri="{FF2B5EF4-FFF2-40B4-BE49-F238E27FC236}">
                <a16:creationId xmlns="" xmlns:a16="http://schemas.microsoft.com/office/drawing/2014/main" id="{65B0EE03-6BB1-532B-7F81-065655C0E110}"/>
              </a:ext>
            </a:extLst>
          </p:cNvPr>
          <p:cNvSpPr txBox="1">
            <a:spLocks/>
          </p:cNvSpPr>
          <p:nvPr/>
        </p:nvSpPr>
        <p:spPr>
          <a:xfrm>
            <a:off x="1769920" y="656976"/>
            <a:ext cx="8652159" cy="770400"/>
          </a:xfrm>
          <a:prstGeom prst="rect">
            <a:avLst/>
          </a:prstGeom>
        </p:spPr>
        <p:txBody>
          <a:bodyPr anchor="ctr"/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3A660E"/>
                </a:solidFill>
                <a:latin typeface="Oswald" pitchFamily="2" charset="0"/>
                <a:ea typeface="+mj-ea"/>
                <a:cs typeface="+mj-cs"/>
              </a:defRPr>
            </a:lvl1pPr>
          </a:lstStyle>
          <a:p>
            <a:r>
              <a:rPr lang="en-US" sz="4000" dirty="0"/>
              <a:t>Cum </a:t>
            </a:r>
            <a:r>
              <a:rPr lang="en-US" sz="4000" dirty="0" err="1"/>
              <a:t>rezolvă</a:t>
            </a:r>
            <a:r>
              <a:rPr lang="en-IN" sz="4000" dirty="0"/>
              <a:t>?</a:t>
            </a:r>
          </a:p>
        </p:txBody>
      </p:sp>
    </p:spTree>
    <p:extLst>
      <p:ext uri="{BB962C8B-B14F-4D97-AF65-F5344CB8AC3E}">
        <p14:creationId xmlns="" xmlns:p14="http://schemas.microsoft.com/office/powerpoint/2010/main" val="3186151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4A6D33A-24ED-6DD2-A47D-9178A1AF9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201" y="550359"/>
            <a:ext cx="10907654" cy="770400"/>
          </a:xfrm>
        </p:spPr>
        <p:txBody>
          <a:bodyPr/>
          <a:lstStyle/>
          <a:p>
            <a:r>
              <a:rPr lang="ro-MO" sz="4000" b="1" dirty="0" smtClean="0">
                <a:solidFill>
                  <a:srgbClr val="3A660E"/>
                </a:solidFill>
              </a:rPr>
              <a:t>Soluții pentru provocarile viitorului</a:t>
            </a:r>
            <a:endParaRPr lang="en-US" sz="4000" b="1" dirty="0">
              <a:solidFill>
                <a:srgbClr val="3A660E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8BDEE44F-A7AB-1093-2C0B-0EBC6123947C}"/>
              </a:ext>
            </a:extLst>
          </p:cNvPr>
          <p:cNvGrpSpPr/>
          <p:nvPr/>
        </p:nvGrpSpPr>
        <p:grpSpPr>
          <a:xfrm>
            <a:off x="1006997" y="1641324"/>
            <a:ext cx="10109237" cy="4591775"/>
            <a:chOff x="975466" y="1152588"/>
            <a:chExt cx="10109237" cy="4591775"/>
          </a:xfrm>
        </p:grpSpPr>
        <p:cxnSp>
          <p:nvCxnSpPr>
            <p:cNvPr id="4" name="Straight Connector 3">
              <a:extLst>
                <a:ext uri="{FF2B5EF4-FFF2-40B4-BE49-F238E27FC236}">
                  <a16:creationId xmlns="" xmlns:a16="http://schemas.microsoft.com/office/drawing/2014/main" id="{F566DA77-C92F-E07F-06CA-1133C124BB97}"/>
                </a:ext>
              </a:extLst>
            </p:cNvPr>
            <p:cNvCxnSpPr>
              <a:cxnSpLocks/>
            </p:cNvCxnSpPr>
            <p:nvPr/>
          </p:nvCxnSpPr>
          <p:spPr>
            <a:xfrm>
              <a:off x="6085497" y="1152588"/>
              <a:ext cx="0" cy="4591775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>
              <a:extLst>
                <a:ext uri="{FF2B5EF4-FFF2-40B4-BE49-F238E27FC236}">
                  <a16:creationId xmlns="" xmlns:a16="http://schemas.microsoft.com/office/drawing/2014/main" id="{D65180F1-F79E-FA10-8175-AAE00C228E33}"/>
                </a:ext>
              </a:extLst>
            </p:cNvPr>
            <p:cNvSpPr/>
            <p:nvPr/>
          </p:nvSpPr>
          <p:spPr bwMode="auto">
            <a:xfrm>
              <a:off x="1450028" y="1432661"/>
              <a:ext cx="2801911" cy="462987"/>
            </a:xfrm>
            <a:prstGeom prst="rect">
              <a:avLst/>
            </a:prstGeom>
            <a:solidFill>
              <a:srgbClr val="3A660E">
                <a:alpha val="16000"/>
              </a:srgb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IN">
                <a:latin typeface="Trebuchet MS" panose="020B0603020202020204" pitchFamily="34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="" xmlns:a16="http://schemas.microsoft.com/office/drawing/2014/main" id="{48300F70-D1B8-B7B2-7603-139D0D8FCB9A}"/>
                </a:ext>
              </a:extLst>
            </p:cNvPr>
            <p:cNvSpPr txBox="1"/>
            <p:nvPr/>
          </p:nvSpPr>
          <p:spPr>
            <a:xfrm>
              <a:off x="1334282" y="1432661"/>
              <a:ext cx="300928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504000"/>
              <a:r>
                <a:rPr lang="ro-MO" sz="2000" b="1" dirty="0" smtClean="0">
                  <a:solidFill>
                    <a:srgbClr val="3A660E"/>
                  </a:solidFill>
                  <a:latin typeface="Trebuchet MS" panose="020B0603020202020204" pitchFamily="34" charset="0"/>
                  <a:ea typeface="Microsoft YaHei UI" panose="020B0503020204020204" pitchFamily="34" charset="-122"/>
                  <a:cs typeface="Times New Roman" panose="02020603050405020304" pitchFamily="18" charset="0"/>
                </a:rPr>
                <a:t>Cresterea producției</a:t>
              </a:r>
              <a:endParaRPr lang="en-IN" sz="2000" b="1" dirty="0">
                <a:solidFill>
                  <a:srgbClr val="3A660E"/>
                </a:solidFill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="" xmlns:a16="http://schemas.microsoft.com/office/drawing/2014/main" id="{2FA5483A-80A7-127D-6F7D-8E6672A3FB7C}"/>
                </a:ext>
              </a:extLst>
            </p:cNvPr>
            <p:cNvSpPr txBox="1"/>
            <p:nvPr/>
          </p:nvSpPr>
          <p:spPr>
            <a:xfrm flipH="1">
              <a:off x="4404172" y="1365730"/>
              <a:ext cx="9492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3A660E"/>
                  </a:solidFill>
                  <a:latin typeface="Trebuchet MS" panose="020B0603020202020204" pitchFamily="34" charset="0"/>
                  <a:cs typeface="Arial" pitchFamily="34" charset="0"/>
                </a:rPr>
                <a:t>1</a:t>
              </a:r>
            </a:p>
          </p:txBody>
        </p:sp>
        <p:sp>
          <p:nvSpPr>
            <p:cNvPr id="105" name="Hexagon 104">
              <a:extLst>
                <a:ext uri="{FF2B5EF4-FFF2-40B4-BE49-F238E27FC236}">
                  <a16:creationId xmlns="" xmlns:a16="http://schemas.microsoft.com/office/drawing/2014/main" id="{0B5C442E-C550-780F-F0FC-B3CEFAE1F731}"/>
                </a:ext>
              </a:extLst>
            </p:cNvPr>
            <p:cNvSpPr/>
            <p:nvPr/>
          </p:nvSpPr>
          <p:spPr bwMode="auto">
            <a:xfrm>
              <a:off x="4302684" y="1154517"/>
              <a:ext cx="1152272" cy="993336"/>
            </a:xfrm>
            <a:prstGeom prst="hexagon">
              <a:avLst/>
            </a:prstGeom>
            <a:noFill/>
            <a:ln w="25400"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>
                <a:latin typeface="Trebuchet MS" panose="020B0603020202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="" xmlns:a16="http://schemas.microsoft.com/office/drawing/2014/main" id="{3F25F8ED-B7FB-8E1E-0771-56180B16F49F}"/>
                </a:ext>
              </a:extLst>
            </p:cNvPr>
            <p:cNvSpPr/>
            <p:nvPr/>
          </p:nvSpPr>
          <p:spPr bwMode="auto">
            <a:xfrm>
              <a:off x="1137512" y="3283489"/>
              <a:ext cx="3063682" cy="457200"/>
            </a:xfrm>
            <a:prstGeom prst="rect">
              <a:avLst/>
            </a:prstGeom>
            <a:solidFill>
              <a:srgbClr val="3A660E">
                <a:alpha val="16000"/>
              </a:srgb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IN">
                <a:latin typeface="Trebuchet MS" panose="020B0603020202020204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="" xmlns:a16="http://schemas.microsoft.com/office/drawing/2014/main" id="{44FD3AE2-B4BC-8163-65E3-1AE1873C8674}"/>
                </a:ext>
              </a:extLst>
            </p:cNvPr>
            <p:cNvSpPr txBox="1"/>
            <p:nvPr/>
          </p:nvSpPr>
          <p:spPr>
            <a:xfrm>
              <a:off x="975466" y="3312034"/>
              <a:ext cx="303932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defTabSz="504000"/>
              <a:r>
                <a:rPr lang="ro-MO" sz="2000" b="1" dirty="0" smtClean="0">
                  <a:solidFill>
                    <a:srgbClr val="3A660E"/>
                  </a:solidFill>
                  <a:latin typeface="Trebuchet MS" panose="020B0603020202020204" pitchFamily="34" charset="0"/>
                  <a:ea typeface="Microsoft YaHei UI" panose="020B0503020204020204" pitchFamily="34" charset="-122"/>
                  <a:cs typeface="Times New Roman" panose="02020603050405020304" pitchFamily="18" charset="0"/>
                </a:rPr>
                <a:t>Adaptarea soluției</a:t>
              </a:r>
              <a:endParaRPr lang="en-IN" sz="2000" b="1" dirty="0">
                <a:solidFill>
                  <a:srgbClr val="3A660E"/>
                </a:solidFill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="" xmlns:a16="http://schemas.microsoft.com/office/drawing/2014/main" id="{8DFBA2FD-2462-7512-10B7-22D16B4DC5A3}"/>
                </a:ext>
              </a:extLst>
            </p:cNvPr>
            <p:cNvSpPr txBox="1"/>
            <p:nvPr/>
          </p:nvSpPr>
          <p:spPr>
            <a:xfrm flipH="1">
              <a:off x="4404172" y="3300932"/>
              <a:ext cx="9492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3A660E"/>
                  </a:solidFill>
                  <a:latin typeface="Trebuchet MS" panose="020B0603020202020204" pitchFamily="34" charset="0"/>
                  <a:cs typeface="Arial" pitchFamily="34" charset="0"/>
                </a:rPr>
                <a:t>3</a:t>
              </a:r>
            </a:p>
          </p:txBody>
        </p:sp>
        <p:sp>
          <p:nvSpPr>
            <p:cNvPr id="40" name="Hexagon 39">
              <a:extLst>
                <a:ext uri="{FF2B5EF4-FFF2-40B4-BE49-F238E27FC236}">
                  <a16:creationId xmlns="" xmlns:a16="http://schemas.microsoft.com/office/drawing/2014/main" id="{3B9FE59E-0BFB-F175-B792-1D718EEC2D75}"/>
                </a:ext>
              </a:extLst>
            </p:cNvPr>
            <p:cNvSpPr/>
            <p:nvPr/>
          </p:nvSpPr>
          <p:spPr bwMode="auto">
            <a:xfrm>
              <a:off x="4302684" y="3062715"/>
              <a:ext cx="1152272" cy="993336"/>
            </a:xfrm>
            <a:prstGeom prst="hexagon">
              <a:avLst/>
            </a:prstGeom>
            <a:noFill/>
            <a:ln w="25400"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>
                <a:latin typeface="Trebuchet MS" panose="020B0603020202020204" pitchFamily="34" charset="0"/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="" xmlns:a16="http://schemas.microsoft.com/office/drawing/2014/main" id="{40B2FC89-F30D-52AE-E68C-7281A9722F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54954" y="1651185"/>
              <a:ext cx="619936" cy="0"/>
            </a:xfrm>
            <a:prstGeom prst="line">
              <a:avLst/>
            </a:prstGeom>
            <a:ln w="25400">
              <a:solidFill>
                <a:schemeClr val="accent4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="" xmlns:a16="http://schemas.microsoft.com/office/drawing/2014/main" id="{1AB329A8-79A3-7EDA-6A83-59EDDCE2C6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54954" y="3559383"/>
              <a:ext cx="619936" cy="0"/>
            </a:xfrm>
            <a:prstGeom prst="line">
              <a:avLst/>
            </a:prstGeom>
            <a:ln w="25400">
              <a:solidFill>
                <a:schemeClr val="accent4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tangle 62">
              <a:extLst>
                <a:ext uri="{FF2B5EF4-FFF2-40B4-BE49-F238E27FC236}">
                  <a16:creationId xmlns="" xmlns:a16="http://schemas.microsoft.com/office/drawing/2014/main" id="{C82EF9E1-0102-DF68-8C0E-375201055142}"/>
                </a:ext>
              </a:extLst>
            </p:cNvPr>
            <p:cNvSpPr/>
            <p:nvPr/>
          </p:nvSpPr>
          <p:spPr bwMode="auto">
            <a:xfrm flipH="1">
              <a:off x="7969795" y="2381786"/>
              <a:ext cx="3006197" cy="483633"/>
            </a:xfrm>
            <a:prstGeom prst="rect">
              <a:avLst/>
            </a:prstGeom>
            <a:solidFill>
              <a:srgbClr val="3A660E">
                <a:alpha val="16000"/>
              </a:srgb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IN">
                <a:latin typeface="Trebuchet MS" panose="020B0603020202020204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="" xmlns:a16="http://schemas.microsoft.com/office/drawing/2014/main" id="{29128E9C-7CA9-5F33-A0CA-081A1D7DA55A}"/>
                </a:ext>
              </a:extLst>
            </p:cNvPr>
            <p:cNvSpPr txBox="1"/>
            <p:nvPr/>
          </p:nvSpPr>
          <p:spPr>
            <a:xfrm flipH="1">
              <a:off x="8084333" y="2423985"/>
              <a:ext cx="298425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504000"/>
              <a:r>
                <a:rPr lang="ro-MO" sz="2000" b="1" dirty="0" smtClean="0">
                  <a:solidFill>
                    <a:srgbClr val="3A660E"/>
                  </a:solidFill>
                  <a:latin typeface="Trebuchet MS" panose="020B0603020202020204" pitchFamily="34" charset="0"/>
                  <a:ea typeface="Microsoft YaHei UI" panose="020B0503020204020204" pitchFamily="34" charset="-122"/>
                  <a:cs typeface="Times New Roman" panose="02020603050405020304" pitchFamily="18" charset="0"/>
                </a:rPr>
                <a:t>Imbunatațirea soluției</a:t>
              </a:r>
              <a:endParaRPr lang="en-IN" sz="2000" b="1" dirty="0">
                <a:solidFill>
                  <a:srgbClr val="3A660E"/>
                </a:solidFill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="" xmlns:a16="http://schemas.microsoft.com/office/drawing/2014/main" id="{2AC33108-9F2A-FEA2-0E7A-41D6E846D6C0}"/>
                </a:ext>
              </a:extLst>
            </p:cNvPr>
            <p:cNvSpPr txBox="1"/>
            <p:nvPr/>
          </p:nvSpPr>
          <p:spPr>
            <a:xfrm>
              <a:off x="6817528" y="2459430"/>
              <a:ext cx="9280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3A660E"/>
                  </a:solidFill>
                  <a:latin typeface="Trebuchet MS" panose="020B0603020202020204" pitchFamily="34" charset="0"/>
                  <a:cs typeface="Arial" pitchFamily="34" charset="0"/>
                </a:rPr>
                <a:t>2</a:t>
              </a:r>
            </a:p>
          </p:txBody>
        </p:sp>
        <p:sp>
          <p:nvSpPr>
            <p:cNvPr id="60" name="Hexagon 59">
              <a:extLst>
                <a:ext uri="{FF2B5EF4-FFF2-40B4-BE49-F238E27FC236}">
                  <a16:creationId xmlns="" xmlns:a16="http://schemas.microsoft.com/office/drawing/2014/main" id="{4FAF9BCC-EC13-F5AA-0D59-429C5E4A141F}"/>
                </a:ext>
              </a:extLst>
            </p:cNvPr>
            <p:cNvSpPr/>
            <p:nvPr/>
          </p:nvSpPr>
          <p:spPr bwMode="auto">
            <a:xfrm flipH="1">
              <a:off x="6705433" y="2155917"/>
              <a:ext cx="1152268" cy="993336"/>
            </a:xfrm>
            <a:prstGeom prst="hexagon">
              <a:avLst/>
            </a:prstGeom>
            <a:noFill/>
            <a:ln w="25400"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>
                <a:latin typeface="Trebuchet MS" panose="020B0603020202020204" pitchFamily="34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="" xmlns:a16="http://schemas.microsoft.com/office/drawing/2014/main" id="{3BC753E6-7C2C-D9FF-7C83-6C643B2F645F}"/>
                </a:ext>
              </a:extLst>
            </p:cNvPr>
            <p:cNvSpPr/>
            <p:nvPr/>
          </p:nvSpPr>
          <p:spPr bwMode="auto">
            <a:xfrm flipH="1">
              <a:off x="7959188" y="4205621"/>
              <a:ext cx="3125515" cy="457200"/>
            </a:xfrm>
            <a:prstGeom prst="rect">
              <a:avLst/>
            </a:prstGeom>
            <a:solidFill>
              <a:srgbClr val="3A660E">
                <a:alpha val="16000"/>
              </a:srgb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IN">
                <a:latin typeface="Trebuchet MS" panose="020B0603020202020204" pitchFamily="34" charset="0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="" xmlns:a16="http://schemas.microsoft.com/office/drawing/2014/main" id="{003FD9F3-048F-425A-89D3-08931E8B43D5}"/>
                </a:ext>
              </a:extLst>
            </p:cNvPr>
            <p:cNvSpPr txBox="1"/>
            <p:nvPr/>
          </p:nvSpPr>
          <p:spPr>
            <a:xfrm flipH="1">
              <a:off x="8030904" y="4205621"/>
              <a:ext cx="305379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504000"/>
              <a:r>
                <a:rPr lang="ro-MO" sz="2000" b="1" dirty="0" smtClean="0">
                  <a:solidFill>
                    <a:srgbClr val="3A660E"/>
                  </a:solidFill>
                  <a:latin typeface="Trebuchet MS" panose="020B0603020202020204" pitchFamily="34" charset="0"/>
                  <a:ea typeface="Microsoft YaHei UI" panose="020B0503020204020204" pitchFamily="34" charset="-122"/>
                  <a:cs typeface="Times New Roman" panose="02020603050405020304" pitchFamily="18" charset="0"/>
                </a:rPr>
                <a:t>Multi-platform</a:t>
              </a:r>
              <a:endParaRPr lang="en-IN" sz="2000" b="1" dirty="0">
                <a:solidFill>
                  <a:srgbClr val="3A660E"/>
                </a:solidFill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="" xmlns:a16="http://schemas.microsoft.com/office/drawing/2014/main" id="{0D26DFFA-3640-B38B-D28B-B7EAED77C859}"/>
                </a:ext>
              </a:extLst>
            </p:cNvPr>
            <p:cNvCxnSpPr>
              <a:cxnSpLocks/>
            </p:cNvCxnSpPr>
            <p:nvPr/>
          </p:nvCxnSpPr>
          <p:spPr>
            <a:xfrm>
              <a:off x="6085498" y="2652585"/>
              <a:ext cx="630542" cy="0"/>
            </a:xfrm>
            <a:prstGeom prst="line">
              <a:avLst/>
            </a:prstGeom>
            <a:ln w="25400">
              <a:solidFill>
                <a:schemeClr val="accent4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="" xmlns:a16="http://schemas.microsoft.com/office/drawing/2014/main" id="{960B632B-EB30-2956-8D6E-06E41B06835E}"/>
                </a:ext>
              </a:extLst>
            </p:cNvPr>
            <p:cNvCxnSpPr>
              <a:cxnSpLocks/>
            </p:cNvCxnSpPr>
            <p:nvPr/>
          </p:nvCxnSpPr>
          <p:spPr>
            <a:xfrm>
              <a:off x="6085498" y="4466165"/>
              <a:ext cx="630542" cy="0"/>
            </a:xfrm>
            <a:prstGeom prst="line">
              <a:avLst/>
            </a:prstGeom>
            <a:ln w="25400">
              <a:solidFill>
                <a:schemeClr val="accent4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="" xmlns:a16="http://schemas.microsoft.com/office/drawing/2014/main" id="{CEB14349-BBB8-AE31-BEE6-399DF14974B4}"/>
                </a:ext>
              </a:extLst>
            </p:cNvPr>
            <p:cNvSpPr txBox="1"/>
            <p:nvPr/>
          </p:nvSpPr>
          <p:spPr>
            <a:xfrm>
              <a:off x="6817528" y="4264195"/>
              <a:ext cx="9280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3A660E"/>
                  </a:solidFill>
                  <a:latin typeface="Trebuchet MS" panose="020B0603020202020204" pitchFamily="34" charset="0"/>
                  <a:cs typeface="Arial" pitchFamily="34" charset="0"/>
                </a:rPr>
                <a:t>4</a:t>
              </a:r>
            </a:p>
          </p:txBody>
        </p:sp>
        <p:sp>
          <p:nvSpPr>
            <p:cNvPr id="82" name="Hexagon 81">
              <a:extLst>
                <a:ext uri="{FF2B5EF4-FFF2-40B4-BE49-F238E27FC236}">
                  <a16:creationId xmlns="" xmlns:a16="http://schemas.microsoft.com/office/drawing/2014/main" id="{C692CACC-04B1-41EC-1BD2-A84C5895031C}"/>
                </a:ext>
              </a:extLst>
            </p:cNvPr>
            <p:cNvSpPr/>
            <p:nvPr/>
          </p:nvSpPr>
          <p:spPr bwMode="auto">
            <a:xfrm flipH="1">
              <a:off x="6705433" y="3991857"/>
              <a:ext cx="1152268" cy="993336"/>
            </a:xfrm>
            <a:prstGeom prst="hexagon">
              <a:avLst/>
            </a:prstGeom>
            <a:noFill/>
            <a:ln w="25400">
              <a:solidFill>
                <a:schemeClr val="accent4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>
                <a:latin typeface="Trebuchet MS" panose="020B0603020202020204" pitchFamily="34" charset="0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233001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0467E77-37BB-44CA-C125-EA7F06AD4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F05DB2A7-7737-514E-0F1A-71A72081506C}"/>
              </a:ext>
            </a:extLst>
          </p:cNvPr>
          <p:cNvGrpSpPr/>
          <p:nvPr/>
        </p:nvGrpSpPr>
        <p:grpSpPr>
          <a:xfrm>
            <a:off x="205901" y="0"/>
            <a:ext cx="11254202" cy="3252056"/>
            <a:chOff x="2108235" y="1405814"/>
            <a:chExt cx="9472913" cy="2901009"/>
          </a:xfrm>
        </p:grpSpPr>
        <p:sp>
          <p:nvSpPr>
            <p:cNvPr id="16" name="Freeform: Shape 12">
              <a:extLst>
                <a:ext uri="{FF2B5EF4-FFF2-40B4-BE49-F238E27FC236}">
                  <a16:creationId xmlns="" xmlns:a16="http://schemas.microsoft.com/office/drawing/2014/main" id="{CC679ADF-A856-F203-C700-AE3B611D3AB4}"/>
                </a:ext>
              </a:extLst>
            </p:cNvPr>
            <p:cNvSpPr/>
            <p:nvPr/>
          </p:nvSpPr>
          <p:spPr>
            <a:xfrm>
              <a:off x="2703101" y="2190996"/>
              <a:ext cx="1999822" cy="1562384"/>
            </a:xfrm>
            <a:custGeom>
              <a:avLst/>
              <a:gdLst>
                <a:gd name="connsiteX0" fmla="*/ 0 w 1679543"/>
                <a:gd name="connsiteY0" fmla="*/ 692753 h 1312163"/>
                <a:gd name="connsiteX1" fmla="*/ 608838 w 1679543"/>
                <a:gd name="connsiteY1" fmla="*/ 0 h 1312163"/>
                <a:gd name="connsiteX2" fmla="*/ 1679543 w 1679543"/>
                <a:gd name="connsiteY2" fmla="*/ 1312164 h 1312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79543" h="1312163">
                  <a:moveTo>
                    <a:pt x="0" y="692753"/>
                  </a:moveTo>
                  <a:cubicBezTo>
                    <a:pt x="202978" y="461867"/>
                    <a:pt x="405860" y="230886"/>
                    <a:pt x="608838" y="0"/>
                  </a:cubicBezTo>
                  <a:cubicBezTo>
                    <a:pt x="965740" y="437388"/>
                    <a:pt x="1322642" y="874776"/>
                    <a:pt x="1679543" y="1312164"/>
                  </a:cubicBezTo>
                </a:path>
              </a:pathLst>
            </a:custGeom>
            <a:noFill/>
            <a:ln w="53975" cap="flat">
              <a:solidFill>
                <a:srgbClr val="68993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Graphic 14">
              <a:extLst>
                <a:ext uri="{FF2B5EF4-FFF2-40B4-BE49-F238E27FC236}">
                  <a16:creationId xmlns="" xmlns:a16="http://schemas.microsoft.com/office/drawing/2014/main" id="{93A3CEC1-DD2B-E607-FC33-F1CBA38CDBB5}"/>
                </a:ext>
              </a:extLst>
            </p:cNvPr>
            <p:cNvSpPr/>
            <p:nvPr/>
          </p:nvSpPr>
          <p:spPr>
            <a:xfrm>
              <a:off x="2108235" y="1405814"/>
              <a:ext cx="8238718" cy="2901009"/>
            </a:xfrm>
            <a:custGeom>
              <a:avLst/>
              <a:gdLst>
                <a:gd name="connsiteX0" fmla="*/ 1012434 w 5622533"/>
                <a:gd name="connsiteY0" fmla="*/ 454739 h 1908851"/>
                <a:gd name="connsiteX1" fmla="*/ 1397244 w 5622533"/>
                <a:gd name="connsiteY1" fmla="*/ 878792 h 1908851"/>
                <a:gd name="connsiteX2" fmla="*/ 1750907 w 5622533"/>
                <a:gd name="connsiteY2" fmla="*/ 1292177 h 1908851"/>
                <a:gd name="connsiteX3" fmla="*/ 1833775 w 5622533"/>
                <a:gd name="connsiteY3" fmla="*/ 923273 h 1908851"/>
                <a:gd name="connsiteX4" fmla="*/ 1715284 w 5622533"/>
                <a:gd name="connsiteY4" fmla="*/ 535225 h 1908851"/>
                <a:gd name="connsiteX5" fmla="*/ 753925 w 5622533"/>
                <a:gd name="connsiteY5" fmla="*/ 148415 h 1908851"/>
                <a:gd name="connsiteX6" fmla="*/ 187569 w 5622533"/>
                <a:gd name="connsiteY6" fmla="*/ 655811 h 1908851"/>
                <a:gd name="connsiteX7" fmla="*/ 842031 w 5622533"/>
                <a:gd name="connsiteY7" fmla="*/ 1773570 h 1908851"/>
                <a:gd name="connsiteX8" fmla="*/ 932614 w 5622533"/>
                <a:gd name="connsiteY8" fmla="*/ 1784905 h 1908851"/>
                <a:gd name="connsiteX9" fmla="*/ 977953 w 5622533"/>
                <a:gd name="connsiteY9" fmla="*/ 1784905 h 1908851"/>
                <a:gd name="connsiteX10" fmla="*/ 3300148 w 5622533"/>
                <a:gd name="connsiteY10" fmla="*/ 1790048 h 1908851"/>
                <a:gd name="connsiteX11" fmla="*/ 5622534 w 5622533"/>
                <a:gd name="connsiteY11" fmla="*/ 1842912 h 1908851"/>
                <a:gd name="connsiteX12" fmla="*/ 5622534 w 5622533"/>
                <a:gd name="connsiteY12" fmla="*/ 1850056 h 1908851"/>
                <a:gd name="connsiteX13" fmla="*/ 3298243 w 5622533"/>
                <a:gd name="connsiteY13" fmla="*/ 1902920 h 1908851"/>
                <a:gd name="connsiteX14" fmla="*/ 937472 w 5622533"/>
                <a:gd name="connsiteY14" fmla="*/ 1908063 h 1908851"/>
                <a:gd name="connsiteX15" fmla="*/ 68125 w 5622533"/>
                <a:gd name="connsiteY15" fmla="*/ 606948 h 1908851"/>
                <a:gd name="connsiteX16" fmla="*/ 725064 w 5622533"/>
                <a:gd name="connsiteY16" fmla="*/ 27352 h 1908851"/>
                <a:gd name="connsiteX17" fmla="*/ 1057106 w 5622533"/>
                <a:gd name="connsiteY17" fmla="*/ 3825 h 1908851"/>
                <a:gd name="connsiteX18" fmla="*/ 1870255 w 5622533"/>
                <a:gd name="connsiteY18" fmla="*/ 621521 h 1908851"/>
                <a:gd name="connsiteX19" fmla="*/ 1750812 w 5622533"/>
                <a:gd name="connsiteY19" fmla="*/ 1391522 h 1908851"/>
                <a:gd name="connsiteX20" fmla="*/ 1362001 w 5622533"/>
                <a:gd name="connsiteY20" fmla="*/ 908986 h 1908851"/>
                <a:gd name="connsiteX21" fmla="*/ 1012434 w 5622533"/>
                <a:gd name="connsiteY21" fmla="*/ 454739 h 1908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622533" h="1908851">
                  <a:moveTo>
                    <a:pt x="1012434" y="454739"/>
                  </a:moveTo>
                  <a:cubicBezTo>
                    <a:pt x="1139497" y="590565"/>
                    <a:pt x="1267894" y="731916"/>
                    <a:pt x="1397244" y="878792"/>
                  </a:cubicBezTo>
                  <a:cubicBezTo>
                    <a:pt x="1520021" y="1018238"/>
                    <a:pt x="1637845" y="1156160"/>
                    <a:pt x="1750907" y="1292177"/>
                  </a:cubicBezTo>
                  <a:cubicBezTo>
                    <a:pt x="1784626" y="1225025"/>
                    <a:pt x="1838632" y="1093961"/>
                    <a:pt x="1833775" y="923273"/>
                  </a:cubicBezTo>
                  <a:cubicBezTo>
                    <a:pt x="1828250" y="729344"/>
                    <a:pt x="1749859" y="593423"/>
                    <a:pt x="1715284" y="535225"/>
                  </a:cubicBezTo>
                  <a:cubicBezTo>
                    <a:pt x="1513449" y="194992"/>
                    <a:pt x="1133020" y="57356"/>
                    <a:pt x="753925" y="148415"/>
                  </a:cubicBezTo>
                  <a:cubicBezTo>
                    <a:pt x="502465" y="220995"/>
                    <a:pt x="286057" y="413114"/>
                    <a:pt x="187569" y="655811"/>
                  </a:cubicBezTo>
                  <a:cubicBezTo>
                    <a:pt x="-14838" y="1149778"/>
                    <a:pt x="329777" y="1686035"/>
                    <a:pt x="842031" y="1773570"/>
                  </a:cubicBezTo>
                  <a:cubicBezTo>
                    <a:pt x="871368" y="1779095"/>
                    <a:pt x="902801" y="1782238"/>
                    <a:pt x="932614" y="1784905"/>
                  </a:cubicBezTo>
                  <a:cubicBezTo>
                    <a:pt x="934995" y="1784714"/>
                    <a:pt x="973857" y="1785095"/>
                    <a:pt x="977953" y="1784905"/>
                  </a:cubicBezTo>
                  <a:cubicBezTo>
                    <a:pt x="1748812" y="1788810"/>
                    <a:pt x="2529195" y="1777856"/>
                    <a:pt x="3300148" y="1790048"/>
                  </a:cubicBezTo>
                  <a:cubicBezTo>
                    <a:pt x="3973947" y="1801574"/>
                    <a:pt x="4940829" y="1826720"/>
                    <a:pt x="5622534" y="1842912"/>
                  </a:cubicBezTo>
                  <a:lnTo>
                    <a:pt x="5622534" y="1850056"/>
                  </a:lnTo>
                  <a:cubicBezTo>
                    <a:pt x="4934067" y="1863867"/>
                    <a:pt x="3975661" y="1893585"/>
                    <a:pt x="3298243" y="1902920"/>
                  </a:cubicBezTo>
                  <a:cubicBezTo>
                    <a:pt x="2514240" y="1915112"/>
                    <a:pt x="1721380" y="1904063"/>
                    <a:pt x="937472" y="1908063"/>
                  </a:cubicBezTo>
                  <a:cubicBezTo>
                    <a:pt x="291010" y="1876059"/>
                    <a:pt x="-182192" y="1222739"/>
                    <a:pt x="68125" y="606948"/>
                  </a:cubicBezTo>
                  <a:cubicBezTo>
                    <a:pt x="183378" y="325199"/>
                    <a:pt x="432742" y="107267"/>
                    <a:pt x="725064" y="27352"/>
                  </a:cubicBezTo>
                  <a:cubicBezTo>
                    <a:pt x="833649" y="491"/>
                    <a:pt x="945854" y="-4843"/>
                    <a:pt x="1057106" y="3825"/>
                  </a:cubicBezTo>
                  <a:cubicBezTo>
                    <a:pt x="1427247" y="30019"/>
                    <a:pt x="1741572" y="275669"/>
                    <a:pt x="1870255" y="621521"/>
                  </a:cubicBezTo>
                  <a:cubicBezTo>
                    <a:pt x="1970839" y="893555"/>
                    <a:pt x="1936359" y="1166161"/>
                    <a:pt x="1750812" y="1391522"/>
                  </a:cubicBezTo>
                  <a:cubicBezTo>
                    <a:pt x="1621938" y="1235312"/>
                    <a:pt x="1492208" y="1074530"/>
                    <a:pt x="1362001" y="908986"/>
                  </a:cubicBezTo>
                  <a:cubicBezTo>
                    <a:pt x="1241701" y="756110"/>
                    <a:pt x="1125210" y="604567"/>
                    <a:pt x="1012434" y="454739"/>
                  </a:cubicBezTo>
                  <a:close/>
                </a:path>
              </a:pathLst>
            </a:custGeom>
            <a:solidFill>
              <a:schemeClr val="accent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49">
              <a:extLst>
                <a:ext uri="{FF2B5EF4-FFF2-40B4-BE49-F238E27FC236}">
                  <a16:creationId xmlns="" xmlns:a16="http://schemas.microsoft.com/office/drawing/2014/main" id="{A21953EF-649C-6903-B684-19C7E2679AE2}"/>
                </a:ext>
              </a:extLst>
            </p:cNvPr>
            <p:cNvSpPr/>
            <p:nvPr/>
          </p:nvSpPr>
          <p:spPr>
            <a:xfrm rot="20961261" flipH="1">
              <a:off x="3153906" y="3451187"/>
              <a:ext cx="912319" cy="604384"/>
            </a:xfrm>
            <a:custGeom>
              <a:avLst/>
              <a:gdLst>
                <a:gd name="connsiteX0" fmla="*/ 487299 w 1156620"/>
                <a:gd name="connsiteY0" fmla="*/ 703363 h 766226"/>
                <a:gd name="connsiteX1" fmla="*/ 0 w 1156620"/>
                <a:gd name="connsiteY1" fmla="*/ 524579 h 766226"/>
                <a:gd name="connsiteX2" fmla="*/ 79724 w 1156620"/>
                <a:gd name="connsiteY2" fmla="*/ 468096 h 766226"/>
                <a:gd name="connsiteX3" fmla="*/ 407670 w 1156620"/>
                <a:gd name="connsiteY3" fmla="*/ 467905 h 766226"/>
                <a:gd name="connsiteX4" fmla="*/ 524351 w 1156620"/>
                <a:gd name="connsiteY4" fmla="*/ 635164 h 766226"/>
                <a:gd name="connsiteX5" fmla="*/ 524351 w 1156620"/>
                <a:gd name="connsiteY5" fmla="*/ 666311 h 766226"/>
                <a:gd name="connsiteX6" fmla="*/ 535210 w 1156620"/>
                <a:gd name="connsiteY6" fmla="*/ 689933 h 766226"/>
                <a:gd name="connsiteX7" fmla="*/ 718471 w 1156620"/>
                <a:gd name="connsiteY7" fmla="*/ 239972 h 766226"/>
                <a:gd name="connsiteX8" fmla="*/ 540163 w 1156620"/>
                <a:gd name="connsiteY8" fmla="*/ 520578 h 766226"/>
                <a:gd name="connsiteX9" fmla="*/ 503206 w 1156620"/>
                <a:gd name="connsiteY9" fmla="*/ 403325 h 766226"/>
                <a:gd name="connsiteX10" fmla="*/ 503206 w 1156620"/>
                <a:gd name="connsiteY10" fmla="*/ 260831 h 766226"/>
                <a:gd name="connsiteX11" fmla="*/ 621316 w 1156620"/>
                <a:gd name="connsiteY11" fmla="*/ 88524 h 766226"/>
                <a:gd name="connsiteX12" fmla="*/ 829247 w 1156620"/>
                <a:gd name="connsiteY12" fmla="*/ 9562 h 766226"/>
                <a:gd name="connsiteX13" fmla="*/ 1137856 w 1156620"/>
                <a:gd name="connsiteY13" fmla="*/ 20516 h 766226"/>
                <a:gd name="connsiteX14" fmla="*/ 1156621 w 1156620"/>
                <a:gd name="connsiteY14" fmla="*/ 26516 h 766226"/>
                <a:gd name="connsiteX15" fmla="*/ 932783 w 1156620"/>
                <a:gd name="connsiteY15" fmla="*/ 204824 h 766226"/>
                <a:gd name="connsiteX16" fmla="*/ 946595 w 1156620"/>
                <a:gd name="connsiteY16" fmla="*/ 206920 h 766226"/>
                <a:gd name="connsiteX17" fmla="*/ 961358 w 1156620"/>
                <a:gd name="connsiteY17" fmla="*/ 206920 h 766226"/>
                <a:gd name="connsiteX18" fmla="*/ 956977 w 1156620"/>
                <a:gd name="connsiteY18" fmla="*/ 228161 h 766226"/>
                <a:gd name="connsiteX19" fmla="*/ 919258 w 1156620"/>
                <a:gd name="connsiteY19" fmla="*/ 355700 h 766226"/>
                <a:gd name="connsiteX20" fmla="*/ 895445 w 1156620"/>
                <a:gd name="connsiteY20" fmla="*/ 416375 h 766226"/>
                <a:gd name="connsiteX21" fmla="*/ 701802 w 1156620"/>
                <a:gd name="connsiteY21" fmla="*/ 561631 h 766226"/>
                <a:gd name="connsiteX22" fmla="*/ 610934 w 1156620"/>
                <a:gd name="connsiteY22" fmla="*/ 568489 h 766226"/>
                <a:gd name="connsiteX23" fmla="*/ 578644 w 1156620"/>
                <a:gd name="connsiteY23" fmla="*/ 568584 h 766226"/>
                <a:gd name="connsiteX24" fmla="*/ 559022 w 1156620"/>
                <a:gd name="connsiteY24" fmla="*/ 673931 h 766226"/>
                <a:gd name="connsiteX25" fmla="*/ 559403 w 1156620"/>
                <a:gd name="connsiteY25" fmla="*/ 749559 h 766226"/>
                <a:gd name="connsiteX26" fmla="*/ 541401 w 1156620"/>
                <a:gd name="connsiteY26" fmla="*/ 764990 h 766226"/>
                <a:gd name="connsiteX27" fmla="*/ 401955 w 1156620"/>
                <a:gd name="connsiteY27" fmla="*/ 607065 h 766226"/>
                <a:gd name="connsiteX28" fmla="*/ 477774 w 1156620"/>
                <a:gd name="connsiteY28" fmla="*/ 685646 h 766226"/>
                <a:gd name="connsiteX29" fmla="*/ 487394 w 1156620"/>
                <a:gd name="connsiteY29" fmla="*/ 703458 h 766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156620" h="766226">
                  <a:moveTo>
                    <a:pt x="487299" y="703363"/>
                  </a:moveTo>
                  <a:cubicBezTo>
                    <a:pt x="340519" y="766228"/>
                    <a:pt x="133731" y="712888"/>
                    <a:pt x="0" y="524579"/>
                  </a:cubicBezTo>
                  <a:cubicBezTo>
                    <a:pt x="22574" y="500385"/>
                    <a:pt x="50768" y="483336"/>
                    <a:pt x="79724" y="468096"/>
                  </a:cubicBezTo>
                  <a:cubicBezTo>
                    <a:pt x="188881" y="410469"/>
                    <a:pt x="298799" y="402849"/>
                    <a:pt x="407670" y="467905"/>
                  </a:cubicBezTo>
                  <a:cubicBezTo>
                    <a:pt x="471106" y="505814"/>
                    <a:pt x="513969" y="559631"/>
                    <a:pt x="524351" y="635164"/>
                  </a:cubicBezTo>
                  <a:cubicBezTo>
                    <a:pt x="525780" y="645356"/>
                    <a:pt x="525399" y="656024"/>
                    <a:pt x="524351" y="666311"/>
                  </a:cubicBezTo>
                  <a:cubicBezTo>
                    <a:pt x="523399" y="675550"/>
                    <a:pt x="524351" y="682884"/>
                    <a:pt x="535210" y="689933"/>
                  </a:cubicBezTo>
                  <a:cubicBezTo>
                    <a:pt x="549212" y="519054"/>
                    <a:pt x="612076" y="370655"/>
                    <a:pt x="718471" y="239972"/>
                  </a:cubicBezTo>
                  <a:cubicBezTo>
                    <a:pt x="637127" y="318077"/>
                    <a:pt x="579787" y="411326"/>
                    <a:pt x="540163" y="520578"/>
                  </a:cubicBezTo>
                  <a:cubicBezTo>
                    <a:pt x="521208" y="480764"/>
                    <a:pt x="510730" y="442378"/>
                    <a:pt x="503206" y="403325"/>
                  </a:cubicBezTo>
                  <a:cubicBezTo>
                    <a:pt x="493967" y="355891"/>
                    <a:pt x="492538" y="308266"/>
                    <a:pt x="503206" y="260831"/>
                  </a:cubicBezTo>
                  <a:cubicBezTo>
                    <a:pt x="519589" y="187679"/>
                    <a:pt x="560642" y="131291"/>
                    <a:pt x="621316" y="88524"/>
                  </a:cubicBezTo>
                  <a:cubicBezTo>
                    <a:pt x="683800" y="44519"/>
                    <a:pt x="754666" y="21468"/>
                    <a:pt x="829247" y="9562"/>
                  </a:cubicBezTo>
                  <a:cubicBezTo>
                    <a:pt x="932688" y="-7012"/>
                    <a:pt x="1035653" y="-1201"/>
                    <a:pt x="1137856" y="20516"/>
                  </a:cubicBezTo>
                  <a:cubicBezTo>
                    <a:pt x="1142048" y="21373"/>
                    <a:pt x="1146048" y="23087"/>
                    <a:pt x="1156621" y="26516"/>
                  </a:cubicBezTo>
                  <a:cubicBezTo>
                    <a:pt x="1061276" y="63854"/>
                    <a:pt x="983456" y="115385"/>
                    <a:pt x="932783" y="204824"/>
                  </a:cubicBezTo>
                  <a:cubicBezTo>
                    <a:pt x="939165" y="205777"/>
                    <a:pt x="942880" y="206634"/>
                    <a:pt x="946595" y="206920"/>
                  </a:cubicBezTo>
                  <a:cubicBezTo>
                    <a:pt x="950690" y="207206"/>
                    <a:pt x="954881" y="206920"/>
                    <a:pt x="961358" y="206920"/>
                  </a:cubicBezTo>
                  <a:cubicBezTo>
                    <a:pt x="959644" y="215302"/>
                    <a:pt x="958787" y="221874"/>
                    <a:pt x="956977" y="228161"/>
                  </a:cubicBezTo>
                  <a:cubicBezTo>
                    <a:pt x="944594" y="270737"/>
                    <a:pt x="932593" y="313409"/>
                    <a:pt x="919258" y="355700"/>
                  </a:cubicBezTo>
                  <a:cubicBezTo>
                    <a:pt x="912781" y="376370"/>
                    <a:pt x="904494" y="396563"/>
                    <a:pt x="895445" y="416375"/>
                  </a:cubicBezTo>
                  <a:cubicBezTo>
                    <a:pt x="857345" y="499719"/>
                    <a:pt x="791528" y="547439"/>
                    <a:pt x="701802" y="561631"/>
                  </a:cubicBezTo>
                  <a:cubicBezTo>
                    <a:pt x="671893" y="566394"/>
                    <a:pt x="641223" y="566584"/>
                    <a:pt x="610934" y="568489"/>
                  </a:cubicBezTo>
                  <a:cubicBezTo>
                    <a:pt x="600647" y="569156"/>
                    <a:pt x="590264" y="568584"/>
                    <a:pt x="578644" y="568584"/>
                  </a:cubicBezTo>
                  <a:cubicBezTo>
                    <a:pt x="567023" y="603446"/>
                    <a:pt x="561118" y="638498"/>
                    <a:pt x="559022" y="673931"/>
                  </a:cubicBezTo>
                  <a:cubicBezTo>
                    <a:pt x="557498" y="699077"/>
                    <a:pt x="558451" y="724413"/>
                    <a:pt x="559403" y="749559"/>
                  </a:cubicBezTo>
                  <a:cubicBezTo>
                    <a:pt x="559975" y="763847"/>
                    <a:pt x="554926" y="768800"/>
                    <a:pt x="541401" y="764990"/>
                  </a:cubicBezTo>
                  <a:cubicBezTo>
                    <a:pt x="520255" y="693266"/>
                    <a:pt x="455390" y="621829"/>
                    <a:pt x="401955" y="607065"/>
                  </a:cubicBezTo>
                  <a:cubicBezTo>
                    <a:pt x="425291" y="631163"/>
                    <a:pt x="451771" y="658119"/>
                    <a:pt x="477774" y="685646"/>
                  </a:cubicBezTo>
                  <a:cubicBezTo>
                    <a:pt x="482251" y="690409"/>
                    <a:pt x="484251" y="697362"/>
                    <a:pt x="487394" y="703458"/>
                  </a:cubicBezTo>
                  <a:close/>
                </a:path>
              </a:pathLst>
            </a:custGeom>
            <a:solidFill>
              <a:srgbClr val="3A660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6608280E-98A0-67CD-F4ED-48B1EED427E8}"/>
                </a:ext>
              </a:extLst>
            </p:cNvPr>
            <p:cNvSpPr txBox="1"/>
            <p:nvPr/>
          </p:nvSpPr>
          <p:spPr>
            <a:xfrm>
              <a:off x="5003864" y="1648317"/>
              <a:ext cx="6577284" cy="22787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0" b="1" i="0" dirty="0" err="1">
                  <a:solidFill>
                    <a:schemeClr val="accent3">
                      <a:lumMod val="50000"/>
                    </a:schemeClr>
                  </a:solidFill>
                  <a:effectLst/>
                  <a:latin typeface="Oswald" pitchFamily="2" charset="0"/>
                </a:rPr>
                <a:t>Mulțumim</a:t>
              </a:r>
              <a:r>
                <a:rPr lang="en-US" sz="8000" b="1" i="0" dirty="0">
                  <a:solidFill>
                    <a:schemeClr val="accent3">
                      <a:lumMod val="50000"/>
                    </a:schemeClr>
                  </a:solidFill>
                  <a:effectLst/>
                  <a:latin typeface="Oswald" pitchFamily="2" charset="0"/>
                </a:rPr>
                <a:t> </a:t>
              </a:r>
              <a:r>
                <a:rPr lang="en-US" sz="8000" b="1" i="0" dirty="0" err="1">
                  <a:solidFill>
                    <a:schemeClr val="accent3">
                      <a:lumMod val="50000"/>
                    </a:schemeClr>
                  </a:solidFill>
                  <a:effectLst/>
                  <a:latin typeface="Oswald" pitchFamily="2" charset="0"/>
                </a:rPr>
                <a:t>pentru</a:t>
              </a:r>
              <a:r>
                <a:rPr lang="en-US" sz="8000" b="1" i="0" dirty="0">
                  <a:solidFill>
                    <a:schemeClr val="accent3">
                      <a:lumMod val="50000"/>
                    </a:schemeClr>
                  </a:solidFill>
                  <a:effectLst/>
                  <a:latin typeface="Oswald" pitchFamily="2" charset="0"/>
                </a:rPr>
                <a:t> </a:t>
              </a:r>
              <a:r>
                <a:rPr lang="en-US" sz="8000" b="1" i="0" dirty="0" err="1">
                  <a:solidFill>
                    <a:schemeClr val="accent3">
                      <a:lumMod val="50000"/>
                    </a:schemeClr>
                  </a:solidFill>
                  <a:effectLst/>
                  <a:latin typeface="Oswald" pitchFamily="2" charset="0"/>
                </a:rPr>
                <a:t>atenție</a:t>
              </a:r>
              <a:r>
                <a:rPr lang="en-US" sz="8000" b="1" i="0" dirty="0">
                  <a:solidFill>
                    <a:schemeClr val="accent3">
                      <a:lumMod val="50000"/>
                    </a:schemeClr>
                  </a:solidFill>
                  <a:effectLst/>
                  <a:latin typeface="Oswald" pitchFamily="2" charset="0"/>
                </a:rPr>
                <a:t>!</a:t>
              </a:r>
              <a:endParaRPr lang="en-IN" sz="8000" b="1" dirty="0">
                <a:solidFill>
                  <a:schemeClr val="accent3">
                    <a:lumMod val="50000"/>
                  </a:schemeClr>
                </a:solidFill>
                <a:latin typeface="Oswald" pitchFamily="2" charset="0"/>
                <a:cs typeface="MV Boli" panose="02000500030200090000" pitchFamily="2" charset="0"/>
              </a:endParaRPr>
            </a:p>
          </p:txBody>
        </p:sp>
      </p:grp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25141" y="3622877"/>
            <a:ext cx="1476231" cy="14213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20578" y="3512120"/>
            <a:ext cx="1736824" cy="141740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5" descr="Fotografie de profil a lui Radu Andrei Crișu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30399" y="3578505"/>
            <a:ext cx="1495224" cy="14952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7" descr="imagine profil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20992" y="3483980"/>
            <a:ext cx="1509615" cy="15096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85A37940-FBA6-D08D-ECF1-8E6423D107B1}"/>
              </a:ext>
            </a:extLst>
          </p:cNvPr>
          <p:cNvSpPr txBox="1"/>
          <p:nvPr/>
        </p:nvSpPr>
        <p:spPr>
          <a:xfrm>
            <a:off x="1085580" y="5395667"/>
            <a:ext cx="18127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04000"/>
            <a:r>
              <a:rPr lang="en-IN" sz="2000" b="1" dirty="0" err="1" smtClean="0"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Pavel</a:t>
            </a:r>
            <a:r>
              <a:rPr lang="en-IN" sz="2000" b="1" dirty="0" smtClean="0"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N" sz="2000" b="1" dirty="0" smtClean="0"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ro-MO" sz="2000" b="1" dirty="0" smtClean="0"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.</a:t>
            </a:r>
            <a:endParaRPr lang="en-IN" sz="2000" b="1" dirty="0" smtClean="0">
              <a:latin typeface="Trebuchet MS" panose="020B0603020202020204" pitchFamily="34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  <a:p>
            <a:pPr algn="ctr" defTabSz="504000"/>
            <a:endParaRPr lang="en-IN" sz="2000" b="1" dirty="0">
              <a:latin typeface="Trebuchet MS" panose="020B0603020202020204" pitchFamily="34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85A37940-FBA6-D08D-ECF1-8E6423D107B1}"/>
              </a:ext>
            </a:extLst>
          </p:cNvPr>
          <p:cNvSpPr txBox="1"/>
          <p:nvPr/>
        </p:nvSpPr>
        <p:spPr>
          <a:xfrm>
            <a:off x="2939460" y="5397596"/>
            <a:ext cx="18127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04000"/>
            <a:r>
              <a:rPr lang="en-IN" sz="2000" b="1" dirty="0" smtClean="0"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Florin </a:t>
            </a:r>
            <a:r>
              <a:rPr lang="ro-MO" sz="2000" b="1" dirty="0" smtClean="0"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A.</a:t>
            </a:r>
            <a:endParaRPr lang="en-IN" sz="2000" b="1" dirty="0">
              <a:latin typeface="Trebuchet MS" panose="020B0603020202020204" pitchFamily="34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3" name="Picture 8" descr="E:\poza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238660" y="3465127"/>
            <a:ext cx="1264481" cy="15764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85A37940-FBA6-D08D-ECF1-8E6423D107B1}"/>
              </a:ext>
            </a:extLst>
          </p:cNvPr>
          <p:cNvSpPr txBox="1"/>
          <p:nvPr/>
        </p:nvSpPr>
        <p:spPr>
          <a:xfrm>
            <a:off x="8983372" y="5422671"/>
            <a:ext cx="18127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04000"/>
            <a:r>
              <a:rPr lang="en-IN" sz="2000" b="1" dirty="0" smtClean="0"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Denis </a:t>
            </a:r>
            <a:r>
              <a:rPr lang="en-IN" sz="2000" b="1" dirty="0" smtClean="0"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ro-MO" sz="2000" b="1" dirty="0" smtClean="0"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.</a:t>
            </a:r>
            <a:endParaRPr lang="en-IN" sz="2000" b="1" dirty="0">
              <a:latin typeface="Trebuchet MS" panose="020B0603020202020204" pitchFamily="34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="" xmlns:a16="http://schemas.microsoft.com/office/drawing/2014/main" id="{85A37940-FBA6-D08D-ECF1-8E6423D107B1}"/>
              </a:ext>
            </a:extLst>
          </p:cNvPr>
          <p:cNvSpPr txBox="1"/>
          <p:nvPr/>
        </p:nvSpPr>
        <p:spPr>
          <a:xfrm>
            <a:off x="6969379" y="5434248"/>
            <a:ext cx="18127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04000"/>
            <a:r>
              <a:rPr lang="en-IN" sz="2000" b="1" dirty="0" err="1" smtClean="0"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Drago</a:t>
            </a:r>
            <a:r>
              <a:rPr lang="ro-MO" sz="2000" b="1" dirty="0" smtClean="0"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ș</a:t>
            </a:r>
            <a:r>
              <a:rPr lang="en-IN" sz="2000" b="1" dirty="0" smtClean="0"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IN" sz="2000" b="1" dirty="0" smtClean="0"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ro-MO" sz="2000" b="1" dirty="0" smtClean="0"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.</a:t>
            </a:r>
            <a:endParaRPr lang="en-IN" sz="2000" b="1" dirty="0">
              <a:latin typeface="Trebuchet MS" panose="020B0603020202020204" pitchFamily="34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85A37940-FBA6-D08D-ECF1-8E6423D107B1}"/>
              </a:ext>
            </a:extLst>
          </p:cNvPr>
          <p:cNvSpPr txBox="1"/>
          <p:nvPr/>
        </p:nvSpPr>
        <p:spPr>
          <a:xfrm>
            <a:off x="4966959" y="5411099"/>
            <a:ext cx="18127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04000"/>
            <a:r>
              <a:rPr lang="en-IN" sz="2000" b="1" dirty="0" smtClean="0"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Andrei </a:t>
            </a:r>
            <a:r>
              <a:rPr lang="en-IN" sz="2000" b="1" dirty="0" smtClean="0"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C</a:t>
            </a:r>
            <a:r>
              <a:rPr lang="ro-MO" sz="2000" b="1" dirty="0" smtClean="0">
                <a:latin typeface="Trebuchet MS" panose="020B0603020202020204" pitchFamily="34" charset="0"/>
                <a:ea typeface="Microsoft YaHei UI" panose="020B0503020204020204" pitchFamily="34" charset="-122"/>
                <a:cs typeface="Times New Roman" panose="02020603050405020304" pitchFamily="18" charset="0"/>
              </a:rPr>
              <a:t>.</a:t>
            </a:r>
            <a:endParaRPr lang="en-IN" sz="2000" b="1" dirty="0">
              <a:latin typeface="Trebuchet MS" panose="020B0603020202020204" pitchFamily="34" charset="0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75354344"/>
      </p:ext>
    </p:extLst>
  </p:cSld>
  <p:clrMapOvr>
    <a:masterClrMapping/>
  </p:clrMapOvr>
</p:sld>
</file>

<file path=ppt/theme/theme1.xml><?xml version="1.0" encoding="utf-8"?>
<a:theme xmlns:a="http://schemas.openxmlformats.org/drawingml/2006/main" name="Collidu_Theme">
  <a:themeElements>
    <a:clrScheme name="Custom 100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DAF3D6"/>
      </a:accent1>
      <a:accent2>
        <a:srgbClr val="B3EABD"/>
      </a:accent2>
      <a:accent3>
        <a:srgbClr val="C0DCB6"/>
      </a:accent3>
      <a:accent4>
        <a:srgbClr val="689930"/>
      </a:accent4>
      <a:accent5>
        <a:srgbClr val="63A674"/>
      </a:accent5>
      <a:accent6>
        <a:srgbClr val="3A660E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0000"/>
        </a:solidFill>
        <a:ln>
          <a:noFill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  <a:txDef>
      <a:spPr>
        <a:noFill/>
      </a:spPr>
      <a:bodyPr wrap="none" rtlCol="0">
        <a:spAutoFit/>
      </a:bodyPr>
      <a:lstStyle>
        <a:defPPr>
          <a:defRPr dirty="0" smtClean="0">
            <a:solidFill>
              <a:schemeClr val="bg1"/>
            </a:solidFill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Sketchbubble_MC9_Theme" id="{F37AE924-BF99-4450-8508-C293C06DBBB5}" vid="{4C9A7B21-718F-444C-A60F-512760B829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EBD2B6ED1EFB4E9C71AE4EB76E0986" ma:contentTypeVersion="2" ma:contentTypeDescription="Create a new document." ma:contentTypeScope="" ma:versionID="375eaf2b0c99e93cf369d5cbf2fccd4d">
  <xsd:schema xmlns:xsd="http://www.w3.org/2001/XMLSchema" xmlns:xs="http://www.w3.org/2001/XMLSchema" xmlns:p="http://schemas.microsoft.com/office/2006/metadata/properties" xmlns:ns3="e941c79a-2ea5-46b7-a623-185f2e7c0ed1" targetNamespace="http://schemas.microsoft.com/office/2006/metadata/properties" ma:root="true" ma:fieldsID="83fc49868cd0127b036a6f5e6c702deb" ns3:_="">
    <xsd:import namespace="e941c79a-2ea5-46b7-a623-185f2e7c0ed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41c79a-2ea5-46b7-a623-185f2e7c0e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2C89628-06E4-4A90-BE90-3AEC73E43022}">
  <ds:schemaRefs>
    <ds:schemaRef ds:uri="http://www.w3.org/XML/1998/namespace"/>
    <ds:schemaRef ds:uri="http://purl.org/dc/terms/"/>
    <ds:schemaRef ds:uri="http://purl.org/dc/dcmitype/"/>
    <ds:schemaRef ds:uri="http://schemas.microsoft.com/office/2006/metadata/properties"/>
    <ds:schemaRef ds:uri="e941c79a-2ea5-46b7-a623-185f2e7c0ed1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FA46529-8045-4E2D-9D79-3F901BA59B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02A31F-1F1F-484A-AB04-90D4D66949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941c79a-2ea5-46b7-a623-185f2e7c0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2899</TotalTime>
  <Words>67</Words>
  <Application>Microsoft Office PowerPoint</Application>
  <PresentationFormat>Custom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Oswald</vt:lpstr>
      <vt:lpstr>MV Boli</vt:lpstr>
      <vt:lpstr>Calibri</vt:lpstr>
      <vt:lpstr>Trebuchet MS</vt:lpstr>
      <vt:lpstr>Microsoft YaHei UI</vt:lpstr>
      <vt:lpstr>Times New Roman</vt:lpstr>
      <vt:lpstr>Abel</vt:lpstr>
      <vt:lpstr>Collidu_Theme</vt:lpstr>
      <vt:lpstr>Slide 1</vt:lpstr>
      <vt:lpstr>Ce este Green Growth?</vt:lpstr>
      <vt:lpstr>Slide 3</vt:lpstr>
      <vt:lpstr>Slide 4</vt:lpstr>
      <vt:lpstr>Soluții pentru provocarile viitorului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Ashish Arora</dc:creator>
  <cp:lastModifiedBy>Florin</cp:lastModifiedBy>
  <cp:revision>268</cp:revision>
  <dcterms:created xsi:type="dcterms:W3CDTF">2022-10-04T03:43:05Z</dcterms:created>
  <dcterms:modified xsi:type="dcterms:W3CDTF">2025-10-19T11:26:00Z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0x01010045EBD2B6ED1EFB4E9C71AE4EB76E0986</vt:lpwstr>
  </property>
</Properties>
</file>